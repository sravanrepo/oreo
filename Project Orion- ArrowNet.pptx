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468" r:id="rId5"/>
    <p:sldId id="2147482717" r:id="rId6"/>
    <p:sldId id="214748271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D49634F-FC88-4430-B68E-7E5DB3CF2FAD}">
          <p14:sldIdLst>
            <p14:sldId id="468"/>
            <p14:sldId id="2147482717"/>
            <p14:sldId id="214748271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rphy, Annette" initials="MA" lastIdx="17" clrIdx="0">
    <p:extLst>
      <p:ext uri="{19B8F6BF-5375-455C-9EA6-DF929625EA0E}">
        <p15:presenceInfo xmlns:p15="http://schemas.microsoft.com/office/powerpoint/2012/main" userId="S::annette.murphy@lumen.com::0c114dbb-dec7-4c79-98ff-d0c69dac85a2" providerId="AD"/>
      </p:ext>
    </p:extLst>
  </p:cmAuthor>
  <p:cmAuthor id="2" name="Lunn, Ben" initials="LB" lastIdx="3" clrIdx="1">
    <p:extLst>
      <p:ext uri="{19B8F6BF-5375-455C-9EA6-DF929625EA0E}">
        <p15:presenceInfo xmlns:p15="http://schemas.microsoft.com/office/powerpoint/2012/main" userId="S::ben.lunn@lumen.com::227b7391-be44-4e2a-b6f6-65da8236599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9F7"/>
    <a:srgbClr val="E8FCE2"/>
    <a:srgbClr val="333333"/>
    <a:srgbClr val="FDFAF7"/>
    <a:srgbClr val="E8FDE3"/>
    <a:srgbClr val="E8E8E8"/>
    <a:srgbClr val="D1D2D0"/>
    <a:srgbClr val="00D7BD"/>
    <a:srgbClr val="FFC43D"/>
    <a:srgbClr val="500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CA6AC5-8DCB-F2A9-A5EA-964215A5FACB}" v="21" dt="2026-08-11T02:17:15.727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, Shankaranand (C)" userId="S::sm2@internal.colt.net::f95240b6-2ccf-49ff-93db-a4fde5618f76" providerId="AD" clId="Web-{47CA6AC5-8DCB-F2A9-A5EA-964215A5FACB}"/>
    <pc:docChg chg="modSld">
      <pc:chgData name="M, Shankaranand (C)" userId="S::sm2@internal.colt.net::f95240b6-2ccf-49ff-93db-a4fde5618f76" providerId="AD" clId="Web-{47CA6AC5-8DCB-F2A9-A5EA-964215A5FACB}" dt="2026-08-11T02:17:15.727" v="20" actId="20577"/>
      <pc:docMkLst>
        <pc:docMk/>
      </pc:docMkLst>
      <pc:sldChg chg="modSp">
        <pc:chgData name="M, Shankaranand (C)" userId="S::sm2@internal.colt.net::f95240b6-2ccf-49ff-93db-a4fde5618f76" providerId="AD" clId="Web-{47CA6AC5-8DCB-F2A9-A5EA-964215A5FACB}" dt="2026-08-11T02:17:15.727" v="20" actId="20577"/>
        <pc:sldMkLst>
          <pc:docMk/>
          <pc:sldMk cId="2430016797" sldId="2147482717"/>
        </pc:sldMkLst>
        <pc:spChg chg="mod">
          <ac:chgData name="M, Shankaranand (C)" userId="S::sm2@internal.colt.net::f95240b6-2ccf-49ff-93db-a4fde5618f76" providerId="AD" clId="Web-{47CA6AC5-8DCB-F2A9-A5EA-964215A5FACB}" dt="2026-08-11T02:17:15.727" v="20" actId="20577"/>
          <ac:spMkLst>
            <pc:docMk/>
            <pc:sldMk cId="2430016797" sldId="2147482717"/>
            <ac:spMk id="4" creationId="{C54983CC-3B7E-A22B-2B54-BDEB142D75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6EEDA0-3683-E125-C2C3-1681E342C7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3E653-D442-940D-C759-0B6BF38662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52AF5-6870-4F3A-BC9F-E3691E189F1B}" type="datetimeFigureOut">
              <a:rPr lang="en-GB" smtClean="0">
                <a:latin typeface="Arial" panose="020B0604020202020204" pitchFamily="34" charset="0"/>
              </a:rPr>
              <a:t>10/08/2026</a:t>
            </a:fld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EF301-D5B8-AA4B-DBD5-06D0DBC6C6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E3193-E341-8B6B-BF9B-B9A96C9C65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31C28-9BF5-44DB-9467-AE32C03D34F8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7683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D466817-4999-4ED2-9BF4-E284A60757D1}" type="datetimeFigureOut">
              <a:rPr lang="en-GB" smtClean="0"/>
              <a:pPr/>
              <a:t>10/08/2026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424F420-6C54-445C-91D5-D3FD1A0F721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36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9.emf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2">
            <a:extLst>
              <a:ext uri="{FF2B5EF4-FFF2-40B4-BE49-F238E27FC236}">
                <a16:creationId xmlns:a16="http://schemas.microsoft.com/office/drawing/2014/main" id="{4CAC1AF2-BB54-3043-97ED-30677CB46C03}"/>
              </a:ext>
            </a:extLst>
          </p:cNvPr>
          <p:cNvSpPr/>
          <p:nvPr userDrawn="1"/>
        </p:nvSpPr>
        <p:spPr>
          <a:xfrm rot="3600000">
            <a:off x="5159661" y="5011657"/>
            <a:ext cx="375386" cy="151219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35ADA83-D881-4044-AFE0-298DA86764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3025" y="2286000"/>
            <a:ext cx="5616575" cy="1884008"/>
          </a:xfrm>
        </p:spPr>
        <p:txBody>
          <a:bodyPr vert="horz" lIns="0" tIns="0" rIns="0" bIns="0" rtlCol="0" anchor="ctr" anchorCtr="0">
            <a:normAutofit/>
          </a:bodyPr>
          <a:lstStyle>
            <a:lvl1pPr>
              <a:lnSpc>
                <a:spcPct val="80000"/>
              </a:lnSpc>
              <a:defRPr lang="en-GB" sz="5400" b="1" i="0" baseline="0" noProof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ts val="5000"/>
              </a:lnSpc>
              <a:buFont typeface="Arial" panose="020B0604020202020204" pitchFamily="34" charset="0"/>
            </a:pPr>
            <a:r>
              <a:rPr lang="en-GB"/>
              <a:t>Title Slide</a:t>
            </a:r>
            <a:endParaRPr lang="en-GB" noProof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7215819-A847-5241-B583-AD63535F3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5" y="4170008"/>
            <a:ext cx="5597668" cy="1154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F8ECB5-E7B2-7A4B-8B99-DB635BCCE149}"/>
              </a:ext>
            </a:extLst>
          </p:cNvPr>
          <p:cNvGrpSpPr/>
          <p:nvPr userDrawn="1"/>
        </p:nvGrpSpPr>
        <p:grpSpPr>
          <a:xfrm>
            <a:off x="471601" y="443753"/>
            <a:ext cx="1087896" cy="425720"/>
            <a:chOff x="3562350" y="3567113"/>
            <a:chExt cx="3476625" cy="1360487"/>
          </a:xfrm>
          <a:solidFill>
            <a:schemeClr val="accent1"/>
          </a:solidFill>
        </p:grpSpPr>
        <p:sp>
          <p:nvSpPr>
            <p:cNvPr id="21" name="Freeform 1">
              <a:extLst>
                <a:ext uri="{FF2B5EF4-FFF2-40B4-BE49-F238E27FC236}">
                  <a16:creationId xmlns:a16="http://schemas.microsoft.com/office/drawing/2014/main" id="{F5A30EBD-E82B-704B-82C3-3EA30A256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0113" y="3800475"/>
              <a:ext cx="1136650" cy="1127125"/>
            </a:xfrm>
            <a:custGeom>
              <a:avLst/>
              <a:gdLst>
                <a:gd name="T0" fmla="*/ 10 w 3158"/>
                <a:gd name="T1" fmla="*/ 1539 h 3130"/>
                <a:gd name="T2" fmla="*/ 1599 w 3158"/>
                <a:gd name="T3" fmla="*/ 13 h 3130"/>
                <a:gd name="T4" fmla="*/ 3148 w 3158"/>
                <a:gd name="T5" fmla="*/ 1584 h 3130"/>
                <a:gd name="T6" fmla="*/ 1560 w 3158"/>
                <a:gd name="T7" fmla="*/ 3116 h 3130"/>
                <a:gd name="T8" fmla="*/ 10 w 3158"/>
                <a:gd name="T9" fmla="*/ 1545 h 3130"/>
                <a:gd name="T10" fmla="*/ 10 w 3158"/>
                <a:gd name="T11" fmla="*/ 1539 h 3130"/>
                <a:gd name="T12" fmla="*/ 711 w 3158"/>
                <a:gd name="T13" fmla="*/ 1553 h 3130"/>
                <a:gd name="T14" fmla="*/ 1568 w 3158"/>
                <a:gd name="T15" fmla="*/ 2456 h 3130"/>
                <a:gd name="T16" fmla="*/ 2446 w 3158"/>
                <a:gd name="T17" fmla="*/ 1570 h 3130"/>
                <a:gd name="T18" fmla="*/ 1591 w 3158"/>
                <a:gd name="T19" fmla="*/ 662 h 3130"/>
                <a:gd name="T20" fmla="*/ 712 w 3158"/>
                <a:gd name="T21" fmla="*/ 1548 h 3130"/>
                <a:gd name="T22" fmla="*/ 711 w 3158"/>
                <a:gd name="T23" fmla="*/ 1553 h 3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58" h="3130">
                  <a:moveTo>
                    <a:pt x="10" y="1539"/>
                  </a:moveTo>
                  <a:cubicBezTo>
                    <a:pt x="19" y="790"/>
                    <a:pt x="578" y="0"/>
                    <a:pt x="1599" y="13"/>
                  </a:cubicBezTo>
                  <a:cubicBezTo>
                    <a:pt x="2619" y="26"/>
                    <a:pt x="3157" y="830"/>
                    <a:pt x="3148" y="1584"/>
                  </a:cubicBezTo>
                  <a:cubicBezTo>
                    <a:pt x="3138" y="2341"/>
                    <a:pt x="2579" y="3129"/>
                    <a:pt x="1560" y="3116"/>
                  </a:cubicBezTo>
                  <a:cubicBezTo>
                    <a:pt x="539" y="3104"/>
                    <a:pt x="0" y="2302"/>
                    <a:pt x="10" y="1545"/>
                  </a:cubicBezTo>
                  <a:lnTo>
                    <a:pt x="10" y="1539"/>
                  </a:lnTo>
                  <a:close/>
                  <a:moveTo>
                    <a:pt x="711" y="1553"/>
                  </a:moveTo>
                  <a:cubicBezTo>
                    <a:pt x="705" y="2065"/>
                    <a:pt x="1089" y="2451"/>
                    <a:pt x="1568" y="2456"/>
                  </a:cubicBezTo>
                  <a:cubicBezTo>
                    <a:pt x="2047" y="2462"/>
                    <a:pt x="2440" y="2087"/>
                    <a:pt x="2446" y="1570"/>
                  </a:cubicBezTo>
                  <a:cubicBezTo>
                    <a:pt x="2453" y="1054"/>
                    <a:pt x="2070" y="669"/>
                    <a:pt x="1591" y="662"/>
                  </a:cubicBezTo>
                  <a:cubicBezTo>
                    <a:pt x="1112" y="656"/>
                    <a:pt x="718" y="1032"/>
                    <a:pt x="712" y="1548"/>
                  </a:cubicBezTo>
                  <a:lnTo>
                    <a:pt x="711" y="155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2">
              <a:extLst>
                <a:ext uri="{FF2B5EF4-FFF2-40B4-BE49-F238E27FC236}">
                  <a16:creationId xmlns:a16="http://schemas.microsoft.com/office/drawing/2014/main" id="{052C18BC-4691-C944-B4F8-D34EE5BAA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9000" y="3567113"/>
              <a:ext cx="455613" cy="1338262"/>
            </a:xfrm>
            <a:custGeom>
              <a:avLst/>
              <a:gdLst>
                <a:gd name="T0" fmla="*/ 971 w 1264"/>
                <a:gd name="T1" fmla="*/ 3165 h 3717"/>
                <a:gd name="T2" fmla="*/ 765 w 1264"/>
                <a:gd name="T3" fmla="*/ 2983 h 3717"/>
                <a:gd name="T4" fmla="*/ 803 w 1264"/>
                <a:gd name="T5" fmla="*/ 9 h 3717"/>
                <a:gd name="T6" fmla="*/ 101 w 1264"/>
                <a:gd name="T7" fmla="*/ 0 h 3717"/>
                <a:gd name="T8" fmla="*/ 64 w 1264"/>
                <a:gd name="T9" fmla="*/ 2965 h 3717"/>
                <a:gd name="T10" fmla="*/ 696 w 1264"/>
                <a:gd name="T11" fmla="*/ 3708 h 3717"/>
                <a:gd name="T12" fmla="*/ 696 w 1264"/>
                <a:gd name="T13" fmla="*/ 3709 h 3717"/>
                <a:gd name="T14" fmla="*/ 1256 w 1264"/>
                <a:gd name="T15" fmla="*/ 3716 h 3717"/>
                <a:gd name="T16" fmla="*/ 1263 w 1264"/>
                <a:gd name="T17" fmla="*/ 3168 h 3717"/>
                <a:gd name="T18" fmla="*/ 971 w 1264"/>
                <a:gd name="T19" fmla="*/ 3165 h 3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4" h="3717">
                  <a:moveTo>
                    <a:pt x="971" y="3165"/>
                  </a:moveTo>
                  <a:cubicBezTo>
                    <a:pt x="971" y="3165"/>
                    <a:pt x="768" y="3164"/>
                    <a:pt x="765" y="2983"/>
                  </a:cubicBezTo>
                  <a:lnTo>
                    <a:pt x="803" y="9"/>
                  </a:lnTo>
                  <a:lnTo>
                    <a:pt x="101" y="0"/>
                  </a:lnTo>
                  <a:lnTo>
                    <a:pt x="64" y="2965"/>
                  </a:lnTo>
                  <a:cubicBezTo>
                    <a:pt x="64" y="2965"/>
                    <a:pt x="0" y="3699"/>
                    <a:pt x="696" y="3708"/>
                  </a:cubicBezTo>
                  <a:lnTo>
                    <a:pt x="696" y="3709"/>
                  </a:lnTo>
                  <a:lnTo>
                    <a:pt x="1256" y="3716"/>
                  </a:lnTo>
                  <a:lnTo>
                    <a:pt x="1263" y="3168"/>
                  </a:lnTo>
                  <a:lnTo>
                    <a:pt x="971" y="316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C8FE4F66-26D3-F14D-BC0D-9563E27AD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350" y="3786188"/>
              <a:ext cx="1069975" cy="1127125"/>
            </a:xfrm>
            <a:custGeom>
              <a:avLst/>
              <a:gdLst>
                <a:gd name="T0" fmla="*/ 2366 w 2971"/>
                <a:gd name="T1" fmla="*/ 1976 h 3132"/>
                <a:gd name="T2" fmla="*/ 1569 w 2971"/>
                <a:gd name="T3" fmla="*/ 2468 h 3132"/>
                <a:gd name="T4" fmla="*/ 716 w 2971"/>
                <a:gd name="T5" fmla="*/ 1556 h 3132"/>
                <a:gd name="T6" fmla="*/ 966 w 2971"/>
                <a:gd name="T7" fmla="*/ 910 h 3132"/>
                <a:gd name="T8" fmla="*/ 1593 w 2971"/>
                <a:gd name="T9" fmla="*/ 667 h 3132"/>
                <a:gd name="T10" fmla="*/ 2376 w 2971"/>
                <a:gd name="T11" fmla="*/ 1201 h 3132"/>
                <a:gd name="T12" fmla="*/ 2970 w 2971"/>
                <a:gd name="T13" fmla="*/ 871 h 3132"/>
                <a:gd name="T14" fmla="*/ 1576 w 2971"/>
                <a:gd name="T15" fmla="*/ 12 h 3132"/>
                <a:gd name="T16" fmla="*/ 11 w 2971"/>
                <a:gd name="T17" fmla="*/ 1545 h 3132"/>
                <a:gd name="T18" fmla="*/ 1559 w 2971"/>
                <a:gd name="T19" fmla="*/ 3123 h 3132"/>
                <a:gd name="T20" fmla="*/ 2950 w 2971"/>
                <a:gd name="T21" fmla="*/ 2314 h 3132"/>
                <a:gd name="T22" fmla="*/ 2379 w 2971"/>
                <a:gd name="T23" fmla="*/ 1977 h 3132"/>
                <a:gd name="T24" fmla="*/ 2366 w 2971"/>
                <a:gd name="T25" fmla="*/ 1976 h 3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71" h="3132">
                  <a:moveTo>
                    <a:pt x="2366" y="1976"/>
                  </a:moveTo>
                  <a:cubicBezTo>
                    <a:pt x="2256" y="2216"/>
                    <a:pt x="2006" y="2472"/>
                    <a:pt x="1569" y="2468"/>
                  </a:cubicBezTo>
                  <a:cubicBezTo>
                    <a:pt x="1072" y="2462"/>
                    <a:pt x="710" y="2081"/>
                    <a:pt x="716" y="1556"/>
                  </a:cubicBezTo>
                  <a:cubicBezTo>
                    <a:pt x="720" y="1300"/>
                    <a:pt x="815" y="1064"/>
                    <a:pt x="966" y="910"/>
                  </a:cubicBezTo>
                  <a:cubicBezTo>
                    <a:pt x="1138" y="742"/>
                    <a:pt x="1337" y="657"/>
                    <a:pt x="1593" y="667"/>
                  </a:cubicBezTo>
                  <a:cubicBezTo>
                    <a:pt x="1976" y="670"/>
                    <a:pt x="2254" y="891"/>
                    <a:pt x="2376" y="1201"/>
                  </a:cubicBezTo>
                  <a:lnTo>
                    <a:pt x="2970" y="871"/>
                  </a:lnTo>
                  <a:cubicBezTo>
                    <a:pt x="2716" y="350"/>
                    <a:pt x="2184" y="19"/>
                    <a:pt x="1576" y="12"/>
                  </a:cubicBezTo>
                  <a:cubicBezTo>
                    <a:pt x="696" y="0"/>
                    <a:pt x="22" y="683"/>
                    <a:pt x="11" y="1545"/>
                  </a:cubicBezTo>
                  <a:cubicBezTo>
                    <a:pt x="0" y="2384"/>
                    <a:pt x="634" y="3111"/>
                    <a:pt x="1559" y="3123"/>
                  </a:cubicBezTo>
                  <a:cubicBezTo>
                    <a:pt x="2184" y="3131"/>
                    <a:pt x="2691" y="2793"/>
                    <a:pt x="2950" y="2314"/>
                  </a:cubicBezTo>
                  <a:lnTo>
                    <a:pt x="2379" y="1977"/>
                  </a:lnTo>
                  <a:lnTo>
                    <a:pt x="2366" y="197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4">
              <a:extLst>
                <a:ext uri="{FF2B5EF4-FFF2-40B4-BE49-F238E27FC236}">
                  <a16:creationId xmlns:a16="http://schemas.microsoft.com/office/drawing/2014/main" id="{B89CD3C7-47C6-644A-A104-4641D7DFF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6850" y="3575050"/>
              <a:ext cx="492125" cy="1338263"/>
            </a:xfrm>
            <a:custGeom>
              <a:avLst/>
              <a:gdLst>
                <a:gd name="T0" fmla="*/ 960 w 1365"/>
                <a:gd name="T1" fmla="*/ 3164 h 3718"/>
                <a:gd name="T2" fmla="*/ 753 w 1365"/>
                <a:gd name="T3" fmla="*/ 2983 h 3718"/>
                <a:gd name="T4" fmla="*/ 773 w 1365"/>
                <a:gd name="T5" fmla="*/ 1401 h 3718"/>
                <a:gd name="T6" fmla="*/ 1336 w 1365"/>
                <a:gd name="T7" fmla="*/ 1408 h 3718"/>
                <a:gd name="T8" fmla="*/ 1343 w 1365"/>
                <a:gd name="T9" fmla="*/ 860 h 3718"/>
                <a:gd name="T10" fmla="*/ 780 w 1365"/>
                <a:gd name="T11" fmla="*/ 853 h 3718"/>
                <a:gd name="T12" fmla="*/ 791 w 1365"/>
                <a:gd name="T13" fmla="*/ 9 h 3718"/>
                <a:gd name="T14" fmla="*/ 89 w 1365"/>
                <a:gd name="T15" fmla="*/ 0 h 3718"/>
                <a:gd name="T16" fmla="*/ 51 w 1365"/>
                <a:gd name="T17" fmla="*/ 2965 h 3718"/>
                <a:gd name="T18" fmla="*/ 683 w 1365"/>
                <a:gd name="T19" fmla="*/ 3708 h 3718"/>
                <a:gd name="T20" fmla="*/ 684 w 1365"/>
                <a:gd name="T21" fmla="*/ 3708 h 3718"/>
                <a:gd name="T22" fmla="*/ 1357 w 1365"/>
                <a:gd name="T23" fmla="*/ 3717 h 3718"/>
                <a:gd name="T24" fmla="*/ 1364 w 1365"/>
                <a:gd name="T25" fmla="*/ 3169 h 3718"/>
                <a:gd name="T26" fmla="*/ 960 w 1365"/>
                <a:gd name="T27" fmla="*/ 3164 h 3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65" h="3718">
                  <a:moveTo>
                    <a:pt x="960" y="3164"/>
                  </a:moveTo>
                  <a:cubicBezTo>
                    <a:pt x="960" y="3164"/>
                    <a:pt x="756" y="3164"/>
                    <a:pt x="753" y="2983"/>
                  </a:cubicBezTo>
                  <a:lnTo>
                    <a:pt x="773" y="1401"/>
                  </a:lnTo>
                  <a:lnTo>
                    <a:pt x="1336" y="1408"/>
                  </a:lnTo>
                  <a:lnTo>
                    <a:pt x="1343" y="860"/>
                  </a:lnTo>
                  <a:lnTo>
                    <a:pt x="780" y="853"/>
                  </a:lnTo>
                  <a:lnTo>
                    <a:pt x="791" y="9"/>
                  </a:lnTo>
                  <a:lnTo>
                    <a:pt x="89" y="0"/>
                  </a:lnTo>
                  <a:lnTo>
                    <a:pt x="51" y="2965"/>
                  </a:lnTo>
                  <a:cubicBezTo>
                    <a:pt x="51" y="2965"/>
                    <a:pt x="0" y="3701"/>
                    <a:pt x="683" y="3708"/>
                  </a:cubicBezTo>
                  <a:lnTo>
                    <a:pt x="684" y="3708"/>
                  </a:lnTo>
                  <a:lnTo>
                    <a:pt x="1357" y="3717"/>
                  </a:lnTo>
                  <a:lnTo>
                    <a:pt x="1364" y="3169"/>
                  </a:lnTo>
                  <a:lnTo>
                    <a:pt x="960" y="316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Date Placeholder 3">
            <a:extLst>
              <a:ext uri="{FF2B5EF4-FFF2-40B4-BE49-F238E27FC236}">
                <a16:creationId xmlns:a16="http://schemas.microsoft.com/office/drawing/2014/main" id="{88CFAB5D-8DF8-DC4E-AE40-50BD2AED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3025" y="5324388"/>
            <a:ext cx="3776460" cy="339811"/>
          </a:xfrm>
          <a:prstGeom prst="rect">
            <a:avLst/>
          </a:prstGeom>
        </p:spPr>
        <p:txBody>
          <a:bodyPr lIns="0" anchor="t" anchorCtr="0"/>
          <a:lstStyle>
            <a:lvl1pPr>
              <a:lnSpc>
                <a:spcPts val="1590"/>
              </a:lnSpc>
              <a:defRPr sz="141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8F04D76-F6B7-F043-9080-C64AD2C7E5E9}"/>
              </a:ext>
            </a:extLst>
          </p:cNvPr>
          <p:cNvSpPr/>
          <p:nvPr userDrawn="1"/>
        </p:nvSpPr>
        <p:spPr>
          <a:xfrm>
            <a:off x="7896200" y="1579573"/>
            <a:ext cx="679303" cy="6793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964689E-7EE9-49D0-98FD-C516FE886D04}"/>
              </a:ext>
            </a:extLst>
          </p:cNvPr>
          <p:cNvSpPr/>
          <p:nvPr userDrawn="1"/>
        </p:nvSpPr>
        <p:spPr>
          <a:xfrm>
            <a:off x="8314430" y="1452745"/>
            <a:ext cx="3877571" cy="3564214"/>
          </a:xfrm>
          <a:custGeom>
            <a:avLst/>
            <a:gdLst>
              <a:gd name="connsiteX0" fmla="*/ 3877571 w 3877571"/>
              <a:gd name="connsiteY0" fmla="*/ 0 h 3564214"/>
              <a:gd name="connsiteX1" fmla="*/ 3877571 w 3877571"/>
              <a:gd name="connsiteY1" fmla="*/ 1940576 h 3564214"/>
              <a:gd name="connsiteX2" fmla="*/ 1260581 w 3877571"/>
              <a:gd name="connsiteY2" fmla="*/ 3451496 h 3564214"/>
              <a:gd name="connsiteX3" fmla="*/ 112718 w 3877571"/>
              <a:gd name="connsiteY3" fmla="*/ 3143927 h 3564214"/>
              <a:gd name="connsiteX4" fmla="*/ 420287 w 3877571"/>
              <a:gd name="connsiteY4" fmla="*/ 1996064 h 3564214"/>
              <a:gd name="connsiteX5" fmla="*/ 3877571 w 3877571"/>
              <a:gd name="connsiteY5" fmla="*/ 0 h 3564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7571" h="3564214">
                <a:moveTo>
                  <a:pt x="3877571" y="0"/>
                </a:moveTo>
                <a:lnTo>
                  <a:pt x="3877571" y="1940576"/>
                </a:lnTo>
                <a:lnTo>
                  <a:pt x="1260581" y="3451496"/>
                </a:lnTo>
                <a:cubicBezTo>
                  <a:pt x="858674" y="3683537"/>
                  <a:pt x="344759" y="3545834"/>
                  <a:pt x="112718" y="3143927"/>
                </a:cubicBezTo>
                <a:cubicBezTo>
                  <a:pt x="-119323" y="2742020"/>
                  <a:pt x="18380" y="2228105"/>
                  <a:pt x="420287" y="1996064"/>
                </a:cubicBezTo>
                <a:lnTo>
                  <a:pt x="38775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A69D82D-F4A8-0C09-BDE8-275497179B2F}"/>
              </a:ext>
            </a:extLst>
          </p:cNvPr>
          <p:cNvSpPr/>
          <p:nvPr userDrawn="1"/>
        </p:nvSpPr>
        <p:spPr>
          <a:xfrm>
            <a:off x="1037508" y="5761798"/>
            <a:ext cx="2008508" cy="1096202"/>
          </a:xfrm>
          <a:custGeom>
            <a:avLst/>
            <a:gdLst>
              <a:gd name="connsiteX0" fmla="*/ 1842446 w 2008508"/>
              <a:gd name="connsiteY0" fmla="*/ 1119 h 1096202"/>
              <a:gd name="connsiteX1" fmla="*/ 1988686 w 2008508"/>
              <a:gd name="connsiteY1" fmla="*/ 73910 h 1096202"/>
              <a:gd name="connsiteX2" fmla="*/ 1934598 w 2008508"/>
              <a:gd name="connsiteY2" fmla="*/ 275769 h 1096202"/>
              <a:gd name="connsiteX3" fmla="*/ 513567 w 2008508"/>
              <a:gd name="connsiteY3" fmla="*/ 1096202 h 1096202"/>
              <a:gd name="connsiteX4" fmla="*/ 0 w 2008508"/>
              <a:gd name="connsiteY4" fmla="*/ 1096202 h 1096202"/>
              <a:gd name="connsiteX5" fmla="*/ 21295 w 2008508"/>
              <a:gd name="connsiteY5" fmla="*/ 1052561 h 1096202"/>
              <a:gd name="connsiteX6" fmla="*/ 65302 w 2008508"/>
              <a:gd name="connsiteY6" fmla="*/ 1013745 h 1096202"/>
              <a:gd name="connsiteX7" fmla="*/ 1786827 w 2008508"/>
              <a:gd name="connsiteY7" fmla="*/ 19822 h 1096202"/>
              <a:gd name="connsiteX8" fmla="*/ 1842446 w 2008508"/>
              <a:gd name="connsiteY8" fmla="*/ 1119 h 1096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08508" h="1096202">
                <a:moveTo>
                  <a:pt x="1842446" y="1119"/>
                </a:moveTo>
                <a:cubicBezTo>
                  <a:pt x="1899595" y="-5972"/>
                  <a:pt x="1958082" y="20901"/>
                  <a:pt x="1988686" y="73910"/>
                </a:cubicBezTo>
                <a:cubicBezTo>
                  <a:pt x="2029492" y="144588"/>
                  <a:pt x="2005276" y="234963"/>
                  <a:pt x="1934598" y="275769"/>
                </a:cubicBezTo>
                <a:lnTo>
                  <a:pt x="513567" y="1096202"/>
                </a:lnTo>
                <a:lnTo>
                  <a:pt x="0" y="1096202"/>
                </a:lnTo>
                <a:lnTo>
                  <a:pt x="21295" y="1052561"/>
                </a:lnTo>
                <a:cubicBezTo>
                  <a:pt x="32867" y="1037246"/>
                  <a:pt x="47633" y="1023946"/>
                  <a:pt x="65302" y="1013745"/>
                </a:cubicBezTo>
                <a:lnTo>
                  <a:pt x="1786827" y="19822"/>
                </a:lnTo>
                <a:cubicBezTo>
                  <a:pt x="1804497" y="9620"/>
                  <a:pt x="1823397" y="3483"/>
                  <a:pt x="1842446" y="111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B9527888-138C-1DCB-F072-9F8722955737}"/>
              </a:ext>
            </a:extLst>
          </p:cNvPr>
          <p:cNvSpPr/>
          <p:nvPr userDrawn="1"/>
        </p:nvSpPr>
        <p:spPr>
          <a:xfrm>
            <a:off x="8701985" y="6509572"/>
            <a:ext cx="712403" cy="348429"/>
          </a:xfrm>
          <a:custGeom>
            <a:avLst/>
            <a:gdLst>
              <a:gd name="connsiteX0" fmla="*/ 615872 w 712403"/>
              <a:gd name="connsiteY0" fmla="*/ 650 h 348429"/>
              <a:gd name="connsiteX1" fmla="*/ 700881 w 712403"/>
              <a:gd name="connsiteY1" fmla="*/ 42964 h 348429"/>
              <a:gd name="connsiteX2" fmla="*/ 669440 w 712403"/>
              <a:gd name="connsiteY2" fmla="*/ 160305 h 348429"/>
              <a:gd name="connsiteX3" fmla="*/ 343599 w 712403"/>
              <a:gd name="connsiteY3" fmla="*/ 348429 h 348429"/>
              <a:gd name="connsiteX4" fmla="*/ 0 w 712403"/>
              <a:gd name="connsiteY4" fmla="*/ 348429 h 348429"/>
              <a:gd name="connsiteX5" fmla="*/ 583540 w 712403"/>
              <a:gd name="connsiteY5" fmla="*/ 11522 h 348429"/>
              <a:gd name="connsiteX6" fmla="*/ 615872 w 712403"/>
              <a:gd name="connsiteY6" fmla="*/ 650 h 348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2403" h="348429">
                <a:moveTo>
                  <a:pt x="615872" y="650"/>
                </a:moveTo>
                <a:cubicBezTo>
                  <a:pt x="649092" y="-3472"/>
                  <a:pt x="683091" y="12150"/>
                  <a:pt x="700881" y="42964"/>
                </a:cubicBezTo>
                <a:cubicBezTo>
                  <a:pt x="724602" y="84049"/>
                  <a:pt x="710525" y="136585"/>
                  <a:pt x="669440" y="160305"/>
                </a:cubicBezTo>
                <a:lnTo>
                  <a:pt x="343599" y="348429"/>
                </a:lnTo>
                <a:lnTo>
                  <a:pt x="0" y="348429"/>
                </a:lnTo>
                <a:lnTo>
                  <a:pt x="583540" y="11522"/>
                </a:lnTo>
                <a:cubicBezTo>
                  <a:pt x="593811" y="5592"/>
                  <a:pt x="604798" y="2024"/>
                  <a:pt x="615872" y="65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A530570-2CCA-FF2B-6ED6-9D008B0F41BB}"/>
              </a:ext>
            </a:extLst>
          </p:cNvPr>
          <p:cNvSpPr/>
          <p:nvPr userDrawn="1"/>
        </p:nvSpPr>
        <p:spPr>
          <a:xfrm>
            <a:off x="5347354" y="0"/>
            <a:ext cx="1040194" cy="808966"/>
          </a:xfrm>
          <a:custGeom>
            <a:avLst/>
            <a:gdLst>
              <a:gd name="connsiteX0" fmla="*/ 87781 w 1040194"/>
              <a:gd name="connsiteY0" fmla="*/ 0 h 808966"/>
              <a:gd name="connsiteX1" fmla="*/ 345301 w 1040194"/>
              <a:gd name="connsiteY1" fmla="*/ 0 h 808966"/>
              <a:gd name="connsiteX2" fmla="*/ 330676 w 1040194"/>
              <a:gd name="connsiteY2" fmla="*/ 7938 h 808966"/>
              <a:gd name="connsiteX3" fmla="*/ 181306 w 1040194"/>
              <a:gd name="connsiteY3" fmla="*/ 288869 h 808966"/>
              <a:gd name="connsiteX4" fmla="*/ 520097 w 1040194"/>
              <a:gd name="connsiteY4" fmla="*/ 627660 h 808966"/>
              <a:gd name="connsiteX5" fmla="*/ 858888 w 1040194"/>
              <a:gd name="connsiteY5" fmla="*/ 288869 h 808966"/>
              <a:gd name="connsiteX6" fmla="*/ 709518 w 1040194"/>
              <a:gd name="connsiteY6" fmla="*/ 7938 h 808966"/>
              <a:gd name="connsiteX7" fmla="*/ 694894 w 1040194"/>
              <a:gd name="connsiteY7" fmla="*/ 0 h 808966"/>
              <a:gd name="connsiteX8" fmla="*/ 952413 w 1040194"/>
              <a:gd name="connsiteY8" fmla="*/ 0 h 808966"/>
              <a:gd name="connsiteX9" fmla="*/ 999322 w 1040194"/>
              <a:gd name="connsiteY9" fmla="*/ 86424 h 808966"/>
              <a:gd name="connsiteX10" fmla="*/ 1040194 w 1040194"/>
              <a:gd name="connsiteY10" fmla="*/ 288869 h 808966"/>
              <a:gd name="connsiteX11" fmla="*/ 520097 w 1040194"/>
              <a:gd name="connsiteY11" fmla="*/ 808966 h 808966"/>
              <a:gd name="connsiteX12" fmla="*/ 0 w 1040194"/>
              <a:gd name="connsiteY12" fmla="*/ 288869 h 808966"/>
              <a:gd name="connsiteX13" fmla="*/ 40872 w 1040194"/>
              <a:gd name="connsiteY13" fmla="*/ 86424 h 808966"/>
              <a:gd name="connsiteX14" fmla="*/ 87781 w 1040194"/>
              <a:gd name="connsiteY14" fmla="*/ 0 h 808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40194" h="808966">
                <a:moveTo>
                  <a:pt x="87781" y="0"/>
                </a:moveTo>
                <a:lnTo>
                  <a:pt x="345301" y="0"/>
                </a:lnTo>
                <a:lnTo>
                  <a:pt x="330676" y="7938"/>
                </a:lnTo>
                <a:cubicBezTo>
                  <a:pt x="240557" y="68821"/>
                  <a:pt x="181306" y="171926"/>
                  <a:pt x="181306" y="288869"/>
                </a:cubicBezTo>
                <a:cubicBezTo>
                  <a:pt x="181306" y="475978"/>
                  <a:pt x="332988" y="627660"/>
                  <a:pt x="520097" y="627660"/>
                </a:cubicBezTo>
                <a:cubicBezTo>
                  <a:pt x="707206" y="627660"/>
                  <a:pt x="858888" y="475978"/>
                  <a:pt x="858888" y="288869"/>
                </a:cubicBezTo>
                <a:cubicBezTo>
                  <a:pt x="858888" y="171926"/>
                  <a:pt x="799637" y="68821"/>
                  <a:pt x="709518" y="7938"/>
                </a:cubicBezTo>
                <a:lnTo>
                  <a:pt x="694894" y="0"/>
                </a:lnTo>
                <a:lnTo>
                  <a:pt x="952413" y="0"/>
                </a:lnTo>
                <a:lnTo>
                  <a:pt x="999322" y="86424"/>
                </a:lnTo>
                <a:cubicBezTo>
                  <a:pt x="1025641" y="148647"/>
                  <a:pt x="1040194" y="217059"/>
                  <a:pt x="1040194" y="288869"/>
                </a:cubicBezTo>
                <a:cubicBezTo>
                  <a:pt x="1040194" y="576111"/>
                  <a:pt x="807339" y="808966"/>
                  <a:pt x="520097" y="808966"/>
                </a:cubicBezTo>
                <a:cubicBezTo>
                  <a:pt x="232855" y="808966"/>
                  <a:pt x="0" y="576111"/>
                  <a:pt x="0" y="288869"/>
                </a:cubicBezTo>
                <a:cubicBezTo>
                  <a:pt x="0" y="217059"/>
                  <a:pt x="14554" y="148647"/>
                  <a:pt x="40872" y="86424"/>
                </a:cubicBezTo>
                <a:lnTo>
                  <a:pt x="877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681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8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8">
            <a:extLst>
              <a:ext uri="{FF2B5EF4-FFF2-40B4-BE49-F238E27FC236}">
                <a16:creationId xmlns:a16="http://schemas.microsoft.com/office/drawing/2014/main" id="{D9F1C482-1288-B2B7-2860-558517B0E5D1}"/>
              </a:ext>
            </a:extLst>
          </p:cNvPr>
          <p:cNvSpPr/>
          <p:nvPr userDrawn="1"/>
        </p:nvSpPr>
        <p:spPr>
          <a:xfrm rot="3600000">
            <a:off x="8596483" y="1360165"/>
            <a:ext cx="1129507" cy="588762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95682D0-6495-8068-0556-3FBF7FCD9952}"/>
              </a:ext>
            </a:extLst>
          </p:cNvPr>
          <p:cNvSpPr/>
          <p:nvPr userDrawn="1"/>
        </p:nvSpPr>
        <p:spPr>
          <a:xfrm>
            <a:off x="6096001" y="1351668"/>
            <a:ext cx="808791" cy="80878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2FA78D9-FBEC-6647-B4AE-FB2C3D63CFC9}"/>
              </a:ext>
            </a:extLst>
          </p:cNvPr>
          <p:cNvGrpSpPr/>
          <p:nvPr userDrawn="1"/>
        </p:nvGrpSpPr>
        <p:grpSpPr>
          <a:xfrm>
            <a:off x="471601" y="443753"/>
            <a:ext cx="1087896" cy="425720"/>
            <a:chOff x="3562350" y="3567113"/>
            <a:chExt cx="3476625" cy="1360487"/>
          </a:xfrm>
          <a:solidFill>
            <a:schemeClr val="accent1"/>
          </a:solidFill>
        </p:grpSpPr>
        <p:sp>
          <p:nvSpPr>
            <p:cNvPr id="37" name="Freeform 1">
              <a:extLst>
                <a:ext uri="{FF2B5EF4-FFF2-40B4-BE49-F238E27FC236}">
                  <a16:creationId xmlns:a16="http://schemas.microsoft.com/office/drawing/2014/main" id="{11730C9D-A94E-BD4B-B2EF-25858D9C3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0113" y="3800475"/>
              <a:ext cx="1136650" cy="1127125"/>
            </a:xfrm>
            <a:custGeom>
              <a:avLst/>
              <a:gdLst>
                <a:gd name="T0" fmla="*/ 10 w 3158"/>
                <a:gd name="T1" fmla="*/ 1539 h 3130"/>
                <a:gd name="T2" fmla="*/ 1599 w 3158"/>
                <a:gd name="T3" fmla="*/ 13 h 3130"/>
                <a:gd name="T4" fmla="*/ 3148 w 3158"/>
                <a:gd name="T5" fmla="*/ 1584 h 3130"/>
                <a:gd name="T6" fmla="*/ 1560 w 3158"/>
                <a:gd name="T7" fmla="*/ 3116 h 3130"/>
                <a:gd name="T8" fmla="*/ 10 w 3158"/>
                <a:gd name="T9" fmla="*/ 1545 h 3130"/>
                <a:gd name="T10" fmla="*/ 10 w 3158"/>
                <a:gd name="T11" fmla="*/ 1539 h 3130"/>
                <a:gd name="T12" fmla="*/ 711 w 3158"/>
                <a:gd name="T13" fmla="*/ 1553 h 3130"/>
                <a:gd name="T14" fmla="*/ 1568 w 3158"/>
                <a:gd name="T15" fmla="*/ 2456 h 3130"/>
                <a:gd name="T16" fmla="*/ 2446 w 3158"/>
                <a:gd name="T17" fmla="*/ 1570 h 3130"/>
                <a:gd name="T18" fmla="*/ 1591 w 3158"/>
                <a:gd name="T19" fmla="*/ 662 h 3130"/>
                <a:gd name="T20" fmla="*/ 712 w 3158"/>
                <a:gd name="T21" fmla="*/ 1548 h 3130"/>
                <a:gd name="T22" fmla="*/ 711 w 3158"/>
                <a:gd name="T23" fmla="*/ 1553 h 3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58" h="3130">
                  <a:moveTo>
                    <a:pt x="10" y="1539"/>
                  </a:moveTo>
                  <a:cubicBezTo>
                    <a:pt x="19" y="790"/>
                    <a:pt x="578" y="0"/>
                    <a:pt x="1599" y="13"/>
                  </a:cubicBezTo>
                  <a:cubicBezTo>
                    <a:pt x="2619" y="26"/>
                    <a:pt x="3157" y="830"/>
                    <a:pt x="3148" y="1584"/>
                  </a:cubicBezTo>
                  <a:cubicBezTo>
                    <a:pt x="3138" y="2341"/>
                    <a:pt x="2579" y="3129"/>
                    <a:pt x="1560" y="3116"/>
                  </a:cubicBezTo>
                  <a:cubicBezTo>
                    <a:pt x="539" y="3104"/>
                    <a:pt x="0" y="2302"/>
                    <a:pt x="10" y="1545"/>
                  </a:cubicBezTo>
                  <a:lnTo>
                    <a:pt x="10" y="1539"/>
                  </a:lnTo>
                  <a:close/>
                  <a:moveTo>
                    <a:pt x="711" y="1553"/>
                  </a:moveTo>
                  <a:cubicBezTo>
                    <a:pt x="705" y="2065"/>
                    <a:pt x="1089" y="2451"/>
                    <a:pt x="1568" y="2456"/>
                  </a:cubicBezTo>
                  <a:cubicBezTo>
                    <a:pt x="2047" y="2462"/>
                    <a:pt x="2440" y="2087"/>
                    <a:pt x="2446" y="1570"/>
                  </a:cubicBezTo>
                  <a:cubicBezTo>
                    <a:pt x="2453" y="1054"/>
                    <a:pt x="2070" y="669"/>
                    <a:pt x="1591" y="662"/>
                  </a:cubicBezTo>
                  <a:cubicBezTo>
                    <a:pt x="1112" y="656"/>
                    <a:pt x="718" y="1032"/>
                    <a:pt x="712" y="1548"/>
                  </a:cubicBezTo>
                  <a:lnTo>
                    <a:pt x="711" y="155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2">
              <a:extLst>
                <a:ext uri="{FF2B5EF4-FFF2-40B4-BE49-F238E27FC236}">
                  <a16:creationId xmlns:a16="http://schemas.microsoft.com/office/drawing/2014/main" id="{0D6CA37C-4409-CE49-B01C-412025F58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9000" y="3567113"/>
              <a:ext cx="455613" cy="1338262"/>
            </a:xfrm>
            <a:custGeom>
              <a:avLst/>
              <a:gdLst>
                <a:gd name="T0" fmla="*/ 971 w 1264"/>
                <a:gd name="T1" fmla="*/ 3165 h 3717"/>
                <a:gd name="T2" fmla="*/ 765 w 1264"/>
                <a:gd name="T3" fmla="*/ 2983 h 3717"/>
                <a:gd name="T4" fmla="*/ 803 w 1264"/>
                <a:gd name="T5" fmla="*/ 9 h 3717"/>
                <a:gd name="T6" fmla="*/ 101 w 1264"/>
                <a:gd name="T7" fmla="*/ 0 h 3717"/>
                <a:gd name="T8" fmla="*/ 64 w 1264"/>
                <a:gd name="T9" fmla="*/ 2965 h 3717"/>
                <a:gd name="T10" fmla="*/ 696 w 1264"/>
                <a:gd name="T11" fmla="*/ 3708 h 3717"/>
                <a:gd name="T12" fmla="*/ 696 w 1264"/>
                <a:gd name="T13" fmla="*/ 3709 h 3717"/>
                <a:gd name="T14" fmla="*/ 1256 w 1264"/>
                <a:gd name="T15" fmla="*/ 3716 h 3717"/>
                <a:gd name="T16" fmla="*/ 1263 w 1264"/>
                <a:gd name="T17" fmla="*/ 3168 h 3717"/>
                <a:gd name="T18" fmla="*/ 971 w 1264"/>
                <a:gd name="T19" fmla="*/ 3165 h 3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4" h="3717">
                  <a:moveTo>
                    <a:pt x="971" y="3165"/>
                  </a:moveTo>
                  <a:cubicBezTo>
                    <a:pt x="971" y="3165"/>
                    <a:pt x="768" y="3164"/>
                    <a:pt x="765" y="2983"/>
                  </a:cubicBezTo>
                  <a:lnTo>
                    <a:pt x="803" y="9"/>
                  </a:lnTo>
                  <a:lnTo>
                    <a:pt x="101" y="0"/>
                  </a:lnTo>
                  <a:lnTo>
                    <a:pt x="64" y="2965"/>
                  </a:lnTo>
                  <a:cubicBezTo>
                    <a:pt x="64" y="2965"/>
                    <a:pt x="0" y="3699"/>
                    <a:pt x="696" y="3708"/>
                  </a:cubicBezTo>
                  <a:lnTo>
                    <a:pt x="696" y="3709"/>
                  </a:lnTo>
                  <a:lnTo>
                    <a:pt x="1256" y="3716"/>
                  </a:lnTo>
                  <a:lnTo>
                    <a:pt x="1263" y="3168"/>
                  </a:lnTo>
                  <a:lnTo>
                    <a:pt x="971" y="316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">
              <a:extLst>
                <a:ext uri="{FF2B5EF4-FFF2-40B4-BE49-F238E27FC236}">
                  <a16:creationId xmlns:a16="http://schemas.microsoft.com/office/drawing/2014/main" id="{256B5891-349E-694A-86BC-0EB0DB8D5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350" y="3786188"/>
              <a:ext cx="1069975" cy="1127125"/>
            </a:xfrm>
            <a:custGeom>
              <a:avLst/>
              <a:gdLst>
                <a:gd name="T0" fmla="*/ 2366 w 2971"/>
                <a:gd name="T1" fmla="*/ 1976 h 3132"/>
                <a:gd name="T2" fmla="*/ 1569 w 2971"/>
                <a:gd name="T3" fmla="*/ 2468 h 3132"/>
                <a:gd name="T4" fmla="*/ 716 w 2971"/>
                <a:gd name="T5" fmla="*/ 1556 h 3132"/>
                <a:gd name="T6" fmla="*/ 966 w 2971"/>
                <a:gd name="T7" fmla="*/ 910 h 3132"/>
                <a:gd name="T8" fmla="*/ 1593 w 2971"/>
                <a:gd name="T9" fmla="*/ 667 h 3132"/>
                <a:gd name="T10" fmla="*/ 2376 w 2971"/>
                <a:gd name="T11" fmla="*/ 1201 h 3132"/>
                <a:gd name="T12" fmla="*/ 2970 w 2971"/>
                <a:gd name="T13" fmla="*/ 871 h 3132"/>
                <a:gd name="T14" fmla="*/ 1576 w 2971"/>
                <a:gd name="T15" fmla="*/ 12 h 3132"/>
                <a:gd name="T16" fmla="*/ 11 w 2971"/>
                <a:gd name="T17" fmla="*/ 1545 h 3132"/>
                <a:gd name="T18" fmla="*/ 1559 w 2971"/>
                <a:gd name="T19" fmla="*/ 3123 h 3132"/>
                <a:gd name="T20" fmla="*/ 2950 w 2971"/>
                <a:gd name="T21" fmla="*/ 2314 h 3132"/>
                <a:gd name="T22" fmla="*/ 2379 w 2971"/>
                <a:gd name="T23" fmla="*/ 1977 h 3132"/>
                <a:gd name="T24" fmla="*/ 2366 w 2971"/>
                <a:gd name="T25" fmla="*/ 1976 h 3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71" h="3132">
                  <a:moveTo>
                    <a:pt x="2366" y="1976"/>
                  </a:moveTo>
                  <a:cubicBezTo>
                    <a:pt x="2256" y="2216"/>
                    <a:pt x="2006" y="2472"/>
                    <a:pt x="1569" y="2468"/>
                  </a:cubicBezTo>
                  <a:cubicBezTo>
                    <a:pt x="1072" y="2462"/>
                    <a:pt x="710" y="2081"/>
                    <a:pt x="716" y="1556"/>
                  </a:cubicBezTo>
                  <a:cubicBezTo>
                    <a:pt x="720" y="1300"/>
                    <a:pt x="815" y="1064"/>
                    <a:pt x="966" y="910"/>
                  </a:cubicBezTo>
                  <a:cubicBezTo>
                    <a:pt x="1138" y="742"/>
                    <a:pt x="1337" y="657"/>
                    <a:pt x="1593" y="667"/>
                  </a:cubicBezTo>
                  <a:cubicBezTo>
                    <a:pt x="1976" y="670"/>
                    <a:pt x="2254" y="891"/>
                    <a:pt x="2376" y="1201"/>
                  </a:cubicBezTo>
                  <a:lnTo>
                    <a:pt x="2970" y="871"/>
                  </a:lnTo>
                  <a:cubicBezTo>
                    <a:pt x="2716" y="350"/>
                    <a:pt x="2184" y="19"/>
                    <a:pt x="1576" y="12"/>
                  </a:cubicBezTo>
                  <a:cubicBezTo>
                    <a:pt x="696" y="0"/>
                    <a:pt x="22" y="683"/>
                    <a:pt x="11" y="1545"/>
                  </a:cubicBezTo>
                  <a:cubicBezTo>
                    <a:pt x="0" y="2384"/>
                    <a:pt x="634" y="3111"/>
                    <a:pt x="1559" y="3123"/>
                  </a:cubicBezTo>
                  <a:cubicBezTo>
                    <a:pt x="2184" y="3131"/>
                    <a:pt x="2691" y="2793"/>
                    <a:pt x="2950" y="2314"/>
                  </a:cubicBezTo>
                  <a:lnTo>
                    <a:pt x="2379" y="1977"/>
                  </a:lnTo>
                  <a:lnTo>
                    <a:pt x="2366" y="197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706896CB-4F68-DF47-9241-9F89A8304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6850" y="3575050"/>
              <a:ext cx="492125" cy="1338263"/>
            </a:xfrm>
            <a:custGeom>
              <a:avLst/>
              <a:gdLst>
                <a:gd name="T0" fmla="*/ 960 w 1365"/>
                <a:gd name="T1" fmla="*/ 3164 h 3718"/>
                <a:gd name="T2" fmla="*/ 753 w 1365"/>
                <a:gd name="T3" fmla="*/ 2983 h 3718"/>
                <a:gd name="T4" fmla="*/ 773 w 1365"/>
                <a:gd name="T5" fmla="*/ 1401 h 3718"/>
                <a:gd name="T6" fmla="*/ 1336 w 1365"/>
                <a:gd name="T7" fmla="*/ 1408 h 3718"/>
                <a:gd name="T8" fmla="*/ 1343 w 1365"/>
                <a:gd name="T9" fmla="*/ 860 h 3718"/>
                <a:gd name="T10" fmla="*/ 780 w 1365"/>
                <a:gd name="T11" fmla="*/ 853 h 3718"/>
                <a:gd name="T12" fmla="*/ 791 w 1365"/>
                <a:gd name="T13" fmla="*/ 9 h 3718"/>
                <a:gd name="T14" fmla="*/ 89 w 1365"/>
                <a:gd name="T15" fmla="*/ 0 h 3718"/>
                <a:gd name="T16" fmla="*/ 51 w 1365"/>
                <a:gd name="T17" fmla="*/ 2965 h 3718"/>
                <a:gd name="T18" fmla="*/ 683 w 1365"/>
                <a:gd name="T19" fmla="*/ 3708 h 3718"/>
                <a:gd name="T20" fmla="*/ 684 w 1365"/>
                <a:gd name="T21" fmla="*/ 3708 h 3718"/>
                <a:gd name="T22" fmla="*/ 1357 w 1365"/>
                <a:gd name="T23" fmla="*/ 3717 h 3718"/>
                <a:gd name="T24" fmla="*/ 1364 w 1365"/>
                <a:gd name="T25" fmla="*/ 3169 h 3718"/>
                <a:gd name="T26" fmla="*/ 960 w 1365"/>
                <a:gd name="T27" fmla="*/ 3164 h 3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65" h="3718">
                  <a:moveTo>
                    <a:pt x="960" y="3164"/>
                  </a:moveTo>
                  <a:cubicBezTo>
                    <a:pt x="960" y="3164"/>
                    <a:pt x="756" y="3164"/>
                    <a:pt x="753" y="2983"/>
                  </a:cubicBezTo>
                  <a:lnTo>
                    <a:pt x="773" y="1401"/>
                  </a:lnTo>
                  <a:lnTo>
                    <a:pt x="1336" y="1408"/>
                  </a:lnTo>
                  <a:lnTo>
                    <a:pt x="1343" y="860"/>
                  </a:lnTo>
                  <a:lnTo>
                    <a:pt x="780" y="853"/>
                  </a:lnTo>
                  <a:lnTo>
                    <a:pt x="791" y="9"/>
                  </a:lnTo>
                  <a:lnTo>
                    <a:pt x="89" y="0"/>
                  </a:lnTo>
                  <a:lnTo>
                    <a:pt x="51" y="2965"/>
                  </a:lnTo>
                  <a:cubicBezTo>
                    <a:pt x="51" y="2965"/>
                    <a:pt x="0" y="3701"/>
                    <a:pt x="683" y="3708"/>
                  </a:cubicBezTo>
                  <a:lnTo>
                    <a:pt x="684" y="3708"/>
                  </a:lnTo>
                  <a:lnTo>
                    <a:pt x="1357" y="3717"/>
                  </a:lnTo>
                  <a:lnTo>
                    <a:pt x="1364" y="3169"/>
                  </a:lnTo>
                  <a:lnTo>
                    <a:pt x="960" y="316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A56B6727-99D1-D244-9A76-40B6543CB98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343025" y="2286000"/>
            <a:ext cx="5616575" cy="1884008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80000"/>
              </a:lnSpc>
              <a:buFont typeface="Arial" panose="020B0604020202020204" pitchFamily="34" charset="0"/>
              <a:buNone/>
              <a:defRPr sz="5400" b="1" i="0" baseline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Title Slide</a:t>
            </a:r>
            <a:endParaRPr lang="en-GB" noProof="0"/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0CD6DA37-4216-B841-81F4-5F83B94D2B0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343025" y="4170008"/>
            <a:ext cx="5597668" cy="1154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4" name="Date Placeholder 3">
            <a:extLst>
              <a:ext uri="{FF2B5EF4-FFF2-40B4-BE49-F238E27FC236}">
                <a16:creationId xmlns:a16="http://schemas.microsoft.com/office/drawing/2014/main" id="{CCC08D39-FA48-5C4B-A180-FEC3AA1B5B5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1343025" y="5324388"/>
            <a:ext cx="3776460" cy="339811"/>
          </a:xfrm>
          <a:prstGeom prst="rect">
            <a:avLst/>
          </a:prstGeom>
        </p:spPr>
        <p:txBody>
          <a:bodyPr lIns="0" anchor="t" anchorCtr="0"/>
          <a:lstStyle>
            <a:lvl1pPr>
              <a:lnSpc>
                <a:spcPts val="1590"/>
              </a:lnSpc>
              <a:defRPr sz="141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C369636-BE0B-4832-DD61-0F9CFE751E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44347" y="785813"/>
            <a:ext cx="4993541" cy="4993842"/>
          </a:xfrm>
          <a:custGeom>
            <a:avLst/>
            <a:gdLst>
              <a:gd name="connsiteX0" fmla="*/ 2495994 w 4993541"/>
              <a:gd name="connsiteY0" fmla="*/ 0 h 4993842"/>
              <a:gd name="connsiteX1" fmla="*/ 2497896 w 4993541"/>
              <a:gd name="connsiteY1" fmla="*/ 0 h 4993842"/>
              <a:gd name="connsiteX2" fmla="*/ 2752243 w 4993541"/>
              <a:gd name="connsiteY2" fmla="*/ 12844 h 4993842"/>
              <a:gd name="connsiteX3" fmla="*/ 4980999 w 4993541"/>
              <a:gd name="connsiteY3" fmla="*/ 2241599 h 4993842"/>
              <a:gd name="connsiteX4" fmla="*/ 4993541 w 4993541"/>
              <a:gd name="connsiteY4" fmla="*/ 2489985 h 4993842"/>
              <a:gd name="connsiteX5" fmla="*/ 4993541 w 4993541"/>
              <a:gd name="connsiteY5" fmla="*/ 2503809 h 4993842"/>
              <a:gd name="connsiteX6" fmla="*/ 4980999 w 4993541"/>
              <a:gd name="connsiteY6" fmla="*/ 2752195 h 4993842"/>
              <a:gd name="connsiteX7" fmla="*/ 2496945 w 4993541"/>
              <a:gd name="connsiteY7" fmla="*/ 4993842 h 4993842"/>
              <a:gd name="connsiteX8" fmla="*/ 0 w 4993541"/>
              <a:gd name="connsiteY8" fmla="*/ 2496897 h 4993842"/>
              <a:gd name="connsiteX9" fmla="*/ 266311 w 4993541"/>
              <a:gd name="connsiteY9" fmla="*/ 1373641 h 4993842"/>
              <a:gd name="connsiteX10" fmla="*/ 287146 w 4993541"/>
              <a:gd name="connsiteY10" fmla="*/ 1336627 h 4993842"/>
              <a:gd name="connsiteX11" fmla="*/ 298641 w 4993541"/>
              <a:gd name="connsiteY11" fmla="*/ 1342866 h 4993842"/>
              <a:gd name="connsiteX12" fmla="*/ 456050 w 4993541"/>
              <a:gd name="connsiteY12" fmla="*/ 1374645 h 4993842"/>
              <a:gd name="connsiteX13" fmla="*/ 860446 w 4993541"/>
              <a:gd name="connsiteY13" fmla="*/ 970250 h 4993842"/>
              <a:gd name="connsiteX14" fmla="*/ 791382 w 4993541"/>
              <a:gd name="connsiteY14" fmla="*/ 744149 h 4993842"/>
              <a:gd name="connsiteX15" fmla="*/ 759950 w 4993541"/>
              <a:gd name="connsiteY15" fmla="*/ 706053 h 4993842"/>
              <a:gd name="connsiteX16" fmla="*/ 807001 w 4993541"/>
              <a:gd name="connsiteY16" fmla="*/ 658722 h 4993842"/>
              <a:gd name="connsiteX17" fmla="*/ 2241647 w 4993541"/>
              <a:gd name="connsiteY17" fmla="*/ 12844 h 499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993541" h="4993842">
                <a:moveTo>
                  <a:pt x="2495994" y="0"/>
                </a:moveTo>
                <a:lnTo>
                  <a:pt x="2497896" y="0"/>
                </a:lnTo>
                <a:lnTo>
                  <a:pt x="2752243" y="12844"/>
                </a:lnTo>
                <a:cubicBezTo>
                  <a:pt x="3927403" y="132187"/>
                  <a:pt x="4861655" y="1066439"/>
                  <a:pt x="4980999" y="2241599"/>
                </a:cubicBezTo>
                <a:lnTo>
                  <a:pt x="4993541" y="2489985"/>
                </a:lnTo>
                <a:lnTo>
                  <a:pt x="4993541" y="2503809"/>
                </a:lnTo>
                <a:lnTo>
                  <a:pt x="4980999" y="2752195"/>
                </a:lnTo>
                <a:cubicBezTo>
                  <a:pt x="4853130" y="4011295"/>
                  <a:pt x="3789781" y="4993842"/>
                  <a:pt x="2496945" y="4993842"/>
                </a:cubicBezTo>
                <a:cubicBezTo>
                  <a:pt x="1117920" y="4993842"/>
                  <a:pt x="0" y="3875922"/>
                  <a:pt x="0" y="2496897"/>
                </a:cubicBezTo>
                <a:cubicBezTo>
                  <a:pt x="0" y="2092886"/>
                  <a:pt x="95952" y="1711286"/>
                  <a:pt x="266311" y="1373641"/>
                </a:cubicBezTo>
                <a:lnTo>
                  <a:pt x="287146" y="1336627"/>
                </a:lnTo>
                <a:lnTo>
                  <a:pt x="298641" y="1342866"/>
                </a:lnTo>
                <a:cubicBezTo>
                  <a:pt x="347022" y="1363329"/>
                  <a:pt x="400215" y="1374645"/>
                  <a:pt x="456050" y="1374645"/>
                </a:cubicBezTo>
                <a:cubicBezTo>
                  <a:pt x="679392" y="1374645"/>
                  <a:pt x="860446" y="1193591"/>
                  <a:pt x="860446" y="970250"/>
                </a:cubicBezTo>
                <a:cubicBezTo>
                  <a:pt x="860446" y="886497"/>
                  <a:pt x="834986" y="808691"/>
                  <a:pt x="791382" y="744149"/>
                </a:cubicBezTo>
                <a:lnTo>
                  <a:pt x="759950" y="706053"/>
                </a:lnTo>
                <a:lnTo>
                  <a:pt x="807001" y="658722"/>
                </a:lnTo>
                <a:cubicBezTo>
                  <a:pt x="1192869" y="303786"/>
                  <a:pt x="1690791" y="68786"/>
                  <a:pt x="2241647" y="12844"/>
                </a:cubicBezTo>
                <a:close/>
              </a:path>
            </a:pathLst>
          </a:cu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wrap="square" bIns="468000" anchor="ctr" anchorCtr="0">
            <a:noAutofit/>
          </a:bodyPr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2D7EF32-9798-31F2-1B0E-2285FBDDFCF0}"/>
              </a:ext>
            </a:extLst>
          </p:cNvPr>
          <p:cNvSpPr/>
          <p:nvPr userDrawn="1"/>
        </p:nvSpPr>
        <p:spPr>
          <a:xfrm>
            <a:off x="0" y="1865027"/>
            <a:ext cx="387626" cy="1417110"/>
          </a:xfrm>
          <a:custGeom>
            <a:avLst/>
            <a:gdLst>
              <a:gd name="connsiteX0" fmla="*/ 0 w 387626"/>
              <a:gd name="connsiteY0" fmla="*/ 0 h 1417110"/>
              <a:gd name="connsiteX1" fmla="*/ 15307 w 387626"/>
              <a:gd name="connsiteY1" fmla="*/ 8308 h 1417110"/>
              <a:gd name="connsiteX2" fmla="*/ 387626 w 387626"/>
              <a:gd name="connsiteY2" fmla="*/ 708555 h 1417110"/>
              <a:gd name="connsiteX3" fmla="*/ 15307 w 387626"/>
              <a:gd name="connsiteY3" fmla="*/ 1408802 h 1417110"/>
              <a:gd name="connsiteX4" fmla="*/ 0 w 387626"/>
              <a:gd name="connsiteY4" fmla="*/ 1417110 h 1417110"/>
              <a:gd name="connsiteX5" fmla="*/ 0 w 387626"/>
              <a:gd name="connsiteY5" fmla="*/ 0 h 1417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626" h="1417110">
                <a:moveTo>
                  <a:pt x="0" y="0"/>
                </a:moveTo>
                <a:lnTo>
                  <a:pt x="15307" y="8308"/>
                </a:lnTo>
                <a:cubicBezTo>
                  <a:pt x="239938" y="160065"/>
                  <a:pt x="387626" y="417063"/>
                  <a:pt x="387626" y="708555"/>
                </a:cubicBezTo>
                <a:cubicBezTo>
                  <a:pt x="387626" y="1000047"/>
                  <a:pt x="239938" y="1257045"/>
                  <a:pt x="15307" y="1408802"/>
                </a:cubicBezTo>
                <a:lnTo>
                  <a:pt x="0" y="14171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CC96207-4E0A-01C6-F560-1E6606C37EBA}"/>
              </a:ext>
            </a:extLst>
          </p:cNvPr>
          <p:cNvSpPr/>
          <p:nvPr userDrawn="1"/>
        </p:nvSpPr>
        <p:spPr>
          <a:xfrm>
            <a:off x="3498516" y="1"/>
            <a:ext cx="799236" cy="407389"/>
          </a:xfrm>
          <a:custGeom>
            <a:avLst/>
            <a:gdLst>
              <a:gd name="connsiteX0" fmla="*/ 434065 w 799236"/>
              <a:gd name="connsiteY0" fmla="*/ 0 h 407389"/>
              <a:gd name="connsiteX1" fmla="*/ 799236 w 799236"/>
              <a:gd name="connsiteY1" fmla="*/ 0 h 407389"/>
              <a:gd name="connsiteX2" fmla="*/ 792656 w 799236"/>
              <a:gd name="connsiteY2" fmla="*/ 13484 h 407389"/>
              <a:gd name="connsiteX3" fmla="*/ 763056 w 799236"/>
              <a:gd name="connsiteY3" fmla="*/ 39593 h 407389"/>
              <a:gd name="connsiteX4" fmla="*/ 149104 w 799236"/>
              <a:gd name="connsiteY4" fmla="*/ 394057 h 407389"/>
              <a:gd name="connsiteX5" fmla="*/ 13332 w 799236"/>
              <a:gd name="connsiteY5" fmla="*/ 357677 h 407389"/>
              <a:gd name="connsiteX6" fmla="*/ 13334 w 799236"/>
              <a:gd name="connsiteY6" fmla="*/ 357677 h 407389"/>
              <a:gd name="connsiteX7" fmla="*/ 49714 w 799236"/>
              <a:gd name="connsiteY7" fmla="*/ 221905 h 407389"/>
              <a:gd name="connsiteX8" fmla="*/ 434065 w 799236"/>
              <a:gd name="connsiteY8" fmla="*/ 0 h 407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9236" h="407389">
                <a:moveTo>
                  <a:pt x="434065" y="0"/>
                </a:moveTo>
                <a:lnTo>
                  <a:pt x="799236" y="0"/>
                </a:lnTo>
                <a:lnTo>
                  <a:pt x="792656" y="13484"/>
                </a:lnTo>
                <a:cubicBezTo>
                  <a:pt x="784873" y="23786"/>
                  <a:pt x="774941" y="32731"/>
                  <a:pt x="763056" y="39593"/>
                </a:cubicBezTo>
                <a:cubicBezTo>
                  <a:pt x="558406" y="157748"/>
                  <a:pt x="353755" y="275902"/>
                  <a:pt x="149104" y="394057"/>
                </a:cubicBezTo>
                <a:cubicBezTo>
                  <a:pt x="101566" y="421503"/>
                  <a:pt x="40779" y="405216"/>
                  <a:pt x="13332" y="357677"/>
                </a:cubicBezTo>
                <a:lnTo>
                  <a:pt x="13334" y="357677"/>
                </a:lnTo>
                <a:cubicBezTo>
                  <a:pt x="-14113" y="310138"/>
                  <a:pt x="2175" y="249352"/>
                  <a:pt x="49714" y="221905"/>
                </a:cubicBezTo>
                <a:lnTo>
                  <a:pt x="43406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C613569-7366-6C62-B6CE-FC528DA27F26}"/>
              </a:ext>
            </a:extLst>
          </p:cNvPr>
          <p:cNvSpPr/>
          <p:nvPr userDrawn="1"/>
        </p:nvSpPr>
        <p:spPr>
          <a:xfrm>
            <a:off x="1672360" y="6130776"/>
            <a:ext cx="1525590" cy="727224"/>
          </a:xfrm>
          <a:custGeom>
            <a:avLst/>
            <a:gdLst>
              <a:gd name="connsiteX0" fmla="*/ 1330349 w 1525590"/>
              <a:gd name="connsiteY0" fmla="*/ 522 h 727224"/>
              <a:gd name="connsiteX1" fmla="*/ 1497446 w 1525590"/>
              <a:gd name="connsiteY1" fmla="*/ 104939 h 727224"/>
              <a:gd name="connsiteX2" fmla="*/ 1420651 w 1525590"/>
              <a:gd name="connsiteY2" fmla="*/ 391542 h 727224"/>
              <a:gd name="connsiteX3" fmla="*/ 839232 w 1525590"/>
              <a:gd name="connsiteY3" fmla="*/ 727224 h 727224"/>
              <a:gd name="connsiteX4" fmla="*/ 0 w 1525590"/>
              <a:gd name="connsiteY4" fmla="*/ 727224 h 727224"/>
              <a:gd name="connsiteX5" fmla="*/ 1210843 w 1525590"/>
              <a:gd name="connsiteY5" fmla="*/ 28144 h 727224"/>
              <a:gd name="connsiteX6" fmla="*/ 1330349 w 1525590"/>
              <a:gd name="connsiteY6" fmla="*/ 522 h 72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5590" h="727224">
                <a:moveTo>
                  <a:pt x="1330349" y="522"/>
                </a:moveTo>
                <a:cubicBezTo>
                  <a:pt x="1397533" y="5270"/>
                  <a:pt x="1461236" y="42220"/>
                  <a:pt x="1497446" y="104939"/>
                </a:cubicBezTo>
                <a:cubicBezTo>
                  <a:pt x="1555383" y="205289"/>
                  <a:pt x="1521001" y="333605"/>
                  <a:pt x="1420651" y="391542"/>
                </a:cubicBezTo>
                <a:lnTo>
                  <a:pt x="839232" y="727224"/>
                </a:lnTo>
                <a:lnTo>
                  <a:pt x="0" y="727224"/>
                </a:lnTo>
                <a:lnTo>
                  <a:pt x="1210843" y="28144"/>
                </a:lnTo>
                <a:cubicBezTo>
                  <a:pt x="1248474" y="6417"/>
                  <a:pt x="1290038" y="-2327"/>
                  <a:pt x="1330349" y="52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267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FBAE40"/>
          </p15:clr>
        </p15:guide>
        <p15:guide id="2" pos="4384">
          <p15:clr>
            <a:srgbClr val="FBAE40"/>
          </p15:clr>
        </p15:guide>
        <p15:guide id="3" pos="84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E2BE-1E55-4CBB-AF1C-6949A5F3A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BC7D3-BAF4-4886-8107-DC6896636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4997CB-9C74-9F90-9787-95FC66CC4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11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502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E2BE-1E55-4CBB-AF1C-6949A5F3A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441325"/>
            <a:ext cx="11306175" cy="5175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BC7D3-BAF4-4886-8107-DC6896636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1" y="1786096"/>
            <a:ext cx="11306175" cy="437975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4997CB-9C74-9F90-9787-95FC66CC4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11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D211CB-25F7-A64F-28D0-DC99520E2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913" y="961536"/>
            <a:ext cx="11306173" cy="4619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4"/>
                </a:solidFill>
              </a:defRPr>
            </a:lvl1pPr>
            <a:lvl2pPr marL="2667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48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BC36-3243-45C6-B8D6-90C91E4C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FEBB9-1991-46A8-82D5-20A2DAE34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914" y="1376365"/>
            <a:ext cx="5354628" cy="478948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1CB3D-C781-4449-861E-1FA2E0B07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76363"/>
            <a:ext cx="5328592" cy="478948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2546A20-67D4-D1CF-68DE-DDD90F25C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11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5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2119-86A6-4E7D-9337-BB0BB386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11D0EE27-E35B-B5F4-04D2-6F0710DC40AF}"/>
              </a:ext>
            </a:extLst>
          </p:cNvPr>
          <p:cNvSpPr txBox="1">
            <a:spLocks/>
          </p:cNvSpPr>
          <p:nvPr userDrawn="1"/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GB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970"/>
              </a:lnSpc>
            </a:pPr>
            <a:fld id="{24A935F8-6F02-46CF-898B-F9D6B7DB9D8E}" type="slidenum">
              <a:rPr lang="en-GB" sz="11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lnSpc>
                  <a:spcPts val="970"/>
                </a:lnSpc>
              </a:pPr>
              <a:t>‹#›</a:t>
            </a:fld>
            <a:endParaRPr lang="en-GB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47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86DCD-3892-42DF-9819-C1068BCF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mtClean="0"/>
            </a:lvl1pPr>
          </a:lstStyle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84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2999F-5742-4BA1-AD85-6F5512D310F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BC7D3-BAF4-4886-8107-DC6896636C1B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4992624" y="1644889"/>
            <a:ext cx="6756464" cy="3870705"/>
          </a:xfrm>
        </p:spPr>
        <p:txBody>
          <a:bodyPr/>
          <a:lstStyle>
            <a:lvl1pPr marL="457200" indent="-457200" algn="l">
              <a:buClr>
                <a:schemeClr val="accent4"/>
              </a:buClr>
              <a:buSzPct val="105000"/>
              <a:buFont typeface="+mj-lt"/>
              <a:buAutoNum type="arabicPeriod"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reeform 130">
            <a:extLst>
              <a:ext uri="{FF2B5EF4-FFF2-40B4-BE49-F238E27FC236}">
                <a16:creationId xmlns:a16="http://schemas.microsoft.com/office/drawing/2014/main" id="{4A7DF9A3-6683-D8E1-CA9E-D843D9BD35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37074" y="5699446"/>
            <a:ext cx="2716596" cy="1158553"/>
          </a:xfrm>
          <a:custGeom>
            <a:avLst/>
            <a:gdLst>
              <a:gd name="T0" fmla="*/ 851 w 898"/>
              <a:gd name="T1" fmla="*/ 139 h 382"/>
              <a:gd name="T2" fmla="*/ 556 w 898"/>
              <a:gd name="T3" fmla="*/ 60 h 382"/>
              <a:gd name="T4" fmla="*/ 0 w 898"/>
              <a:gd name="T5" fmla="*/ 381 h 382"/>
              <a:gd name="T6" fmla="*/ 833 w 898"/>
              <a:gd name="T7" fmla="*/ 381 h 382"/>
              <a:gd name="T8" fmla="*/ 851 w 898"/>
              <a:gd name="T9" fmla="*/ 139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8" h="382">
                <a:moveTo>
                  <a:pt x="851" y="139"/>
                </a:moveTo>
                <a:cubicBezTo>
                  <a:pt x="791" y="35"/>
                  <a:pt x="659" y="0"/>
                  <a:pt x="556" y="60"/>
                </a:cubicBezTo>
                <a:lnTo>
                  <a:pt x="0" y="381"/>
                </a:lnTo>
                <a:lnTo>
                  <a:pt x="833" y="381"/>
                </a:lnTo>
                <a:cubicBezTo>
                  <a:pt x="887" y="314"/>
                  <a:pt x="897" y="218"/>
                  <a:pt x="851" y="139"/>
                </a:cubicBezTo>
              </a:path>
            </a:pathLst>
          </a:custGeom>
          <a:solidFill>
            <a:srgbClr val="00D7BD"/>
          </a:solidFill>
          <a:ln w="19050">
            <a:noFill/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31">
            <a:extLst>
              <a:ext uri="{FF2B5EF4-FFF2-40B4-BE49-F238E27FC236}">
                <a16:creationId xmlns:a16="http://schemas.microsoft.com/office/drawing/2014/main" id="{8819C65B-C4C5-16F6-F4DD-AECE8DFAEB1A}"/>
              </a:ext>
            </a:extLst>
          </p:cNvPr>
          <p:cNvSpPr/>
          <p:nvPr userDrawn="1"/>
        </p:nvSpPr>
        <p:spPr>
          <a:xfrm rot="3600000">
            <a:off x="2247196" y="1413144"/>
            <a:ext cx="273065" cy="16344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ircle: Hollow 13">
            <a:extLst>
              <a:ext uri="{FF2B5EF4-FFF2-40B4-BE49-F238E27FC236}">
                <a16:creationId xmlns:a16="http://schemas.microsoft.com/office/drawing/2014/main" id="{9811EE0A-A55E-5EE4-0D06-D8B543D19334}"/>
              </a:ext>
            </a:extLst>
          </p:cNvPr>
          <p:cNvSpPr/>
          <p:nvPr userDrawn="1"/>
        </p:nvSpPr>
        <p:spPr>
          <a:xfrm flipH="1">
            <a:off x="1007228" y="1875934"/>
            <a:ext cx="565410" cy="562125"/>
          </a:xfrm>
          <a:prstGeom prst="donut">
            <a:avLst>
              <a:gd name="adj" fmla="val 2748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31">
            <a:extLst>
              <a:ext uri="{FF2B5EF4-FFF2-40B4-BE49-F238E27FC236}">
                <a16:creationId xmlns:a16="http://schemas.microsoft.com/office/drawing/2014/main" id="{65C489AF-2C82-DA0B-85A5-E903AA209250}"/>
              </a:ext>
            </a:extLst>
          </p:cNvPr>
          <p:cNvSpPr/>
          <p:nvPr userDrawn="1"/>
        </p:nvSpPr>
        <p:spPr>
          <a:xfrm rot="3600000">
            <a:off x="3000724" y="3353776"/>
            <a:ext cx="223059" cy="12726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4EF550-14BA-F5C7-306C-89FE9673556D}"/>
              </a:ext>
            </a:extLst>
          </p:cNvPr>
          <p:cNvSpPr txBox="1"/>
          <p:nvPr userDrawn="1"/>
        </p:nvSpPr>
        <p:spPr>
          <a:xfrm>
            <a:off x="442800" y="442800"/>
            <a:ext cx="3494466" cy="47705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A59B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Agenda</a:t>
            </a:r>
            <a:endParaRPr lang="en-GB" b="0" baseline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22209BB-1EDD-EB7C-7EAB-BC85AD54A0FE}"/>
              </a:ext>
            </a:extLst>
          </p:cNvPr>
          <p:cNvSpPr/>
          <p:nvPr userDrawn="1"/>
        </p:nvSpPr>
        <p:spPr>
          <a:xfrm>
            <a:off x="0" y="2234973"/>
            <a:ext cx="924190" cy="919099"/>
          </a:xfrm>
          <a:custGeom>
            <a:avLst/>
            <a:gdLst>
              <a:gd name="connsiteX0" fmla="*/ 674169 w 924190"/>
              <a:gd name="connsiteY0" fmla="*/ 670 h 919099"/>
              <a:gd name="connsiteX1" fmla="*/ 888150 w 924190"/>
              <a:gd name="connsiteY1" fmla="*/ 134384 h 919099"/>
              <a:gd name="connsiteX2" fmla="*/ 789808 w 924190"/>
              <a:gd name="connsiteY2" fmla="*/ 501402 h 919099"/>
              <a:gd name="connsiteX3" fmla="*/ 126384 w 924190"/>
              <a:gd name="connsiteY3" fmla="*/ 884429 h 919099"/>
              <a:gd name="connsiteX4" fmla="*/ 25257 w 924190"/>
              <a:gd name="connsiteY4" fmla="*/ 918434 h 919099"/>
              <a:gd name="connsiteX5" fmla="*/ 0 w 924190"/>
              <a:gd name="connsiteY5" fmla="*/ 919099 h 919099"/>
              <a:gd name="connsiteX6" fmla="*/ 0 w 924190"/>
              <a:gd name="connsiteY6" fmla="*/ 336918 h 919099"/>
              <a:gd name="connsiteX7" fmla="*/ 521132 w 924190"/>
              <a:gd name="connsiteY7" fmla="*/ 36042 h 919099"/>
              <a:gd name="connsiteX8" fmla="*/ 674169 w 924190"/>
              <a:gd name="connsiteY8" fmla="*/ 670 h 91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4190" h="919099">
                <a:moveTo>
                  <a:pt x="674169" y="670"/>
                </a:moveTo>
                <a:cubicBezTo>
                  <a:pt x="760203" y="6750"/>
                  <a:pt x="841779" y="54068"/>
                  <a:pt x="888150" y="134384"/>
                </a:cubicBezTo>
                <a:cubicBezTo>
                  <a:pt x="962343" y="262890"/>
                  <a:pt x="918314" y="427209"/>
                  <a:pt x="789808" y="501402"/>
                </a:cubicBezTo>
                <a:cubicBezTo>
                  <a:pt x="568667" y="629078"/>
                  <a:pt x="347526" y="756753"/>
                  <a:pt x="126384" y="884429"/>
                </a:cubicBezTo>
                <a:cubicBezTo>
                  <a:pt x="94258" y="902977"/>
                  <a:pt x="59893" y="914137"/>
                  <a:pt x="25257" y="918434"/>
                </a:cubicBezTo>
                <a:lnTo>
                  <a:pt x="0" y="919099"/>
                </a:lnTo>
                <a:lnTo>
                  <a:pt x="0" y="336918"/>
                </a:lnTo>
                <a:lnTo>
                  <a:pt x="521132" y="36042"/>
                </a:lnTo>
                <a:cubicBezTo>
                  <a:pt x="569322" y="8220"/>
                  <a:pt x="622548" y="-2978"/>
                  <a:pt x="674169" y="67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5A0D4FD-9E31-DE3C-8DCF-D90329CA7730}"/>
              </a:ext>
            </a:extLst>
          </p:cNvPr>
          <p:cNvSpPr/>
          <p:nvPr userDrawn="1"/>
        </p:nvSpPr>
        <p:spPr>
          <a:xfrm>
            <a:off x="0" y="2723424"/>
            <a:ext cx="3316247" cy="2607140"/>
          </a:xfrm>
          <a:custGeom>
            <a:avLst/>
            <a:gdLst>
              <a:gd name="connsiteX0" fmla="*/ 2906037 w 3316247"/>
              <a:gd name="connsiteY0" fmla="*/ 1098 h 2607140"/>
              <a:gd name="connsiteX1" fmla="*/ 3257116 w 3316247"/>
              <a:gd name="connsiteY1" fmla="*/ 220482 h 2607140"/>
              <a:gd name="connsiteX2" fmla="*/ 3095766 w 3316247"/>
              <a:gd name="connsiteY2" fmla="*/ 822647 h 2607140"/>
              <a:gd name="connsiteX3" fmla="*/ 22434 w 3316247"/>
              <a:gd name="connsiteY3" fmla="*/ 2597037 h 2607140"/>
              <a:gd name="connsiteX4" fmla="*/ 0 w 3316247"/>
              <a:gd name="connsiteY4" fmla="*/ 2607140 h 2607140"/>
              <a:gd name="connsiteX5" fmla="*/ 0 w 3316247"/>
              <a:gd name="connsiteY5" fmla="*/ 1591968 h 2607140"/>
              <a:gd name="connsiteX6" fmla="*/ 2654950 w 3316247"/>
              <a:gd name="connsiteY6" fmla="*/ 59132 h 2607140"/>
              <a:gd name="connsiteX7" fmla="*/ 2906037 w 3316247"/>
              <a:gd name="connsiteY7" fmla="*/ 1098 h 2607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16247" h="2607140">
                <a:moveTo>
                  <a:pt x="2906037" y="1098"/>
                </a:moveTo>
                <a:cubicBezTo>
                  <a:pt x="3047194" y="11074"/>
                  <a:pt x="3181036" y="88708"/>
                  <a:pt x="3257116" y="220482"/>
                </a:cubicBezTo>
                <a:cubicBezTo>
                  <a:pt x="3378844" y="431321"/>
                  <a:pt x="3306605" y="700919"/>
                  <a:pt x="3095766" y="822647"/>
                </a:cubicBezTo>
                <a:lnTo>
                  <a:pt x="22434" y="2597037"/>
                </a:lnTo>
                <a:lnTo>
                  <a:pt x="0" y="2607140"/>
                </a:lnTo>
                <a:lnTo>
                  <a:pt x="0" y="1591968"/>
                </a:lnTo>
                <a:lnTo>
                  <a:pt x="2654950" y="59132"/>
                </a:lnTo>
                <a:cubicBezTo>
                  <a:pt x="2734015" y="13484"/>
                  <a:pt x="2821343" y="-4887"/>
                  <a:pt x="2906037" y="109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73D779B-9BF2-2CA8-F430-20A3A6D3072F}"/>
              </a:ext>
            </a:extLst>
          </p:cNvPr>
          <p:cNvSpPr/>
          <p:nvPr userDrawn="1"/>
        </p:nvSpPr>
        <p:spPr>
          <a:xfrm>
            <a:off x="4339481" y="-1"/>
            <a:ext cx="1306286" cy="1102218"/>
          </a:xfrm>
          <a:custGeom>
            <a:avLst/>
            <a:gdLst>
              <a:gd name="connsiteX0" fmla="*/ 180768 w 1306286"/>
              <a:gd name="connsiteY0" fmla="*/ 0 h 1102218"/>
              <a:gd name="connsiteX1" fmla="*/ 1125519 w 1306286"/>
              <a:gd name="connsiteY1" fmla="*/ 0 h 1102218"/>
              <a:gd name="connsiteX2" fmla="*/ 1194739 w 1306286"/>
              <a:gd name="connsiteY2" fmla="*/ 83897 h 1102218"/>
              <a:gd name="connsiteX3" fmla="*/ 1306286 w 1306286"/>
              <a:gd name="connsiteY3" fmla="*/ 449075 h 1102218"/>
              <a:gd name="connsiteX4" fmla="*/ 653143 w 1306286"/>
              <a:gd name="connsiteY4" fmla="*/ 1102218 h 1102218"/>
              <a:gd name="connsiteX5" fmla="*/ 0 w 1306286"/>
              <a:gd name="connsiteY5" fmla="*/ 449075 h 1102218"/>
              <a:gd name="connsiteX6" fmla="*/ 111547 w 1306286"/>
              <a:gd name="connsiteY6" fmla="*/ 83897 h 1102218"/>
              <a:gd name="connsiteX7" fmla="*/ 180768 w 1306286"/>
              <a:gd name="connsiteY7" fmla="*/ 0 h 1102218"/>
              <a:gd name="connsiteX8" fmla="*/ 653143 w 1306286"/>
              <a:gd name="connsiteY8" fmla="*/ 23618 h 1102218"/>
              <a:gd name="connsiteX9" fmla="*/ 227686 w 1306286"/>
              <a:gd name="connsiteY9" fmla="*/ 449075 h 1102218"/>
              <a:gd name="connsiteX10" fmla="*/ 653143 w 1306286"/>
              <a:gd name="connsiteY10" fmla="*/ 874532 h 1102218"/>
              <a:gd name="connsiteX11" fmla="*/ 1078600 w 1306286"/>
              <a:gd name="connsiteY11" fmla="*/ 449075 h 1102218"/>
              <a:gd name="connsiteX12" fmla="*/ 653143 w 1306286"/>
              <a:gd name="connsiteY12" fmla="*/ 23618 h 110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06286" h="1102218">
                <a:moveTo>
                  <a:pt x="180768" y="0"/>
                </a:moveTo>
                <a:lnTo>
                  <a:pt x="1125519" y="0"/>
                </a:lnTo>
                <a:lnTo>
                  <a:pt x="1194739" y="83897"/>
                </a:lnTo>
                <a:cubicBezTo>
                  <a:pt x="1265164" y="188139"/>
                  <a:pt x="1306286" y="313805"/>
                  <a:pt x="1306286" y="449075"/>
                </a:cubicBezTo>
                <a:cubicBezTo>
                  <a:pt x="1306286" y="809796"/>
                  <a:pt x="1013864" y="1102218"/>
                  <a:pt x="653143" y="1102218"/>
                </a:cubicBezTo>
                <a:cubicBezTo>
                  <a:pt x="292422" y="1102218"/>
                  <a:pt x="0" y="809796"/>
                  <a:pt x="0" y="449075"/>
                </a:cubicBezTo>
                <a:cubicBezTo>
                  <a:pt x="0" y="313805"/>
                  <a:pt x="41122" y="188139"/>
                  <a:pt x="111547" y="83897"/>
                </a:cubicBezTo>
                <a:lnTo>
                  <a:pt x="180768" y="0"/>
                </a:lnTo>
                <a:close/>
                <a:moveTo>
                  <a:pt x="653143" y="23618"/>
                </a:moveTo>
                <a:cubicBezTo>
                  <a:pt x="418170" y="23618"/>
                  <a:pt x="227686" y="214102"/>
                  <a:pt x="227686" y="449075"/>
                </a:cubicBezTo>
                <a:cubicBezTo>
                  <a:pt x="227686" y="684048"/>
                  <a:pt x="418170" y="874532"/>
                  <a:pt x="653143" y="874532"/>
                </a:cubicBezTo>
                <a:cubicBezTo>
                  <a:pt x="888116" y="874532"/>
                  <a:pt x="1078600" y="684048"/>
                  <a:pt x="1078600" y="449075"/>
                </a:cubicBezTo>
                <a:cubicBezTo>
                  <a:pt x="1078600" y="214102"/>
                  <a:pt x="888116" y="23618"/>
                  <a:pt x="653143" y="236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397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6F75F8CC-9452-A867-4E51-6EA6B97DD8D6}"/>
              </a:ext>
            </a:extLst>
          </p:cNvPr>
          <p:cNvSpPr/>
          <p:nvPr userDrawn="1"/>
        </p:nvSpPr>
        <p:spPr>
          <a:xfrm flipH="1">
            <a:off x="6214894" y="1410070"/>
            <a:ext cx="5977105" cy="5447931"/>
          </a:xfrm>
          <a:custGeom>
            <a:avLst/>
            <a:gdLst>
              <a:gd name="connsiteX0" fmla="*/ 2603507 w 5977105"/>
              <a:gd name="connsiteY0" fmla="*/ 0 h 5447931"/>
              <a:gd name="connsiteX1" fmla="*/ 275 w 5977105"/>
              <a:gd name="connsiteY1" fmla="*/ 1227676 h 5447931"/>
              <a:gd name="connsiteX2" fmla="*/ 0 w 5977105"/>
              <a:gd name="connsiteY2" fmla="*/ 1228044 h 5447931"/>
              <a:gd name="connsiteX3" fmla="*/ 0 w 5977105"/>
              <a:gd name="connsiteY3" fmla="*/ 5447931 h 5447931"/>
              <a:gd name="connsiteX4" fmla="*/ 5260273 w 5977105"/>
              <a:gd name="connsiteY4" fmla="*/ 5447931 h 5447931"/>
              <a:gd name="connsiteX5" fmla="*/ 5400948 w 5977105"/>
              <a:gd name="connsiteY5" fmla="*/ 5259809 h 5447931"/>
              <a:gd name="connsiteX6" fmla="*/ 5977105 w 5977105"/>
              <a:gd name="connsiteY6" fmla="*/ 3373598 h 5447931"/>
              <a:gd name="connsiteX7" fmla="*/ 2603507 w 5977105"/>
              <a:gd name="connsiteY7" fmla="*/ 0 h 5447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77105" h="5447931">
                <a:moveTo>
                  <a:pt x="2603507" y="0"/>
                </a:moveTo>
                <a:cubicBezTo>
                  <a:pt x="1555464" y="0"/>
                  <a:pt x="619042" y="477904"/>
                  <a:pt x="275" y="1227676"/>
                </a:cubicBezTo>
                <a:lnTo>
                  <a:pt x="0" y="1228044"/>
                </a:lnTo>
                <a:lnTo>
                  <a:pt x="0" y="5447931"/>
                </a:lnTo>
                <a:lnTo>
                  <a:pt x="5260273" y="5447931"/>
                </a:lnTo>
                <a:lnTo>
                  <a:pt x="5400948" y="5259809"/>
                </a:lnTo>
                <a:cubicBezTo>
                  <a:pt x="5764704" y="4721379"/>
                  <a:pt x="5977105" y="4072293"/>
                  <a:pt x="5977105" y="3373598"/>
                </a:cubicBezTo>
                <a:cubicBezTo>
                  <a:pt x="5977105" y="1510411"/>
                  <a:pt x="4466694" y="0"/>
                  <a:pt x="26035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Rectangle: Rounded Corners 31">
            <a:extLst>
              <a:ext uri="{FF2B5EF4-FFF2-40B4-BE49-F238E27FC236}">
                <a16:creationId xmlns:a16="http://schemas.microsoft.com/office/drawing/2014/main" id="{D0E91A86-30A3-FB5E-069C-DE4528794007}"/>
              </a:ext>
            </a:extLst>
          </p:cNvPr>
          <p:cNvSpPr/>
          <p:nvPr userDrawn="1"/>
        </p:nvSpPr>
        <p:spPr>
          <a:xfrm rot="3600000" flipH="1">
            <a:off x="1400582" y="1946418"/>
            <a:ext cx="1416531" cy="296516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AA223-A07A-0D72-416F-914B19CBC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744" y="3019607"/>
            <a:ext cx="7933540" cy="81878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GB" sz="4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: Rounded Corners 31">
            <a:extLst>
              <a:ext uri="{FF2B5EF4-FFF2-40B4-BE49-F238E27FC236}">
                <a16:creationId xmlns:a16="http://schemas.microsoft.com/office/drawing/2014/main" id="{ABC3ABE2-227B-96CC-D139-3E764A91CB22}"/>
              </a:ext>
            </a:extLst>
          </p:cNvPr>
          <p:cNvSpPr/>
          <p:nvPr userDrawn="1"/>
        </p:nvSpPr>
        <p:spPr>
          <a:xfrm rot="3600000" flipH="1">
            <a:off x="1595486" y="2426101"/>
            <a:ext cx="160771" cy="90709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6CAB329-8974-EA28-C1FC-3FF397DFC841}"/>
              </a:ext>
            </a:extLst>
          </p:cNvPr>
          <p:cNvSpPr/>
          <p:nvPr userDrawn="1"/>
        </p:nvSpPr>
        <p:spPr>
          <a:xfrm>
            <a:off x="9070552" y="0"/>
            <a:ext cx="768069" cy="351900"/>
          </a:xfrm>
          <a:custGeom>
            <a:avLst/>
            <a:gdLst>
              <a:gd name="connsiteX0" fmla="*/ 267813 w 768069"/>
              <a:gd name="connsiteY0" fmla="*/ 0 h 351900"/>
              <a:gd name="connsiteX1" fmla="*/ 768069 w 768069"/>
              <a:gd name="connsiteY1" fmla="*/ 0 h 351900"/>
              <a:gd name="connsiteX2" fmla="*/ 187616 w 768069"/>
              <a:gd name="connsiteY2" fmla="*/ 335124 h 351900"/>
              <a:gd name="connsiteX3" fmla="*/ 16775 w 768069"/>
              <a:gd name="connsiteY3" fmla="*/ 289347 h 351900"/>
              <a:gd name="connsiteX4" fmla="*/ 16776 w 768069"/>
              <a:gd name="connsiteY4" fmla="*/ 289348 h 351900"/>
              <a:gd name="connsiteX5" fmla="*/ 62553 w 768069"/>
              <a:gd name="connsiteY5" fmla="*/ 118507 h 351900"/>
              <a:gd name="connsiteX6" fmla="*/ 267813 w 768069"/>
              <a:gd name="connsiteY6" fmla="*/ 0 h 35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8069" h="351900">
                <a:moveTo>
                  <a:pt x="267813" y="0"/>
                </a:moveTo>
                <a:lnTo>
                  <a:pt x="768069" y="0"/>
                </a:lnTo>
                <a:lnTo>
                  <a:pt x="187616" y="335124"/>
                </a:lnTo>
                <a:cubicBezTo>
                  <a:pt x="127798" y="369659"/>
                  <a:pt x="51311" y="349165"/>
                  <a:pt x="16775" y="289347"/>
                </a:cubicBezTo>
                <a:lnTo>
                  <a:pt x="16776" y="289348"/>
                </a:lnTo>
                <a:cubicBezTo>
                  <a:pt x="-17759" y="229530"/>
                  <a:pt x="2736" y="153043"/>
                  <a:pt x="62553" y="118507"/>
                </a:cubicBezTo>
                <a:lnTo>
                  <a:pt x="26781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24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6" userDrawn="1">
          <p15:clr>
            <a:srgbClr val="FBAE40"/>
          </p15:clr>
        </p15:guide>
        <p15:guide id="2" pos="538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AD67225D-4C4D-91C3-1ABB-FC73C83EF82C}"/>
              </a:ext>
            </a:extLst>
          </p:cNvPr>
          <p:cNvSpPr/>
          <p:nvPr userDrawn="1"/>
        </p:nvSpPr>
        <p:spPr>
          <a:xfrm flipH="1">
            <a:off x="7588380" y="-1"/>
            <a:ext cx="4603619" cy="4783668"/>
          </a:xfrm>
          <a:custGeom>
            <a:avLst/>
            <a:gdLst>
              <a:gd name="connsiteX0" fmla="*/ 4062515 w 4603619"/>
              <a:gd name="connsiteY0" fmla="*/ 0 h 4783668"/>
              <a:gd name="connsiteX1" fmla="*/ 0 w 4603619"/>
              <a:gd name="connsiteY1" fmla="*/ 0 h 4783668"/>
              <a:gd name="connsiteX2" fmla="*/ 0 w 4603619"/>
              <a:gd name="connsiteY2" fmla="*/ 4355705 h 4783668"/>
              <a:gd name="connsiteX3" fmla="*/ 98305 w 4603619"/>
              <a:gd name="connsiteY3" fmla="*/ 4415427 h 4783668"/>
              <a:gd name="connsiteX4" fmla="*/ 1552601 w 4603619"/>
              <a:gd name="connsiteY4" fmla="*/ 4783668 h 4783668"/>
              <a:gd name="connsiteX5" fmla="*/ 4603619 w 4603619"/>
              <a:gd name="connsiteY5" fmla="*/ 1732650 h 4783668"/>
              <a:gd name="connsiteX6" fmla="*/ 4082553 w 4603619"/>
              <a:gd name="connsiteY6" fmla="*/ 26797 h 4783668"/>
              <a:gd name="connsiteX7" fmla="*/ 4062515 w 4603619"/>
              <a:gd name="connsiteY7" fmla="*/ 0 h 478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03619" h="4783668">
                <a:moveTo>
                  <a:pt x="4062515" y="0"/>
                </a:moveTo>
                <a:lnTo>
                  <a:pt x="0" y="0"/>
                </a:lnTo>
                <a:lnTo>
                  <a:pt x="0" y="4355705"/>
                </a:lnTo>
                <a:lnTo>
                  <a:pt x="98305" y="4415427"/>
                </a:lnTo>
                <a:cubicBezTo>
                  <a:pt x="530613" y="4650271"/>
                  <a:pt x="1026029" y="4783668"/>
                  <a:pt x="1552601" y="4783668"/>
                </a:cubicBezTo>
                <a:cubicBezTo>
                  <a:pt x="3237632" y="4783668"/>
                  <a:pt x="4603619" y="3417681"/>
                  <a:pt x="4603619" y="1732650"/>
                </a:cubicBezTo>
                <a:cubicBezTo>
                  <a:pt x="4603619" y="1100763"/>
                  <a:pt x="4411527" y="513742"/>
                  <a:pt x="4082553" y="26797"/>
                </a:cubicBezTo>
                <a:lnTo>
                  <a:pt x="40625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Rectangle: Rounded Corners 31">
            <a:extLst>
              <a:ext uri="{FF2B5EF4-FFF2-40B4-BE49-F238E27FC236}">
                <a16:creationId xmlns:a16="http://schemas.microsoft.com/office/drawing/2014/main" id="{AE4A4330-622C-C9FE-C8D7-D34355E7D3F7}"/>
              </a:ext>
            </a:extLst>
          </p:cNvPr>
          <p:cNvSpPr/>
          <p:nvPr userDrawn="1"/>
        </p:nvSpPr>
        <p:spPr>
          <a:xfrm rot="3600000" flipH="1">
            <a:off x="1400582" y="1946418"/>
            <a:ext cx="1416531" cy="296516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31">
            <a:extLst>
              <a:ext uri="{FF2B5EF4-FFF2-40B4-BE49-F238E27FC236}">
                <a16:creationId xmlns:a16="http://schemas.microsoft.com/office/drawing/2014/main" id="{CFAA13C8-01F0-6FED-8CAD-3667C585EAEA}"/>
              </a:ext>
            </a:extLst>
          </p:cNvPr>
          <p:cNvSpPr/>
          <p:nvPr userDrawn="1"/>
        </p:nvSpPr>
        <p:spPr>
          <a:xfrm rot="3600000" flipH="1">
            <a:off x="1595486" y="2426101"/>
            <a:ext cx="160771" cy="90709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D4E9DD-22D0-57E9-3E1E-A7C42F10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744" y="3019607"/>
            <a:ext cx="7933540" cy="81878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GB" sz="44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183095E-E749-B2C9-44D8-156A98DC75CB}"/>
              </a:ext>
            </a:extLst>
          </p:cNvPr>
          <p:cNvSpPr/>
          <p:nvPr userDrawn="1"/>
        </p:nvSpPr>
        <p:spPr>
          <a:xfrm>
            <a:off x="5136012" y="6421712"/>
            <a:ext cx="914233" cy="436288"/>
          </a:xfrm>
          <a:custGeom>
            <a:avLst/>
            <a:gdLst>
              <a:gd name="connsiteX0" fmla="*/ 773690 w 914233"/>
              <a:gd name="connsiteY0" fmla="*/ 947 h 436288"/>
              <a:gd name="connsiteX1" fmla="*/ 897457 w 914233"/>
              <a:gd name="connsiteY1" fmla="*/ 62552 h 436288"/>
              <a:gd name="connsiteX2" fmla="*/ 851681 w 914233"/>
              <a:gd name="connsiteY2" fmla="*/ 233393 h 436288"/>
              <a:gd name="connsiteX3" fmla="*/ 500256 w 914233"/>
              <a:gd name="connsiteY3" fmla="*/ 436288 h 436288"/>
              <a:gd name="connsiteX4" fmla="*/ 0 w 914233"/>
              <a:gd name="connsiteY4" fmla="*/ 436288 h 436288"/>
              <a:gd name="connsiteX5" fmla="*/ 726617 w 914233"/>
              <a:gd name="connsiteY5" fmla="*/ 16776 h 436288"/>
              <a:gd name="connsiteX6" fmla="*/ 773690 w 914233"/>
              <a:gd name="connsiteY6" fmla="*/ 947 h 43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233" h="436288">
                <a:moveTo>
                  <a:pt x="773690" y="947"/>
                </a:moveTo>
                <a:cubicBezTo>
                  <a:pt x="822056" y="-5055"/>
                  <a:pt x="871556" y="17689"/>
                  <a:pt x="897457" y="62552"/>
                </a:cubicBezTo>
                <a:cubicBezTo>
                  <a:pt x="931993" y="122370"/>
                  <a:pt x="911498" y="198858"/>
                  <a:pt x="851681" y="233393"/>
                </a:cubicBezTo>
                <a:lnTo>
                  <a:pt x="500256" y="436288"/>
                </a:lnTo>
                <a:lnTo>
                  <a:pt x="0" y="436288"/>
                </a:lnTo>
                <a:lnTo>
                  <a:pt x="726617" y="16776"/>
                </a:lnTo>
                <a:cubicBezTo>
                  <a:pt x="741571" y="8142"/>
                  <a:pt x="757568" y="2947"/>
                  <a:pt x="773690" y="94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050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6">
          <p15:clr>
            <a:srgbClr val="FBAE40"/>
          </p15:clr>
        </p15:guide>
        <p15:guide id="2" pos="538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F53DFA26-A5FA-5090-39E2-84B57B06BDF7}"/>
              </a:ext>
            </a:extLst>
          </p:cNvPr>
          <p:cNvSpPr/>
          <p:nvPr userDrawn="1"/>
        </p:nvSpPr>
        <p:spPr>
          <a:xfrm>
            <a:off x="6094270" y="1"/>
            <a:ext cx="5247272" cy="2801433"/>
          </a:xfrm>
          <a:custGeom>
            <a:avLst/>
            <a:gdLst>
              <a:gd name="connsiteX0" fmla="*/ 8979 w 5247272"/>
              <a:gd name="connsiteY0" fmla="*/ 0 h 2801433"/>
              <a:gd name="connsiteX1" fmla="*/ 5238294 w 5247272"/>
              <a:gd name="connsiteY1" fmla="*/ 0 h 2801433"/>
              <a:gd name="connsiteX2" fmla="*/ 5247272 w 5247272"/>
              <a:gd name="connsiteY2" fmla="*/ 177797 h 2801433"/>
              <a:gd name="connsiteX3" fmla="*/ 2623636 w 5247272"/>
              <a:gd name="connsiteY3" fmla="*/ 2801433 h 2801433"/>
              <a:gd name="connsiteX4" fmla="*/ 0 w 5247272"/>
              <a:gd name="connsiteY4" fmla="*/ 177797 h 2801433"/>
              <a:gd name="connsiteX5" fmla="*/ 8979 w 5247272"/>
              <a:gd name="connsiteY5" fmla="*/ 0 h 280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47272" h="2801433">
                <a:moveTo>
                  <a:pt x="8979" y="0"/>
                </a:moveTo>
                <a:lnTo>
                  <a:pt x="5238294" y="0"/>
                </a:lnTo>
                <a:lnTo>
                  <a:pt x="5247272" y="177797"/>
                </a:lnTo>
                <a:cubicBezTo>
                  <a:pt x="5247272" y="1626791"/>
                  <a:pt x="4072630" y="2801433"/>
                  <a:pt x="2623636" y="2801433"/>
                </a:cubicBezTo>
                <a:cubicBezTo>
                  <a:pt x="1174642" y="2801433"/>
                  <a:pt x="0" y="1626791"/>
                  <a:pt x="0" y="177797"/>
                </a:cubicBezTo>
                <a:lnTo>
                  <a:pt x="89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Rectangle: Rounded Corners 31">
            <a:extLst>
              <a:ext uri="{FF2B5EF4-FFF2-40B4-BE49-F238E27FC236}">
                <a16:creationId xmlns:a16="http://schemas.microsoft.com/office/drawing/2014/main" id="{503FC469-BB5D-1675-0958-B182A927F32D}"/>
              </a:ext>
            </a:extLst>
          </p:cNvPr>
          <p:cNvSpPr/>
          <p:nvPr userDrawn="1"/>
        </p:nvSpPr>
        <p:spPr>
          <a:xfrm rot="3600000" flipH="1">
            <a:off x="1400582" y="1946418"/>
            <a:ext cx="1416531" cy="296516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31">
            <a:extLst>
              <a:ext uri="{FF2B5EF4-FFF2-40B4-BE49-F238E27FC236}">
                <a16:creationId xmlns:a16="http://schemas.microsoft.com/office/drawing/2014/main" id="{A0F2E46D-4F1D-A96B-490F-1E3656397088}"/>
              </a:ext>
            </a:extLst>
          </p:cNvPr>
          <p:cNvSpPr/>
          <p:nvPr userDrawn="1"/>
        </p:nvSpPr>
        <p:spPr>
          <a:xfrm rot="3600000" flipH="1">
            <a:off x="1595486" y="2426101"/>
            <a:ext cx="160771" cy="907094"/>
          </a:xfrm>
          <a:prstGeom prst="roundRect">
            <a:avLst>
              <a:gd name="adj" fmla="val 50000"/>
            </a:avLst>
          </a:prstGeom>
          <a:solidFill>
            <a:schemeClr val="accent4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D710FD-79BE-DD79-9DD5-D2D002B7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744" y="3019607"/>
            <a:ext cx="7933540" cy="81878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GB" sz="4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9594024-5F5A-8568-336F-493452A131B4}"/>
              </a:ext>
            </a:extLst>
          </p:cNvPr>
          <p:cNvSpPr/>
          <p:nvPr userDrawn="1"/>
        </p:nvSpPr>
        <p:spPr>
          <a:xfrm>
            <a:off x="5136012" y="6421712"/>
            <a:ext cx="914233" cy="436288"/>
          </a:xfrm>
          <a:custGeom>
            <a:avLst/>
            <a:gdLst>
              <a:gd name="connsiteX0" fmla="*/ 773690 w 914233"/>
              <a:gd name="connsiteY0" fmla="*/ 947 h 436288"/>
              <a:gd name="connsiteX1" fmla="*/ 897457 w 914233"/>
              <a:gd name="connsiteY1" fmla="*/ 62552 h 436288"/>
              <a:gd name="connsiteX2" fmla="*/ 851681 w 914233"/>
              <a:gd name="connsiteY2" fmla="*/ 233393 h 436288"/>
              <a:gd name="connsiteX3" fmla="*/ 500256 w 914233"/>
              <a:gd name="connsiteY3" fmla="*/ 436288 h 436288"/>
              <a:gd name="connsiteX4" fmla="*/ 0 w 914233"/>
              <a:gd name="connsiteY4" fmla="*/ 436288 h 436288"/>
              <a:gd name="connsiteX5" fmla="*/ 726617 w 914233"/>
              <a:gd name="connsiteY5" fmla="*/ 16776 h 436288"/>
              <a:gd name="connsiteX6" fmla="*/ 773690 w 914233"/>
              <a:gd name="connsiteY6" fmla="*/ 947 h 43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233" h="436288">
                <a:moveTo>
                  <a:pt x="773690" y="947"/>
                </a:moveTo>
                <a:cubicBezTo>
                  <a:pt x="822056" y="-5055"/>
                  <a:pt x="871556" y="17689"/>
                  <a:pt x="897457" y="62552"/>
                </a:cubicBezTo>
                <a:cubicBezTo>
                  <a:pt x="931993" y="122370"/>
                  <a:pt x="911498" y="198858"/>
                  <a:pt x="851681" y="233393"/>
                </a:cubicBezTo>
                <a:lnTo>
                  <a:pt x="500256" y="436288"/>
                </a:lnTo>
                <a:lnTo>
                  <a:pt x="0" y="436288"/>
                </a:lnTo>
                <a:lnTo>
                  <a:pt x="726617" y="16776"/>
                </a:lnTo>
                <a:cubicBezTo>
                  <a:pt x="741571" y="8142"/>
                  <a:pt x="757568" y="2947"/>
                  <a:pt x="773690" y="9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059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6">
          <p15:clr>
            <a:srgbClr val="FBAE40"/>
          </p15:clr>
        </p15:guide>
        <p15:guide id="2" pos="538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3FEC9872-340F-52E0-6BD9-A1A72D5B3EAB}"/>
              </a:ext>
            </a:extLst>
          </p:cNvPr>
          <p:cNvSpPr/>
          <p:nvPr userDrawn="1"/>
        </p:nvSpPr>
        <p:spPr>
          <a:xfrm>
            <a:off x="7648848" y="2181593"/>
            <a:ext cx="3200127" cy="320012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31">
            <a:extLst>
              <a:ext uri="{FF2B5EF4-FFF2-40B4-BE49-F238E27FC236}">
                <a16:creationId xmlns:a16="http://schemas.microsoft.com/office/drawing/2014/main" id="{3A842C46-2486-84AC-7B59-F92E1AA3536F}"/>
              </a:ext>
            </a:extLst>
          </p:cNvPr>
          <p:cNvSpPr/>
          <p:nvPr userDrawn="1"/>
        </p:nvSpPr>
        <p:spPr>
          <a:xfrm rot="3600000">
            <a:off x="8814915" y="954923"/>
            <a:ext cx="1038766" cy="486937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75">
            <a:extLst>
              <a:ext uri="{FF2B5EF4-FFF2-40B4-BE49-F238E27FC236}">
                <a16:creationId xmlns:a16="http://schemas.microsoft.com/office/drawing/2014/main" id="{3E1A5540-8089-4989-A345-C0649F6F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2982" y="4835676"/>
            <a:ext cx="949018" cy="1200964"/>
          </a:xfrm>
          <a:custGeom>
            <a:avLst/>
            <a:gdLst>
              <a:gd name="T0" fmla="*/ 15 w 499"/>
              <a:gd name="T1" fmla="*/ 352 h 632"/>
              <a:gd name="T2" fmla="*/ 36 w 499"/>
              <a:gd name="T3" fmla="*/ 516 h 632"/>
              <a:gd name="T4" fmla="*/ 167 w 499"/>
              <a:gd name="T5" fmla="*/ 617 h 632"/>
              <a:gd name="T6" fmla="*/ 331 w 499"/>
              <a:gd name="T7" fmla="*/ 595 h 632"/>
              <a:gd name="T8" fmla="*/ 498 w 499"/>
              <a:gd name="T9" fmla="*/ 499 h 632"/>
              <a:gd name="T10" fmla="*/ 498 w 499"/>
              <a:gd name="T11" fmla="*/ 0 h 632"/>
              <a:gd name="T12" fmla="*/ 115 w 499"/>
              <a:gd name="T13" fmla="*/ 221 h 632"/>
              <a:gd name="T14" fmla="*/ 15 w 499"/>
              <a:gd name="T15" fmla="*/ 352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9" h="632">
                <a:moveTo>
                  <a:pt x="15" y="352"/>
                </a:moveTo>
                <a:cubicBezTo>
                  <a:pt x="0" y="405"/>
                  <a:pt x="6" y="464"/>
                  <a:pt x="36" y="516"/>
                </a:cubicBezTo>
                <a:cubicBezTo>
                  <a:pt x="66" y="568"/>
                  <a:pt x="114" y="602"/>
                  <a:pt x="167" y="617"/>
                </a:cubicBezTo>
                <a:cubicBezTo>
                  <a:pt x="221" y="631"/>
                  <a:pt x="280" y="625"/>
                  <a:pt x="331" y="595"/>
                </a:cubicBezTo>
                <a:lnTo>
                  <a:pt x="498" y="499"/>
                </a:lnTo>
                <a:lnTo>
                  <a:pt x="498" y="0"/>
                </a:lnTo>
                <a:lnTo>
                  <a:pt x="115" y="221"/>
                </a:lnTo>
                <a:cubicBezTo>
                  <a:pt x="64" y="251"/>
                  <a:pt x="29" y="299"/>
                  <a:pt x="15" y="35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DBBEB-CFD6-4E01-A45F-4CB0419CF96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343025" y="2083034"/>
            <a:ext cx="5906483" cy="16126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GB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CC94A0-7B8F-952E-C5CA-63F591D37A72}"/>
              </a:ext>
            </a:extLst>
          </p:cNvPr>
          <p:cNvGrpSpPr/>
          <p:nvPr userDrawn="1"/>
        </p:nvGrpSpPr>
        <p:grpSpPr>
          <a:xfrm>
            <a:off x="-181769" y="4658264"/>
            <a:ext cx="1681356" cy="855779"/>
            <a:chOff x="-181769" y="4658264"/>
            <a:chExt cx="1681356" cy="855779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AEB28DA-ED57-7264-CA7A-C1FDF7B4E936}"/>
                </a:ext>
              </a:extLst>
            </p:cNvPr>
            <p:cNvSpPr/>
            <p:nvPr userDrawn="1"/>
          </p:nvSpPr>
          <p:spPr>
            <a:xfrm rot="3600000">
              <a:off x="296076" y="4664736"/>
              <a:ext cx="371462" cy="1327151"/>
            </a:xfrm>
            <a:custGeom>
              <a:avLst/>
              <a:gdLst>
                <a:gd name="connsiteX0" fmla="*/ 14596 w 371462"/>
                <a:gd name="connsiteY0" fmla="*/ 113436 h 1327151"/>
                <a:gd name="connsiteX1" fmla="*/ 185731 w 371462"/>
                <a:gd name="connsiteY1" fmla="*/ 0 h 1327151"/>
                <a:gd name="connsiteX2" fmla="*/ 371462 w 371462"/>
                <a:gd name="connsiteY2" fmla="*/ 185731 h 1327151"/>
                <a:gd name="connsiteX3" fmla="*/ 371462 w 371462"/>
                <a:gd name="connsiteY3" fmla="*/ 1327151 h 1327151"/>
                <a:gd name="connsiteX4" fmla="*/ 0 w 371462"/>
                <a:gd name="connsiteY4" fmla="*/ 1112688 h 1327151"/>
                <a:gd name="connsiteX5" fmla="*/ 0 w 371462"/>
                <a:gd name="connsiteY5" fmla="*/ 185731 h 1327151"/>
                <a:gd name="connsiteX6" fmla="*/ 14596 w 371462"/>
                <a:gd name="connsiteY6" fmla="*/ 113436 h 1327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462" h="1327151">
                  <a:moveTo>
                    <a:pt x="14596" y="113436"/>
                  </a:moveTo>
                  <a:cubicBezTo>
                    <a:pt x="42791" y="46775"/>
                    <a:pt x="108799" y="0"/>
                    <a:pt x="185731" y="0"/>
                  </a:cubicBezTo>
                  <a:cubicBezTo>
                    <a:pt x="288307" y="1"/>
                    <a:pt x="371462" y="83154"/>
                    <a:pt x="371462" y="185731"/>
                  </a:cubicBezTo>
                  <a:lnTo>
                    <a:pt x="371462" y="1327151"/>
                  </a:lnTo>
                  <a:lnTo>
                    <a:pt x="0" y="1112688"/>
                  </a:lnTo>
                  <a:lnTo>
                    <a:pt x="0" y="185731"/>
                  </a:lnTo>
                  <a:cubicBezTo>
                    <a:pt x="0" y="160087"/>
                    <a:pt x="5198" y="135657"/>
                    <a:pt x="14596" y="1134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Circle: Hollow 13">
              <a:extLst>
                <a:ext uri="{FF2B5EF4-FFF2-40B4-BE49-F238E27FC236}">
                  <a16:creationId xmlns:a16="http://schemas.microsoft.com/office/drawing/2014/main" id="{59451A80-8273-4BBB-3F5D-FE8A3DE41520}"/>
                </a:ext>
              </a:extLst>
            </p:cNvPr>
            <p:cNvSpPr/>
            <p:nvPr userDrawn="1"/>
          </p:nvSpPr>
          <p:spPr>
            <a:xfrm flipH="1">
              <a:off x="1094163" y="4658264"/>
              <a:ext cx="405424" cy="403070"/>
            </a:xfrm>
            <a:prstGeom prst="donut">
              <a:avLst>
                <a:gd name="adj" fmla="val 1743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0E5CFE47-BD82-9437-CD96-7348EAE2DDA2}"/>
              </a:ext>
            </a:extLst>
          </p:cNvPr>
          <p:cNvSpPr/>
          <p:nvPr userDrawn="1"/>
        </p:nvSpPr>
        <p:spPr>
          <a:xfrm flipV="1">
            <a:off x="8390467" y="0"/>
            <a:ext cx="1405069" cy="775842"/>
          </a:xfrm>
          <a:custGeom>
            <a:avLst/>
            <a:gdLst>
              <a:gd name="connsiteX0" fmla="*/ 879159 w 1405069"/>
              <a:gd name="connsiteY0" fmla="*/ 775842 h 775842"/>
              <a:gd name="connsiteX1" fmla="*/ 1405069 w 1405069"/>
              <a:gd name="connsiteY1" fmla="*/ 775842 h 775842"/>
              <a:gd name="connsiteX2" fmla="*/ 1402774 w 1405069"/>
              <a:gd name="connsiteY2" fmla="*/ 742924 h 775842"/>
              <a:gd name="connsiteX3" fmla="*/ 1323537 w 1405069"/>
              <a:gd name="connsiteY3" fmla="*/ 639660 h 775842"/>
              <a:gd name="connsiteX4" fmla="*/ 255122 w 1405069"/>
              <a:gd name="connsiteY4" fmla="*/ 22812 h 775842"/>
              <a:gd name="connsiteX5" fmla="*/ 22812 w 1405069"/>
              <a:gd name="connsiteY5" fmla="*/ 85059 h 775842"/>
              <a:gd name="connsiteX6" fmla="*/ 22813 w 1405069"/>
              <a:gd name="connsiteY6" fmla="*/ 85059 h 775842"/>
              <a:gd name="connsiteX7" fmla="*/ 85060 w 1405069"/>
              <a:gd name="connsiteY7" fmla="*/ 317369 h 775842"/>
              <a:gd name="connsiteX8" fmla="*/ 879159 w 1405069"/>
              <a:gd name="connsiteY8" fmla="*/ 775842 h 775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5069" h="775842">
                <a:moveTo>
                  <a:pt x="879159" y="775842"/>
                </a:moveTo>
                <a:lnTo>
                  <a:pt x="1405069" y="775842"/>
                </a:lnTo>
                <a:lnTo>
                  <a:pt x="1402774" y="742924"/>
                </a:lnTo>
                <a:cubicBezTo>
                  <a:pt x="1391509" y="700884"/>
                  <a:pt x="1364207" y="663141"/>
                  <a:pt x="1323537" y="639660"/>
                </a:cubicBezTo>
                <a:cubicBezTo>
                  <a:pt x="967399" y="434044"/>
                  <a:pt x="611260" y="228428"/>
                  <a:pt x="255122" y="22812"/>
                </a:cubicBezTo>
                <a:cubicBezTo>
                  <a:pt x="173782" y="-24150"/>
                  <a:pt x="69773" y="3719"/>
                  <a:pt x="22812" y="85059"/>
                </a:cubicBezTo>
                <a:lnTo>
                  <a:pt x="22813" y="85059"/>
                </a:lnTo>
                <a:cubicBezTo>
                  <a:pt x="-24148" y="166398"/>
                  <a:pt x="3721" y="270407"/>
                  <a:pt x="85060" y="317369"/>
                </a:cubicBezTo>
                <a:lnTo>
                  <a:pt x="879159" y="7758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022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6">
          <p15:clr>
            <a:srgbClr val="FBAE40"/>
          </p15:clr>
        </p15:guide>
        <p15:guide id="2" pos="538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3FEC9872-340F-52E0-6BD9-A1A72D5B3EAB}"/>
              </a:ext>
            </a:extLst>
          </p:cNvPr>
          <p:cNvSpPr/>
          <p:nvPr userDrawn="1"/>
        </p:nvSpPr>
        <p:spPr>
          <a:xfrm>
            <a:off x="5805257" y="3533402"/>
            <a:ext cx="2935946" cy="29359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27">
            <a:extLst>
              <a:ext uri="{FF2B5EF4-FFF2-40B4-BE49-F238E27FC236}">
                <a16:creationId xmlns:a16="http://schemas.microsoft.com/office/drawing/2014/main" id="{F00D3EB4-D5AD-5B1E-D145-231D7D82D76F}"/>
              </a:ext>
            </a:extLst>
          </p:cNvPr>
          <p:cNvSpPr/>
          <p:nvPr userDrawn="1"/>
        </p:nvSpPr>
        <p:spPr>
          <a:xfrm rot="3600000">
            <a:off x="3177249" y="-348093"/>
            <a:ext cx="691640" cy="51009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75">
            <a:extLst>
              <a:ext uri="{FF2B5EF4-FFF2-40B4-BE49-F238E27FC236}">
                <a16:creationId xmlns:a16="http://schemas.microsoft.com/office/drawing/2014/main" id="{3E1A5540-8089-4989-A345-C0649F6F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2982" y="3236148"/>
            <a:ext cx="949018" cy="1200964"/>
          </a:xfrm>
          <a:custGeom>
            <a:avLst/>
            <a:gdLst>
              <a:gd name="T0" fmla="*/ 15 w 499"/>
              <a:gd name="T1" fmla="*/ 352 h 632"/>
              <a:gd name="T2" fmla="*/ 36 w 499"/>
              <a:gd name="T3" fmla="*/ 516 h 632"/>
              <a:gd name="T4" fmla="*/ 167 w 499"/>
              <a:gd name="T5" fmla="*/ 617 h 632"/>
              <a:gd name="T6" fmla="*/ 331 w 499"/>
              <a:gd name="T7" fmla="*/ 595 h 632"/>
              <a:gd name="T8" fmla="*/ 498 w 499"/>
              <a:gd name="T9" fmla="*/ 499 h 632"/>
              <a:gd name="T10" fmla="*/ 498 w 499"/>
              <a:gd name="T11" fmla="*/ 0 h 632"/>
              <a:gd name="T12" fmla="*/ 115 w 499"/>
              <a:gd name="T13" fmla="*/ 221 h 632"/>
              <a:gd name="T14" fmla="*/ 15 w 499"/>
              <a:gd name="T15" fmla="*/ 352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9" h="632">
                <a:moveTo>
                  <a:pt x="15" y="352"/>
                </a:moveTo>
                <a:cubicBezTo>
                  <a:pt x="0" y="405"/>
                  <a:pt x="6" y="464"/>
                  <a:pt x="36" y="516"/>
                </a:cubicBezTo>
                <a:cubicBezTo>
                  <a:pt x="66" y="568"/>
                  <a:pt x="114" y="602"/>
                  <a:pt x="167" y="617"/>
                </a:cubicBezTo>
                <a:cubicBezTo>
                  <a:pt x="221" y="631"/>
                  <a:pt x="280" y="625"/>
                  <a:pt x="331" y="595"/>
                </a:cubicBezTo>
                <a:lnTo>
                  <a:pt x="498" y="499"/>
                </a:lnTo>
                <a:lnTo>
                  <a:pt x="498" y="0"/>
                </a:lnTo>
                <a:lnTo>
                  <a:pt x="115" y="221"/>
                </a:lnTo>
                <a:cubicBezTo>
                  <a:pt x="64" y="251"/>
                  <a:pt x="29" y="299"/>
                  <a:pt x="15" y="35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DBBEB-CFD6-4E01-A45F-4CB0419CF96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343025" y="2083034"/>
            <a:ext cx="5906483" cy="16126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Circle: Hollow 13">
            <a:extLst>
              <a:ext uri="{FF2B5EF4-FFF2-40B4-BE49-F238E27FC236}">
                <a16:creationId xmlns:a16="http://schemas.microsoft.com/office/drawing/2014/main" id="{59451A80-8273-4BBB-3F5D-FE8A3DE41520}"/>
              </a:ext>
            </a:extLst>
          </p:cNvPr>
          <p:cNvSpPr/>
          <p:nvPr userDrawn="1"/>
        </p:nvSpPr>
        <p:spPr>
          <a:xfrm flipH="1">
            <a:off x="499130" y="3401867"/>
            <a:ext cx="754878" cy="750495"/>
          </a:xfrm>
          <a:prstGeom prst="donut">
            <a:avLst>
              <a:gd name="adj" fmla="val 174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31">
            <a:extLst>
              <a:ext uri="{FF2B5EF4-FFF2-40B4-BE49-F238E27FC236}">
                <a16:creationId xmlns:a16="http://schemas.microsoft.com/office/drawing/2014/main" id="{3A842C46-2486-84AC-7B59-F92E1AA3536F}"/>
              </a:ext>
            </a:extLst>
          </p:cNvPr>
          <p:cNvSpPr/>
          <p:nvPr userDrawn="1"/>
        </p:nvSpPr>
        <p:spPr>
          <a:xfrm rot="3600000">
            <a:off x="7100002" y="3465842"/>
            <a:ext cx="702301" cy="396249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877446E-EE15-2D4F-C21C-08BDA03620C9}"/>
              </a:ext>
            </a:extLst>
          </p:cNvPr>
          <p:cNvSpPr/>
          <p:nvPr userDrawn="1"/>
        </p:nvSpPr>
        <p:spPr>
          <a:xfrm flipV="1">
            <a:off x="8390467" y="0"/>
            <a:ext cx="1405069" cy="775842"/>
          </a:xfrm>
          <a:custGeom>
            <a:avLst/>
            <a:gdLst>
              <a:gd name="connsiteX0" fmla="*/ 879159 w 1405069"/>
              <a:gd name="connsiteY0" fmla="*/ 775842 h 775842"/>
              <a:gd name="connsiteX1" fmla="*/ 1405069 w 1405069"/>
              <a:gd name="connsiteY1" fmla="*/ 775842 h 775842"/>
              <a:gd name="connsiteX2" fmla="*/ 1402774 w 1405069"/>
              <a:gd name="connsiteY2" fmla="*/ 742924 h 775842"/>
              <a:gd name="connsiteX3" fmla="*/ 1323537 w 1405069"/>
              <a:gd name="connsiteY3" fmla="*/ 639660 h 775842"/>
              <a:gd name="connsiteX4" fmla="*/ 255122 w 1405069"/>
              <a:gd name="connsiteY4" fmla="*/ 22812 h 775842"/>
              <a:gd name="connsiteX5" fmla="*/ 22812 w 1405069"/>
              <a:gd name="connsiteY5" fmla="*/ 85059 h 775842"/>
              <a:gd name="connsiteX6" fmla="*/ 22813 w 1405069"/>
              <a:gd name="connsiteY6" fmla="*/ 85059 h 775842"/>
              <a:gd name="connsiteX7" fmla="*/ 85060 w 1405069"/>
              <a:gd name="connsiteY7" fmla="*/ 317369 h 775842"/>
              <a:gd name="connsiteX8" fmla="*/ 879159 w 1405069"/>
              <a:gd name="connsiteY8" fmla="*/ 775842 h 775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5069" h="775842">
                <a:moveTo>
                  <a:pt x="879159" y="775842"/>
                </a:moveTo>
                <a:lnTo>
                  <a:pt x="1405069" y="775842"/>
                </a:lnTo>
                <a:lnTo>
                  <a:pt x="1402774" y="742924"/>
                </a:lnTo>
                <a:cubicBezTo>
                  <a:pt x="1391509" y="700884"/>
                  <a:pt x="1364207" y="663141"/>
                  <a:pt x="1323537" y="639660"/>
                </a:cubicBezTo>
                <a:cubicBezTo>
                  <a:pt x="967399" y="434044"/>
                  <a:pt x="611260" y="228428"/>
                  <a:pt x="255122" y="22812"/>
                </a:cubicBezTo>
                <a:cubicBezTo>
                  <a:pt x="173782" y="-24150"/>
                  <a:pt x="69773" y="3719"/>
                  <a:pt x="22812" y="85059"/>
                </a:cubicBezTo>
                <a:lnTo>
                  <a:pt x="22813" y="85059"/>
                </a:lnTo>
                <a:cubicBezTo>
                  <a:pt x="-24148" y="166398"/>
                  <a:pt x="3721" y="270407"/>
                  <a:pt x="85060" y="317369"/>
                </a:cubicBezTo>
                <a:lnTo>
                  <a:pt x="879159" y="77584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491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6">
          <p15:clr>
            <a:srgbClr val="FBAE40"/>
          </p15:clr>
        </p15:guide>
        <p15:guide id="2" pos="53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934A6E3-B8C1-6BFD-0306-953CE05540DA}"/>
              </a:ext>
            </a:extLst>
          </p:cNvPr>
          <p:cNvGrpSpPr/>
          <p:nvPr userDrawn="1"/>
        </p:nvGrpSpPr>
        <p:grpSpPr>
          <a:xfrm>
            <a:off x="4973274" y="869499"/>
            <a:ext cx="1578099" cy="828111"/>
            <a:chOff x="3618554" y="297327"/>
            <a:chExt cx="2938333" cy="1541896"/>
          </a:xfrm>
          <a:solidFill>
            <a:schemeClr val="bg1"/>
          </a:solidFill>
        </p:grpSpPr>
        <p:sp>
          <p:nvSpPr>
            <p:cNvPr id="5" name="Rectangle: Rounded Corners 27">
              <a:extLst>
                <a:ext uri="{FF2B5EF4-FFF2-40B4-BE49-F238E27FC236}">
                  <a16:creationId xmlns:a16="http://schemas.microsoft.com/office/drawing/2014/main" id="{F00D3EB4-D5AD-5B1E-D145-231D7D82D76F}"/>
                </a:ext>
              </a:extLst>
            </p:cNvPr>
            <p:cNvSpPr/>
            <p:nvPr userDrawn="1"/>
          </p:nvSpPr>
          <p:spPr>
            <a:xfrm rot="3600000">
              <a:off x="4405243" y="360894"/>
              <a:ext cx="691640" cy="226501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Circle: Hollow 13">
              <a:extLst>
                <a:ext uri="{FF2B5EF4-FFF2-40B4-BE49-F238E27FC236}">
                  <a16:creationId xmlns:a16="http://schemas.microsoft.com/office/drawing/2014/main" id="{59451A80-8273-4BBB-3F5D-FE8A3DE41520}"/>
                </a:ext>
              </a:extLst>
            </p:cNvPr>
            <p:cNvSpPr/>
            <p:nvPr userDrawn="1"/>
          </p:nvSpPr>
          <p:spPr>
            <a:xfrm flipH="1">
              <a:off x="5802009" y="297327"/>
              <a:ext cx="754878" cy="750495"/>
            </a:xfrm>
            <a:prstGeom prst="donut">
              <a:avLst>
                <a:gd name="adj" fmla="val 1743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3FEC9872-340F-52E0-6BD9-A1A72D5B3EAB}"/>
              </a:ext>
            </a:extLst>
          </p:cNvPr>
          <p:cNvSpPr/>
          <p:nvPr userDrawn="1"/>
        </p:nvSpPr>
        <p:spPr>
          <a:xfrm>
            <a:off x="9203079" y="169344"/>
            <a:ext cx="2935946" cy="2935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75">
            <a:extLst>
              <a:ext uri="{FF2B5EF4-FFF2-40B4-BE49-F238E27FC236}">
                <a16:creationId xmlns:a16="http://schemas.microsoft.com/office/drawing/2014/main" id="{3E1A5540-8089-4989-A345-C0649F6F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2982" y="4908141"/>
            <a:ext cx="949018" cy="1200964"/>
          </a:xfrm>
          <a:custGeom>
            <a:avLst/>
            <a:gdLst>
              <a:gd name="T0" fmla="*/ 15 w 499"/>
              <a:gd name="T1" fmla="*/ 352 h 632"/>
              <a:gd name="T2" fmla="*/ 36 w 499"/>
              <a:gd name="T3" fmla="*/ 516 h 632"/>
              <a:gd name="T4" fmla="*/ 167 w 499"/>
              <a:gd name="T5" fmla="*/ 617 h 632"/>
              <a:gd name="T6" fmla="*/ 331 w 499"/>
              <a:gd name="T7" fmla="*/ 595 h 632"/>
              <a:gd name="T8" fmla="*/ 498 w 499"/>
              <a:gd name="T9" fmla="*/ 499 h 632"/>
              <a:gd name="T10" fmla="*/ 498 w 499"/>
              <a:gd name="T11" fmla="*/ 0 h 632"/>
              <a:gd name="T12" fmla="*/ 115 w 499"/>
              <a:gd name="T13" fmla="*/ 221 h 632"/>
              <a:gd name="T14" fmla="*/ 15 w 499"/>
              <a:gd name="T15" fmla="*/ 352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9" h="632">
                <a:moveTo>
                  <a:pt x="15" y="352"/>
                </a:moveTo>
                <a:cubicBezTo>
                  <a:pt x="0" y="405"/>
                  <a:pt x="6" y="464"/>
                  <a:pt x="36" y="516"/>
                </a:cubicBezTo>
                <a:cubicBezTo>
                  <a:pt x="66" y="568"/>
                  <a:pt x="114" y="602"/>
                  <a:pt x="167" y="617"/>
                </a:cubicBezTo>
                <a:cubicBezTo>
                  <a:pt x="221" y="631"/>
                  <a:pt x="280" y="625"/>
                  <a:pt x="331" y="595"/>
                </a:cubicBezTo>
                <a:lnTo>
                  <a:pt x="498" y="499"/>
                </a:lnTo>
                <a:lnTo>
                  <a:pt x="498" y="0"/>
                </a:lnTo>
                <a:lnTo>
                  <a:pt x="115" y="221"/>
                </a:lnTo>
                <a:cubicBezTo>
                  <a:pt x="64" y="251"/>
                  <a:pt x="29" y="299"/>
                  <a:pt x="15" y="35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DBBEB-CFD6-4E01-A45F-4CB0419CF96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343025" y="2083034"/>
            <a:ext cx="5906483" cy="16126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A8E64A2-2A2B-A4E6-5EBE-55F1F2FB9BB1}"/>
              </a:ext>
            </a:extLst>
          </p:cNvPr>
          <p:cNvSpPr/>
          <p:nvPr userDrawn="1"/>
        </p:nvSpPr>
        <p:spPr>
          <a:xfrm rot="3600000">
            <a:off x="10487004" y="120521"/>
            <a:ext cx="351152" cy="3734780"/>
          </a:xfrm>
          <a:custGeom>
            <a:avLst/>
            <a:gdLst>
              <a:gd name="connsiteX0" fmla="*/ 0 w 351152"/>
              <a:gd name="connsiteY0" fmla="*/ 0 h 3734780"/>
              <a:gd name="connsiteX1" fmla="*/ 351152 w 351152"/>
              <a:gd name="connsiteY1" fmla="*/ 202738 h 3734780"/>
              <a:gd name="connsiteX2" fmla="*/ 351151 w 351152"/>
              <a:gd name="connsiteY2" fmla="*/ 3559204 h 3734780"/>
              <a:gd name="connsiteX3" fmla="*/ 175575 w 351152"/>
              <a:gd name="connsiteY3" fmla="*/ 3734780 h 3734780"/>
              <a:gd name="connsiteX4" fmla="*/ 175576 w 351152"/>
              <a:gd name="connsiteY4" fmla="*/ 3734779 h 3734780"/>
              <a:gd name="connsiteX5" fmla="*/ 1 w 351152"/>
              <a:gd name="connsiteY5" fmla="*/ 3559203 h 3734780"/>
              <a:gd name="connsiteX6" fmla="*/ 0 w 351152"/>
              <a:gd name="connsiteY6" fmla="*/ 0 h 3734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152" h="3734780">
                <a:moveTo>
                  <a:pt x="0" y="0"/>
                </a:moveTo>
                <a:lnTo>
                  <a:pt x="351152" y="202738"/>
                </a:lnTo>
                <a:lnTo>
                  <a:pt x="351151" y="3559204"/>
                </a:lnTo>
                <a:cubicBezTo>
                  <a:pt x="351152" y="3656172"/>
                  <a:pt x="272543" y="3734780"/>
                  <a:pt x="175575" y="3734780"/>
                </a:cubicBezTo>
                <a:lnTo>
                  <a:pt x="175576" y="3734779"/>
                </a:lnTo>
                <a:cubicBezTo>
                  <a:pt x="78608" y="3734779"/>
                  <a:pt x="1" y="3656171"/>
                  <a:pt x="1" y="355920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ircle: Hollow 13">
            <a:extLst>
              <a:ext uri="{FF2B5EF4-FFF2-40B4-BE49-F238E27FC236}">
                <a16:creationId xmlns:a16="http://schemas.microsoft.com/office/drawing/2014/main" id="{2FDFC462-96A0-F5A8-4636-EDEFA12449DF}"/>
              </a:ext>
            </a:extLst>
          </p:cNvPr>
          <p:cNvSpPr/>
          <p:nvPr userDrawn="1"/>
        </p:nvSpPr>
        <p:spPr>
          <a:xfrm flipH="1">
            <a:off x="8616280" y="2891554"/>
            <a:ext cx="359513" cy="357426"/>
          </a:xfrm>
          <a:prstGeom prst="donut">
            <a:avLst>
              <a:gd name="adj" fmla="val 174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D9DB33C-CD1F-6D79-B0AA-41DB3C6DCF2F}"/>
              </a:ext>
            </a:extLst>
          </p:cNvPr>
          <p:cNvSpPr/>
          <p:nvPr userDrawn="1"/>
        </p:nvSpPr>
        <p:spPr>
          <a:xfrm>
            <a:off x="640440" y="6056114"/>
            <a:ext cx="1406884" cy="801886"/>
          </a:xfrm>
          <a:custGeom>
            <a:avLst/>
            <a:gdLst>
              <a:gd name="connsiteX0" fmla="*/ 1215771 w 1406884"/>
              <a:gd name="connsiteY0" fmla="*/ 1288 h 801886"/>
              <a:gd name="connsiteX1" fmla="*/ 1384072 w 1406884"/>
              <a:gd name="connsiteY1" fmla="*/ 85060 h 801886"/>
              <a:gd name="connsiteX2" fmla="*/ 1321824 w 1406884"/>
              <a:gd name="connsiteY2" fmla="*/ 317370 h 801886"/>
              <a:gd name="connsiteX3" fmla="*/ 482617 w 1406884"/>
              <a:gd name="connsiteY3" fmla="*/ 801886 h 801886"/>
              <a:gd name="connsiteX4" fmla="*/ 0 w 1406884"/>
              <a:gd name="connsiteY4" fmla="*/ 801886 h 801886"/>
              <a:gd name="connsiteX5" fmla="*/ 4111 w 1406884"/>
              <a:gd name="connsiteY5" fmla="*/ 742925 h 801886"/>
              <a:gd name="connsiteX6" fmla="*/ 83347 w 1406884"/>
              <a:gd name="connsiteY6" fmla="*/ 639661 h 801886"/>
              <a:gd name="connsiteX7" fmla="*/ 1151761 w 1406884"/>
              <a:gd name="connsiteY7" fmla="*/ 22812 h 801886"/>
              <a:gd name="connsiteX8" fmla="*/ 1215771 w 1406884"/>
              <a:gd name="connsiteY8" fmla="*/ 1288 h 80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6884" h="801886">
                <a:moveTo>
                  <a:pt x="1215771" y="1288"/>
                </a:moveTo>
                <a:cubicBezTo>
                  <a:pt x="1281540" y="-6873"/>
                  <a:pt x="1348851" y="24055"/>
                  <a:pt x="1384072" y="85060"/>
                </a:cubicBezTo>
                <a:cubicBezTo>
                  <a:pt x="1431033" y="166399"/>
                  <a:pt x="1403164" y="270409"/>
                  <a:pt x="1321824" y="317370"/>
                </a:cubicBezTo>
                <a:lnTo>
                  <a:pt x="482617" y="801886"/>
                </a:lnTo>
                <a:lnTo>
                  <a:pt x="0" y="801886"/>
                </a:lnTo>
                <a:lnTo>
                  <a:pt x="4111" y="742925"/>
                </a:lnTo>
                <a:cubicBezTo>
                  <a:pt x="15375" y="700885"/>
                  <a:pt x="42678" y="663142"/>
                  <a:pt x="83347" y="639661"/>
                </a:cubicBezTo>
                <a:lnTo>
                  <a:pt x="1151761" y="22812"/>
                </a:lnTo>
                <a:cubicBezTo>
                  <a:pt x="1172096" y="11072"/>
                  <a:pt x="1193848" y="4008"/>
                  <a:pt x="1215771" y="12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421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6">
          <p15:clr>
            <a:srgbClr val="FBAE40"/>
          </p15:clr>
        </p15:guide>
        <p15:guide id="2" pos="538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ll-out + image v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30">
            <a:extLst>
              <a:ext uri="{FF2B5EF4-FFF2-40B4-BE49-F238E27FC236}">
                <a16:creationId xmlns:a16="http://schemas.microsoft.com/office/drawing/2014/main" id="{AE7D05C4-8DFA-8683-68D9-A18F38AD00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37074" y="5699446"/>
            <a:ext cx="2716596" cy="1158553"/>
          </a:xfrm>
          <a:custGeom>
            <a:avLst/>
            <a:gdLst>
              <a:gd name="T0" fmla="*/ 851 w 898"/>
              <a:gd name="T1" fmla="*/ 139 h 382"/>
              <a:gd name="T2" fmla="*/ 556 w 898"/>
              <a:gd name="T3" fmla="*/ 60 h 382"/>
              <a:gd name="T4" fmla="*/ 0 w 898"/>
              <a:gd name="T5" fmla="*/ 381 h 382"/>
              <a:gd name="T6" fmla="*/ 833 w 898"/>
              <a:gd name="T7" fmla="*/ 381 h 382"/>
              <a:gd name="T8" fmla="*/ 851 w 898"/>
              <a:gd name="T9" fmla="*/ 139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8" h="382">
                <a:moveTo>
                  <a:pt x="851" y="139"/>
                </a:moveTo>
                <a:cubicBezTo>
                  <a:pt x="791" y="35"/>
                  <a:pt x="659" y="0"/>
                  <a:pt x="556" y="60"/>
                </a:cubicBezTo>
                <a:lnTo>
                  <a:pt x="0" y="381"/>
                </a:lnTo>
                <a:lnTo>
                  <a:pt x="833" y="381"/>
                </a:lnTo>
                <a:cubicBezTo>
                  <a:pt x="887" y="314"/>
                  <a:pt x="897" y="218"/>
                  <a:pt x="851" y="139"/>
                </a:cubicBezTo>
              </a:path>
            </a:pathLst>
          </a:custGeom>
          <a:solidFill>
            <a:srgbClr val="00D7BD"/>
          </a:solidFill>
          <a:ln w="19050">
            <a:noFill/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D878C1E-6FBA-4C79-A678-CC522AB6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722" y="2290763"/>
            <a:ext cx="4038687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lnSpc>
                <a:spcPct val="80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Rectangle: Rounded Corners 31">
            <a:extLst>
              <a:ext uri="{FF2B5EF4-FFF2-40B4-BE49-F238E27FC236}">
                <a16:creationId xmlns:a16="http://schemas.microsoft.com/office/drawing/2014/main" id="{D51B1750-FA0F-FF8D-1588-FC183485BE73}"/>
              </a:ext>
            </a:extLst>
          </p:cNvPr>
          <p:cNvSpPr/>
          <p:nvPr userDrawn="1"/>
        </p:nvSpPr>
        <p:spPr>
          <a:xfrm rot="3600000">
            <a:off x="2046318" y="965904"/>
            <a:ext cx="875830" cy="4467391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31">
            <a:extLst>
              <a:ext uri="{FF2B5EF4-FFF2-40B4-BE49-F238E27FC236}">
                <a16:creationId xmlns:a16="http://schemas.microsoft.com/office/drawing/2014/main" id="{ADACF6AB-BE87-9E4A-72A1-A67BB5456F5E}"/>
              </a:ext>
            </a:extLst>
          </p:cNvPr>
          <p:cNvSpPr/>
          <p:nvPr userDrawn="1"/>
        </p:nvSpPr>
        <p:spPr>
          <a:xfrm rot="3600000">
            <a:off x="2226348" y="1413144"/>
            <a:ext cx="273065" cy="16344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1">
            <a:extLst>
              <a:ext uri="{FF2B5EF4-FFF2-40B4-BE49-F238E27FC236}">
                <a16:creationId xmlns:a16="http://schemas.microsoft.com/office/drawing/2014/main" id="{B4158CF9-A27A-B2BB-C60C-DC54C601768B}"/>
              </a:ext>
            </a:extLst>
          </p:cNvPr>
          <p:cNvSpPr/>
          <p:nvPr userDrawn="1"/>
        </p:nvSpPr>
        <p:spPr>
          <a:xfrm rot="3600000">
            <a:off x="3029559" y="3417454"/>
            <a:ext cx="260625" cy="14098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31">
            <a:extLst>
              <a:ext uri="{FF2B5EF4-FFF2-40B4-BE49-F238E27FC236}">
                <a16:creationId xmlns:a16="http://schemas.microsoft.com/office/drawing/2014/main" id="{A697803F-BCB6-C967-ED80-CD602973DCF6}"/>
              </a:ext>
            </a:extLst>
          </p:cNvPr>
          <p:cNvSpPr/>
          <p:nvPr userDrawn="1"/>
        </p:nvSpPr>
        <p:spPr>
          <a:xfrm rot="3600000">
            <a:off x="4266204" y="3464151"/>
            <a:ext cx="537351" cy="130340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ircle: Hollow 13">
            <a:extLst>
              <a:ext uri="{FF2B5EF4-FFF2-40B4-BE49-F238E27FC236}">
                <a16:creationId xmlns:a16="http://schemas.microsoft.com/office/drawing/2014/main" id="{DD91EDAB-46D0-1AEA-7A58-95F85C14660F}"/>
              </a:ext>
            </a:extLst>
          </p:cNvPr>
          <p:cNvSpPr/>
          <p:nvPr userDrawn="1"/>
        </p:nvSpPr>
        <p:spPr>
          <a:xfrm flipH="1">
            <a:off x="5218349" y="3296581"/>
            <a:ext cx="565410" cy="562125"/>
          </a:xfrm>
          <a:prstGeom prst="donut">
            <a:avLst>
              <a:gd name="adj" fmla="val 2748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21">
            <a:extLst>
              <a:ext uri="{FF2B5EF4-FFF2-40B4-BE49-F238E27FC236}">
                <a16:creationId xmlns:a16="http://schemas.microsoft.com/office/drawing/2014/main" id="{CF5BF71B-B478-2F68-634F-5305D2B590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43539" y="2872602"/>
            <a:ext cx="4617721" cy="4616450"/>
          </a:xfrm>
          <a:custGeom>
            <a:avLst/>
            <a:gdLst>
              <a:gd name="connsiteX0" fmla="*/ 2296127 w 4617721"/>
              <a:gd name="connsiteY0" fmla="*/ 0 h 4616450"/>
              <a:gd name="connsiteX1" fmla="*/ 2321595 w 4617721"/>
              <a:gd name="connsiteY1" fmla="*/ 0 h 4616450"/>
              <a:gd name="connsiteX2" fmla="*/ 2544929 w 4617721"/>
              <a:gd name="connsiteY2" fmla="*/ 11278 h 4616450"/>
              <a:gd name="connsiteX3" fmla="*/ 4605802 w 4617721"/>
              <a:gd name="connsiteY3" fmla="*/ 2072150 h 4616450"/>
              <a:gd name="connsiteX4" fmla="*/ 4617721 w 4617721"/>
              <a:gd name="connsiteY4" fmla="*/ 2308198 h 4616450"/>
              <a:gd name="connsiteX5" fmla="*/ 4617721 w 4617721"/>
              <a:gd name="connsiteY5" fmla="*/ 2308239 h 4616450"/>
              <a:gd name="connsiteX6" fmla="*/ 4605802 w 4617721"/>
              <a:gd name="connsiteY6" fmla="*/ 2544286 h 4616450"/>
              <a:gd name="connsiteX7" fmla="*/ 2544929 w 4617721"/>
              <a:gd name="connsiteY7" fmla="*/ 4605159 h 4616450"/>
              <a:gd name="connsiteX8" fmla="*/ 2321317 w 4617721"/>
              <a:gd name="connsiteY8" fmla="*/ 4616450 h 4616450"/>
              <a:gd name="connsiteX9" fmla="*/ 2296405 w 4617721"/>
              <a:gd name="connsiteY9" fmla="*/ 4616450 h 4616450"/>
              <a:gd name="connsiteX10" fmla="*/ 2072794 w 4617721"/>
              <a:gd name="connsiteY10" fmla="*/ 4605159 h 4616450"/>
              <a:gd name="connsiteX11" fmla="*/ 0 w 4617721"/>
              <a:gd name="connsiteY11" fmla="*/ 2308218 h 4616450"/>
              <a:gd name="connsiteX12" fmla="*/ 2072794 w 4617721"/>
              <a:gd name="connsiteY12" fmla="*/ 11278 h 461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17721" h="4616450">
                <a:moveTo>
                  <a:pt x="2296127" y="0"/>
                </a:moveTo>
                <a:lnTo>
                  <a:pt x="2321595" y="0"/>
                </a:lnTo>
                <a:lnTo>
                  <a:pt x="2544929" y="11278"/>
                </a:lnTo>
                <a:cubicBezTo>
                  <a:pt x="3631569" y="121632"/>
                  <a:pt x="4495447" y="985510"/>
                  <a:pt x="4605802" y="2072150"/>
                </a:cubicBezTo>
                <a:lnTo>
                  <a:pt x="4617721" y="2308198"/>
                </a:lnTo>
                <a:lnTo>
                  <a:pt x="4617721" y="2308239"/>
                </a:lnTo>
                <a:lnTo>
                  <a:pt x="4605802" y="2544286"/>
                </a:lnTo>
                <a:cubicBezTo>
                  <a:pt x="4495447" y="3630926"/>
                  <a:pt x="3631569" y="4494805"/>
                  <a:pt x="2544929" y="4605159"/>
                </a:cubicBezTo>
                <a:lnTo>
                  <a:pt x="2321317" y="4616450"/>
                </a:lnTo>
                <a:lnTo>
                  <a:pt x="2296405" y="4616450"/>
                </a:lnTo>
                <a:lnTo>
                  <a:pt x="2072794" y="4605159"/>
                </a:lnTo>
                <a:cubicBezTo>
                  <a:pt x="908536" y="4486922"/>
                  <a:pt x="0" y="3503670"/>
                  <a:pt x="0" y="2308218"/>
                </a:cubicBezTo>
                <a:cubicBezTo>
                  <a:pt x="0" y="1112766"/>
                  <a:pt x="908536" y="129514"/>
                  <a:pt x="2072794" y="11278"/>
                </a:cubicBezTo>
                <a:close/>
              </a:path>
            </a:pathLst>
          </a:cu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wrap="square" bIns="612000" anchor="ctr" anchorCtr="0">
            <a:noAutofit/>
          </a:bodyPr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E3E79F-8159-E7BF-B12B-E7C671443CBC}"/>
              </a:ext>
            </a:extLst>
          </p:cNvPr>
          <p:cNvSpPr/>
          <p:nvPr userDrawn="1"/>
        </p:nvSpPr>
        <p:spPr>
          <a:xfrm>
            <a:off x="-2236817" y="-1"/>
            <a:ext cx="215591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  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7E09D342-4EB6-93F9-46AF-4228D2B9BD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65873" y="4238101"/>
            <a:ext cx="1414021" cy="70143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5EBC61-D929-35BD-2D15-6FC0A09F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54511D-8D7B-47B9-BEAF-9346F271E02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896722" y="1637135"/>
            <a:ext cx="4824878" cy="931923"/>
          </a:xfrm>
        </p:spPr>
        <p:txBody>
          <a:bodyPr vert="horz" lIns="0" tIns="0" rIns="0" bIns="0" rtlCol="0" anchor="t" anchorCtr="0">
            <a:normAutofit/>
          </a:bodyPr>
          <a:lstStyle>
            <a:lvl1pPr marL="228600" indent="39688">
              <a:buNone/>
              <a:tabLst/>
              <a:defRPr lang="en-US" sz="2800" b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F62CC94E-C130-2EE6-3077-FEB0E0ADD49C}"/>
              </a:ext>
            </a:extLst>
          </p:cNvPr>
          <p:cNvSpPr/>
          <p:nvPr userDrawn="1"/>
        </p:nvSpPr>
        <p:spPr>
          <a:xfrm>
            <a:off x="4339481" y="-1"/>
            <a:ext cx="1306286" cy="1102218"/>
          </a:xfrm>
          <a:custGeom>
            <a:avLst/>
            <a:gdLst>
              <a:gd name="connsiteX0" fmla="*/ 180768 w 1306286"/>
              <a:gd name="connsiteY0" fmla="*/ 0 h 1102218"/>
              <a:gd name="connsiteX1" fmla="*/ 1125519 w 1306286"/>
              <a:gd name="connsiteY1" fmla="*/ 0 h 1102218"/>
              <a:gd name="connsiteX2" fmla="*/ 1194739 w 1306286"/>
              <a:gd name="connsiteY2" fmla="*/ 83897 h 1102218"/>
              <a:gd name="connsiteX3" fmla="*/ 1306286 w 1306286"/>
              <a:gd name="connsiteY3" fmla="*/ 449075 h 1102218"/>
              <a:gd name="connsiteX4" fmla="*/ 653143 w 1306286"/>
              <a:gd name="connsiteY4" fmla="*/ 1102218 h 1102218"/>
              <a:gd name="connsiteX5" fmla="*/ 0 w 1306286"/>
              <a:gd name="connsiteY5" fmla="*/ 449075 h 1102218"/>
              <a:gd name="connsiteX6" fmla="*/ 111547 w 1306286"/>
              <a:gd name="connsiteY6" fmla="*/ 83897 h 1102218"/>
              <a:gd name="connsiteX7" fmla="*/ 180768 w 1306286"/>
              <a:gd name="connsiteY7" fmla="*/ 0 h 1102218"/>
              <a:gd name="connsiteX8" fmla="*/ 653143 w 1306286"/>
              <a:gd name="connsiteY8" fmla="*/ 23618 h 1102218"/>
              <a:gd name="connsiteX9" fmla="*/ 227686 w 1306286"/>
              <a:gd name="connsiteY9" fmla="*/ 449075 h 1102218"/>
              <a:gd name="connsiteX10" fmla="*/ 653143 w 1306286"/>
              <a:gd name="connsiteY10" fmla="*/ 874532 h 1102218"/>
              <a:gd name="connsiteX11" fmla="*/ 1078600 w 1306286"/>
              <a:gd name="connsiteY11" fmla="*/ 449075 h 1102218"/>
              <a:gd name="connsiteX12" fmla="*/ 653143 w 1306286"/>
              <a:gd name="connsiteY12" fmla="*/ 23618 h 110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06286" h="1102218">
                <a:moveTo>
                  <a:pt x="180768" y="0"/>
                </a:moveTo>
                <a:lnTo>
                  <a:pt x="1125519" y="0"/>
                </a:lnTo>
                <a:lnTo>
                  <a:pt x="1194739" y="83897"/>
                </a:lnTo>
                <a:cubicBezTo>
                  <a:pt x="1265164" y="188139"/>
                  <a:pt x="1306286" y="313805"/>
                  <a:pt x="1306286" y="449075"/>
                </a:cubicBezTo>
                <a:cubicBezTo>
                  <a:pt x="1306286" y="809796"/>
                  <a:pt x="1013864" y="1102218"/>
                  <a:pt x="653143" y="1102218"/>
                </a:cubicBezTo>
                <a:cubicBezTo>
                  <a:pt x="292422" y="1102218"/>
                  <a:pt x="0" y="809796"/>
                  <a:pt x="0" y="449075"/>
                </a:cubicBezTo>
                <a:cubicBezTo>
                  <a:pt x="0" y="313805"/>
                  <a:pt x="41122" y="188139"/>
                  <a:pt x="111547" y="83897"/>
                </a:cubicBezTo>
                <a:lnTo>
                  <a:pt x="180768" y="0"/>
                </a:lnTo>
                <a:close/>
                <a:moveTo>
                  <a:pt x="653143" y="23618"/>
                </a:moveTo>
                <a:cubicBezTo>
                  <a:pt x="418170" y="23618"/>
                  <a:pt x="227686" y="214102"/>
                  <a:pt x="227686" y="449075"/>
                </a:cubicBezTo>
                <a:cubicBezTo>
                  <a:pt x="227686" y="684048"/>
                  <a:pt x="418170" y="874532"/>
                  <a:pt x="653143" y="874532"/>
                </a:cubicBezTo>
                <a:cubicBezTo>
                  <a:pt x="888116" y="874532"/>
                  <a:pt x="1078600" y="684048"/>
                  <a:pt x="1078600" y="449075"/>
                </a:cubicBezTo>
                <a:cubicBezTo>
                  <a:pt x="1078600" y="214102"/>
                  <a:pt x="888116" y="23618"/>
                  <a:pt x="653143" y="236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319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all-out + image v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30">
            <a:extLst>
              <a:ext uri="{FF2B5EF4-FFF2-40B4-BE49-F238E27FC236}">
                <a16:creationId xmlns:a16="http://schemas.microsoft.com/office/drawing/2014/main" id="{AE7D05C4-8DFA-8683-68D9-A18F38AD00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37074" y="5699446"/>
            <a:ext cx="2716596" cy="1158553"/>
          </a:xfrm>
          <a:custGeom>
            <a:avLst/>
            <a:gdLst>
              <a:gd name="T0" fmla="*/ 851 w 898"/>
              <a:gd name="T1" fmla="*/ 139 h 382"/>
              <a:gd name="T2" fmla="*/ 556 w 898"/>
              <a:gd name="T3" fmla="*/ 60 h 382"/>
              <a:gd name="T4" fmla="*/ 0 w 898"/>
              <a:gd name="T5" fmla="*/ 381 h 382"/>
              <a:gd name="T6" fmla="*/ 833 w 898"/>
              <a:gd name="T7" fmla="*/ 381 h 382"/>
              <a:gd name="T8" fmla="*/ 851 w 898"/>
              <a:gd name="T9" fmla="*/ 139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8" h="382">
                <a:moveTo>
                  <a:pt x="851" y="139"/>
                </a:moveTo>
                <a:cubicBezTo>
                  <a:pt x="791" y="35"/>
                  <a:pt x="659" y="0"/>
                  <a:pt x="556" y="60"/>
                </a:cubicBezTo>
                <a:lnTo>
                  <a:pt x="0" y="381"/>
                </a:lnTo>
                <a:lnTo>
                  <a:pt x="833" y="381"/>
                </a:lnTo>
                <a:cubicBezTo>
                  <a:pt x="887" y="314"/>
                  <a:pt x="897" y="218"/>
                  <a:pt x="851" y="139"/>
                </a:cubicBezTo>
              </a:path>
            </a:pathLst>
          </a:custGeom>
          <a:solidFill>
            <a:srgbClr val="00D7BD"/>
          </a:solidFill>
          <a:ln w="19050">
            <a:noFill/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31">
            <a:extLst>
              <a:ext uri="{FF2B5EF4-FFF2-40B4-BE49-F238E27FC236}">
                <a16:creationId xmlns:a16="http://schemas.microsoft.com/office/drawing/2014/main" id="{EC550182-BC02-7268-E4E7-17A17280266D}"/>
              </a:ext>
            </a:extLst>
          </p:cNvPr>
          <p:cNvSpPr/>
          <p:nvPr userDrawn="1"/>
        </p:nvSpPr>
        <p:spPr>
          <a:xfrm rot="3600000">
            <a:off x="8910399" y="3385787"/>
            <a:ext cx="392045" cy="140984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31">
            <a:extLst>
              <a:ext uri="{FF2B5EF4-FFF2-40B4-BE49-F238E27FC236}">
                <a16:creationId xmlns:a16="http://schemas.microsoft.com/office/drawing/2014/main" id="{927A0818-E986-FB06-9AC2-5B74E39230BB}"/>
              </a:ext>
            </a:extLst>
          </p:cNvPr>
          <p:cNvSpPr/>
          <p:nvPr userDrawn="1"/>
        </p:nvSpPr>
        <p:spPr>
          <a:xfrm rot="3600000">
            <a:off x="7860396" y="2048080"/>
            <a:ext cx="709405" cy="309537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1">
            <a:extLst>
              <a:ext uri="{FF2B5EF4-FFF2-40B4-BE49-F238E27FC236}">
                <a16:creationId xmlns:a16="http://schemas.microsoft.com/office/drawing/2014/main" id="{7093DBCD-D37E-E287-C285-926CC2E054A2}"/>
              </a:ext>
            </a:extLst>
          </p:cNvPr>
          <p:cNvSpPr/>
          <p:nvPr userDrawn="1"/>
        </p:nvSpPr>
        <p:spPr>
          <a:xfrm rot="3600000">
            <a:off x="8041644" y="1736090"/>
            <a:ext cx="260625" cy="14098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ircle: Hollow 13">
            <a:extLst>
              <a:ext uri="{FF2B5EF4-FFF2-40B4-BE49-F238E27FC236}">
                <a16:creationId xmlns:a16="http://schemas.microsoft.com/office/drawing/2014/main" id="{EE84FD18-C11E-0476-1072-4CB3A5B2DAD2}"/>
              </a:ext>
            </a:extLst>
          </p:cNvPr>
          <p:cNvSpPr/>
          <p:nvPr userDrawn="1"/>
        </p:nvSpPr>
        <p:spPr>
          <a:xfrm flipH="1">
            <a:off x="7252536" y="2795120"/>
            <a:ext cx="243725" cy="242309"/>
          </a:xfrm>
          <a:prstGeom prst="donut">
            <a:avLst>
              <a:gd name="adj" fmla="val 2748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icture Placeholder 21">
            <a:extLst>
              <a:ext uri="{FF2B5EF4-FFF2-40B4-BE49-F238E27FC236}">
                <a16:creationId xmlns:a16="http://schemas.microsoft.com/office/drawing/2014/main" id="{5D884341-BE4B-7E17-6EA7-DEAF79E121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13241" y="-671090"/>
            <a:ext cx="4617721" cy="4616450"/>
          </a:xfrm>
          <a:custGeom>
            <a:avLst/>
            <a:gdLst>
              <a:gd name="connsiteX0" fmla="*/ 2296127 w 4617721"/>
              <a:gd name="connsiteY0" fmla="*/ 0 h 4616450"/>
              <a:gd name="connsiteX1" fmla="*/ 2321595 w 4617721"/>
              <a:gd name="connsiteY1" fmla="*/ 0 h 4616450"/>
              <a:gd name="connsiteX2" fmla="*/ 2544929 w 4617721"/>
              <a:gd name="connsiteY2" fmla="*/ 11278 h 4616450"/>
              <a:gd name="connsiteX3" fmla="*/ 4605802 w 4617721"/>
              <a:gd name="connsiteY3" fmla="*/ 2072150 h 4616450"/>
              <a:gd name="connsiteX4" fmla="*/ 4617721 w 4617721"/>
              <a:gd name="connsiteY4" fmla="*/ 2308198 h 4616450"/>
              <a:gd name="connsiteX5" fmla="*/ 4617721 w 4617721"/>
              <a:gd name="connsiteY5" fmla="*/ 2308239 h 4616450"/>
              <a:gd name="connsiteX6" fmla="*/ 4605802 w 4617721"/>
              <a:gd name="connsiteY6" fmla="*/ 2544286 h 4616450"/>
              <a:gd name="connsiteX7" fmla="*/ 2544929 w 4617721"/>
              <a:gd name="connsiteY7" fmla="*/ 4605159 h 4616450"/>
              <a:gd name="connsiteX8" fmla="*/ 2321317 w 4617721"/>
              <a:gd name="connsiteY8" fmla="*/ 4616450 h 4616450"/>
              <a:gd name="connsiteX9" fmla="*/ 2296405 w 4617721"/>
              <a:gd name="connsiteY9" fmla="*/ 4616450 h 4616450"/>
              <a:gd name="connsiteX10" fmla="*/ 2072794 w 4617721"/>
              <a:gd name="connsiteY10" fmla="*/ 4605159 h 4616450"/>
              <a:gd name="connsiteX11" fmla="*/ 0 w 4617721"/>
              <a:gd name="connsiteY11" fmla="*/ 2308218 h 4616450"/>
              <a:gd name="connsiteX12" fmla="*/ 2072794 w 4617721"/>
              <a:gd name="connsiteY12" fmla="*/ 11278 h 461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17721" h="4616450">
                <a:moveTo>
                  <a:pt x="2296127" y="0"/>
                </a:moveTo>
                <a:lnTo>
                  <a:pt x="2321595" y="0"/>
                </a:lnTo>
                <a:lnTo>
                  <a:pt x="2544929" y="11278"/>
                </a:lnTo>
                <a:cubicBezTo>
                  <a:pt x="3631569" y="121632"/>
                  <a:pt x="4495447" y="985510"/>
                  <a:pt x="4605802" y="2072150"/>
                </a:cubicBezTo>
                <a:lnTo>
                  <a:pt x="4617721" y="2308198"/>
                </a:lnTo>
                <a:lnTo>
                  <a:pt x="4617721" y="2308239"/>
                </a:lnTo>
                <a:lnTo>
                  <a:pt x="4605802" y="2544286"/>
                </a:lnTo>
                <a:cubicBezTo>
                  <a:pt x="4495447" y="3630926"/>
                  <a:pt x="3631569" y="4494805"/>
                  <a:pt x="2544929" y="4605159"/>
                </a:cubicBezTo>
                <a:lnTo>
                  <a:pt x="2321317" y="4616450"/>
                </a:lnTo>
                <a:lnTo>
                  <a:pt x="2296405" y="4616450"/>
                </a:lnTo>
                <a:lnTo>
                  <a:pt x="2072794" y="4605159"/>
                </a:lnTo>
                <a:cubicBezTo>
                  <a:pt x="908536" y="4486922"/>
                  <a:pt x="0" y="3503670"/>
                  <a:pt x="0" y="2308218"/>
                </a:cubicBezTo>
                <a:cubicBezTo>
                  <a:pt x="0" y="1112766"/>
                  <a:pt x="908536" y="129514"/>
                  <a:pt x="2072794" y="11278"/>
                </a:cubicBezTo>
                <a:close/>
              </a:path>
            </a:pathLst>
          </a:cu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wrap="square" bIns="612000" anchor="ctr" anchorCtr="0">
            <a:noAutofit/>
          </a:bodyPr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D256E8-EF5B-68F6-85AF-C4446B2B5781}"/>
              </a:ext>
            </a:extLst>
          </p:cNvPr>
          <p:cNvSpPr/>
          <p:nvPr userDrawn="1"/>
        </p:nvSpPr>
        <p:spPr>
          <a:xfrm>
            <a:off x="-2236817" y="-1"/>
            <a:ext cx="215591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  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7FC83106-2E6C-A6A2-558D-D90CB2F2E1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65873" y="4238101"/>
            <a:ext cx="1414021" cy="701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82E732-B32C-20C8-D704-2EED14555E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82758" y="1808318"/>
            <a:ext cx="647790" cy="5811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C296EE9-6E91-732A-0BD2-5E979269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D878C1E-6FBA-4C79-A678-CC522AB630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73000" y="2237754"/>
            <a:ext cx="4038687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lnSpc>
                <a:spcPct val="80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54511D-8D7B-47B9-BEAF-9346F271E02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973000" y="1637135"/>
            <a:ext cx="5321783" cy="931923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800" b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D0D1F24-9866-8225-7809-8EF4D5D78886}"/>
              </a:ext>
            </a:extLst>
          </p:cNvPr>
          <p:cNvSpPr/>
          <p:nvPr userDrawn="1"/>
        </p:nvSpPr>
        <p:spPr>
          <a:xfrm>
            <a:off x="4339481" y="-1"/>
            <a:ext cx="1306286" cy="1102218"/>
          </a:xfrm>
          <a:custGeom>
            <a:avLst/>
            <a:gdLst>
              <a:gd name="connsiteX0" fmla="*/ 180768 w 1306286"/>
              <a:gd name="connsiteY0" fmla="*/ 0 h 1102218"/>
              <a:gd name="connsiteX1" fmla="*/ 1125519 w 1306286"/>
              <a:gd name="connsiteY1" fmla="*/ 0 h 1102218"/>
              <a:gd name="connsiteX2" fmla="*/ 1194739 w 1306286"/>
              <a:gd name="connsiteY2" fmla="*/ 83897 h 1102218"/>
              <a:gd name="connsiteX3" fmla="*/ 1306286 w 1306286"/>
              <a:gd name="connsiteY3" fmla="*/ 449075 h 1102218"/>
              <a:gd name="connsiteX4" fmla="*/ 653143 w 1306286"/>
              <a:gd name="connsiteY4" fmla="*/ 1102218 h 1102218"/>
              <a:gd name="connsiteX5" fmla="*/ 0 w 1306286"/>
              <a:gd name="connsiteY5" fmla="*/ 449075 h 1102218"/>
              <a:gd name="connsiteX6" fmla="*/ 111547 w 1306286"/>
              <a:gd name="connsiteY6" fmla="*/ 83897 h 1102218"/>
              <a:gd name="connsiteX7" fmla="*/ 180768 w 1306286"/>
              <a:gd name="connsiteY7" fmla="*/ 0 h 1102218"/>
              <a:gd name="connsiteX8" fmla="*/ 653143 w 1306286"/>
              <a:gd name="connsiteY8" fmla="*/ 23618 h 1102218"/>
              <a:gd name="connsiteX9" fmla="*/ 227686 w 1306286"/>
              <a:gd name="connsiteY9" fmla="*/ 449075 h 1102218"/>
              <a:gd name="connsiteX10" fmla="*/ 653143 w 1306286"/>
              <a:gd name="connsiteY10" fmla="*/ 874532 h 1102218"/>
              <a:gd name="connsiteX11" fmla="*/ 1078600 w 1306286"/>
              <a:gd name="connsiteY11" fmla="*/ 449075 h 1102218"/>
              <a:gd name="connsiteX12" fmla="*/ 653143 w 1306286"/>
              <a:gd name="connsiteY12" fmla="*/ 23618 h 110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06286" h="1102218">
                <a:moveTo>
                  <a:pt x="180768" y="0"/>
                </a:moveTo>
                <a:lnTo>
                  <a:pt x="1125519" y="0"/>
                </a:lnTo>
                <a:lnTo>
                  <a:pt x="1194739" y="83897"/>
                </a:lnTo>
                <a:cubicBezTo>
                  <a:pt x="1265164" y="188139"/>
                  <a:pt x="1306286" y="313805"/>
                  <a:pt x="1306286" y="449075"/>
                </a:cubicBezTo>
                <a:cubicBezTo>
                  <a:pt x="1306286" y="809796"/>
                  <a:pt x="1013864" y="1102218"/>
                  <a:pt x="653143" y="1102218"/>
                </a:cubicBezTo>
                <a:cubicBezTo>
                  <a:pt x="292422" y="1102218"/>
                  <a:pt x="0" y="809796"/>
                  <a:pt x="0" y="449075"/>
                </a:cubicBezTo>
                <a:cubicBezTo>
                  <a:pt x="0" y="313805"/>
                  <a:pt x="41122" y="188139"/>
                  <a:pt x="111547" y="83897"/>
                </a:cubicBezTo>
                <a:lnTo>
                  <a:pt x="180768" y="0"/>
                </a:lnTo>
                <a:close/>
                <a:moveTo>
                  <a:pt x="653143" y="23618"/>
                </a:moveTo>
                <a:cubicBezTo>
                  <a:pt x="418170" y="23618"/>
                  <a:pt x="227686" y="214102"/>
                  <a:pt x="227686" y="449075"/>
                </a:cubicBezTo>
                <a:cubicBezTo>
                  <a:pt x="227686" y="684048"/>
                  <a:pt x="418170" y="874532"/>
                  <a:pt x="653143" y="874532"/>
                </a:cubicBezTo>
                <a:cubicBezTo>
                  <a:pt x="888116" y="874532"/>
                  <a:pt x="1078600" y="684048"/>
                  <a:pt x="1078600" y="449075"/>
                </a:cubicBezTo>
                <a:cubicBezTo>
                  <a:pt x="1078600" y="214102"/>
                  <a:pt x="888116" y="23618"/>
                  <a:pt x="653143" y="236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01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without stream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32D508-3EF1-9A47-B376-A3D28FC8C640}"/>
              </a:ext>
            </a:extLst>
          </p:cNvPr>
          <p:cNvSpPr txBox="1"/>
          <p:nvPr userDrawn="1"/>
        </p:nvSpPr>
        <p:spPr>
          <a:xfrm>
            <a:off x="5200650" y="5829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ts val="2290"/>
              </a:lnSpc>
            </a:pPr>
            <a:endParaRPr sz="1940" err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921887A-7CBA-702B-9934-DBE40258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000" y="1686427"/>
            <a:ext cx="4038687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lnSpc>
                <a:spcPct val="80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: Rounded Corners 31">
            <a:extLst>
              <a:ext uri="{FF2B5EF4-FFF2-40B4-BE49-F238E27FC236}">
                <a16:creationId xmlns:a16="http://schemas.microsoft.com/office/drawing/2014/main" id="{4C0D4725-1422-B65C-6DE9-6D50A95709A2}"/>
              </a:ext>
            </a:extLst>
          </p:cNvPr>
          <p:cNvSpPr/>
          <p:nvPr userDrawn="1"/>
        </p:nvSpPr>
        <p:spPr>
          <a:xfrm rot="3600000">
            <a:off x="8952913" y="-627173"/>
            <a:ext cx="875830" cy="4467391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31">
            <a:extLst>
              <a:ext uri="{FF2B5EF4-FFF2-40B4-BE49-F238E27FC236}">
                <a16:creationId xmlns:a16="http://schemas.microsoft.com/office/drawing/2014/main" id="{9A6D06E1-1B3A-D3F4-5073-D8CFB4A7838E}"/>
              </a:ext>
            </a:extLst>
          </p:cNvPr>
          <p:cNvSpPr/>
          <p:nvPr userDrawn="1"/>
        </p:nvSpPr>
        <p:spPr>
          <a:xfrm rot="3600000">
            <a:off x="9132943" y="-179933"/>
            <a:ext cx="273065" cy="16344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31">
            <a:extLst>
              <a:ext uri="{FF2B5EF4-FFF2-40B4-BE49-F238E27FC236}">
                <a16:creationId xmlns:a16="http://schemas.microsoft.com/office/drawing/2014/main" id="{BAD4D9E5-A065-8642-659F-7F1EBE25442F}"/>
              </a:ext>
            </a:extLst>
          </p:cNvPr>
          <p:cNvSpPr/>
          <p:nvPr userDrawn="1"/>
        </p:nvSpPr>
        <p:spPr>
          <a:xfrm rot="3600000">
            <a:off x="6760214" y="5336402"/>
            <a:ext cx="392045" cy="140984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31">
            <a:extLst>
              <a:ext uri="{FF2B5EF4-FFF2-40B4-BE49-F238E27FC236}">
                <a16:creationId xmlns:a16="http://schemas.microsoft.com/office/drawing/2014/main" id="{5801F914-B1B9-1BBB-26A6-7414DA15769C}"/>
              </a:ext>
            </a:extLst>
          </p:cNvPr>
          <p:cNvSpPr/>
          <p:nvPr userDrawn="1"/>
        </p:nvSpPr>
        <p:spPr>
          <a:xfrm rot="3600000">
            <a:off x="5710211" y="3998695"/>
            <a:ext cx="709405" cy="309537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31">
            <a:extLst>
              <a:ext uri="{FF2B5EF4-FFF2-40B4-BE49-F238E27FC236}">
                <a16:creationId xmlns:a16="http://schemas.microsoft.com/office/drawing/2014/main" id="{1E089B8B-DE89-F558-F085-2A50A73E8B1F}"/>
              </a:ext>
            </a:extLst>
          </p:cNvPr>
          <p:cNvSpPr/>
          <p:nvPr userDrawn="1"/>
        </p:nvSpPr>
        <p:spPr>
          <a:xfrm rot="3600000">
            <a:off x="9936154" y="1824377"/>
            <a:ext cx="260625" cy="14098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31">
            <a:extLst>
              <a:ext uri="{FF2B5EF4-FFF2-40B4-BE49-F238E27FC236}">
                <a16:creationId xmlns:a16="http://schemas.microsoft.com/office/drawing/2014/main" id="{B0E471BB-D8B9-B43B-119B-63CEE5565CC3}"/>
              </a:ext>
            </a:extLst>
          </p:cNvPr>
          <p:cNvSpPr/>
          <p:nvPr userDrawn="1"/>
        </p:nvSpPr>
        <p:spPr>
          <a:xfrm rot="3600000">
            <a:off x="9680910" y="3883894"/>
            <a:ext cx="260625" cy="14098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ircle: Hollow 13">
            <a:extLst>
              <a:ext uri="{FF2B5EF4-FFF2-40B4-BE49-F238E27FC236}">
                <a16:creationId xmlns:a16="http://schemas.microsoft.com/office/drawing/2014/main" id="{1D129DE0-BC41-9BCE-DC18-3D6B641D276C}"/>
              </a:ext>
            </a:extLst>
          </p:cNvPr>
          <p:cNvSpPr/>
          <p:nvPr userDrawn="1"/>
        </p:nvSpPr>
        <p:spPr>
          <a:xfrm flipH="1">
            <a:off x="5102351" y="4745735"/>
            <a:ext cx="243725" cy="242309"/>
          </a:xfrm>
          <a:prstGeom prst="donut">
            <a:avLst>
              <a:gd name="adj" fmla="val 2748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31">
            <a:extLst>
              <a:ext uri="{FF2B5EF4-FFF2-40B4-BE49-F238E27FC236}">
                <a16:creationId xmlns:a16="http://schemas.microsoft.com/office/drawing/2014/main" id="{CCC0DE4D-EC52-1EE7-E371-9195D777A8B5}"/>
              </a:ext>
            </a:extLst>
          </p:cNvPr>
          <p:cNvSpPr/>
          <p:nvPr userDrawn="1"/>
        </p:nvSpPr>
        <p:spPr>
          <a:xfrm rot="3600000">
            <a:off x="11172799" y="1871074"/>
            <a:ext cx="537351" cy="130340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675A115-CC72-1CD4-B705-2D931CDAD36C}"/>
              </a:ext>
            </a:extLst>
          </p:cNvPr>
          <p:cNvSpPr/>
          <p:nvPr userDrawn="1"/>
        </p:nvSpPr>
        <p:spPr>
          <a:xfrm flipH="1">
            <a:off x="12124944" y="1804799"/>
            <a:ext cx="67056" cy="359537"/>
          </a:xfrm>
          <a:custGeom>
            <a:avLst/>
            <a:gdLst>
              <a:gd name="connsiteX0" fmla="*/ 0 w 67056"/>
              <a:gd name="connsiteY0" fmla="*/ 0 h 359537"/>
              <a:gd name="connsiteX1" fmla="*/ 0 w 67056"/>
              <a:gd name="connsiteY1" fmla="*/ 359537 h 359537"/>
              <a:gd name="connsiteX2" fmla="*/ 18775 w 67056"/>
              <a:gd name="connsiteY2" fmla="*/ 336913 h 359537"/>
              <a:gd name="connsiteX3" fmla="*/ 67056 w 67056"/>
              <a:gd name="connsiteY3" fmla="*/ 179768 h 359537"/>
              <a:gd name="connsiteX4" fmla="*/ 18775 w 67056"/>
              <a:gd name="connsiteY4" fmla="*/ 22623 h 359537"/>
              <a:gd name="connsiteX5" fmla="*/ 0 w 67056"/>
              <a:gd name="connsiteY5" fmla="*/ 0 h 35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056" h="359537">
                <a:moveTo>
                  <a:pt x="0" y="0"/>
                </a:moveTo>
                <a:lnTo>
                  <a:pt x="0" y="359537"/>
                </a:lnTo>
                <a:lnTo>
                  <a:pt x="18775" y="336913"/>
                </a:lnTo>
                <a:cubicBezTo>
                  <a:pt x="49257" y="292055"/>
                  <a:pt x="67056" y="237978"/>
                  <a:pt x="67056" y="179768"/>
                </a:cubicBezTo>
                <a:cubicBezTo>
                  <a:pt x="67056" y="121558"/>
                  <a:pt x="49257" y="67481"/>
                  <a:pt x="18775" y="2262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5A4162B-B107-9C8B-EB9E-0D17B22F62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63056" y="1279525"/>
            <a:ext cx="4617721" cy="4616450"/>
          </a:xfrm>
          <a:custGeom>
            <a:avLst/>
            <a:gdLst>
              <a:gd name="connsiteX0" fmla="*/ 2296127 w 4617721"/>
              <a:gd name="connsiteY0" fmla="*/ 0 h 4616450"/>
              <a:gd name="connsiteX1" fmla="*/ 2321595 w 4617721"/>
              <a:gd name="connsiteY1" fmla="*/ 0 h 4616450"/>
              <a:gd name="connsiteX2" fmla="*/ 2544929 w 4617721"/>
              <a:gd name="connsiteY2" fmla="*/ 11278 h 4616450"/>
              <a:gd name="connsiteX3" fmla="*/ 4605802 w 4617721"/>
              <a:gd name="connsiteY3" fmla="*/ 2072150 h 4616450"/>
              <a:gd name="connsiteX4" fmla="*/ 4617721 w 4617721"/>
              <a:gd name="connsiteY4" fmla="*/ 2308198 h 4616450"/>
              <a:gd name="connsiteX5" fmla="*/ 4617721 w 4617721"/>
              <a:gd name="connsiteY5" fmla="*/ 2308239 h 4616450"/>
              <a:gd name="connsiteX6" fmla="*/ 4605802 w 4617721"/>
              <a:gd name="connsiteY6" fmla="*/ 2544286 h 4616450"/>
              <a:gd name="connsiteX7" fmla="*/ 2544929 w 4617721"/>
              <a:gd name="connsiteY7" fmla="*/ 4605159 h 4616450"/>
              <a:gd name="connsiteX8" fmla="*/ 2321317 w 4617721"/>
              <a:gd name="connsiteY8" fmla="*/ 4616450 h 4616450"/>
              <a:gd name="connsiteX9" fmla="*/ 2296405 w 4617721"/>
              <a:gd name="connsiteY9" fmla="*/ 4616450 h 4616450"/>
              <a:gd name="connsiteX10" fmla="*/ 2072794 w 4617721"/>
              <a:gd name="connsiteY10" fmla="*/ 4605159 h 4616450"/>
              <a:gd name="connsiteX11" fmla="*/ 0 w 4617721"/>
              <a:gd name="connsiteY11" fmla="*/ 2308218 h 4616450"/>
              <a:gd name="connsiteX12" fmla="*/ 2072794 w 4617721"/>
              <a:gd name="connsiteY12" fmla="*/ 11278 h 461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17721" h="4616450">
                <a:moveTo>
                  <a:pt x="2296127" y="0"/>
                </a:moveTo>
                <a:lnTo>
                  <a:pt x="2321595" y="0"/>
                </a:lnTo>
                <a:lnTo>
                  <a:pt x="2544929" y="11278"/>
                </a:lnTo>
                <a:cubicBezTo>
                  <a:pt x="3631569" y="121632"/>
                  <a:pt x="4495447" y="985510"/>
                  <a:pt x="4605802" y="2072150"/>
                </a:cubicBezTo>
                <a:lnTo>
                  <a:pt x="4617721" y="2308198"/>
                </a:lnTo>
                <a:lnTo>
                  <a:pt x="4617721" y="2308239"/>
                </a:lnTo>
                <a:lnTo>
                  <a:pt x="4605802" y="2544286"/>
                </a:lnTo>
                <a:cubicBezTo>
                  <a:pt x="4495447" y="3630926"/>
                  <a:pt x="3631569" y="4494805"/>
                  <a:pt x="2544929" y="4605159"/>
                </a:cubicBezTo>
                <a:lnTo>
                  <a:pt x="2321317" y="4616450"/>
                </a:lnTo>
                <a:lnTo>
                  <a:pt x="2296405" y="4616450"/>
                </a:lnTo>
                <a:lnTo>
                  <a:pt x="2072794" y="4605159"/>
                </a:lnTo>
                <a:cubicBezTo>
                  <a:pt x="908536" y="4486922"/>
                  <a:pt x="0" y="3503670"/>
                  <a:pt x="0" y="2308218"/>
                </a:cubicBezTo>
                <a:cubicBezTo>
                  <a:pt x="0" y="1112766"/>
                  <a:pt x="908536" y="129514"/>
                  <a:pt x="2072794" y="11278"/>
                </a:cubicBezTo>
                <a:close/>
              </a:path>
            </a:pathLst>
          </a:cu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wrap="square" bIns="612000" anchor="ctr" anchorCtr="0">
            <a:noAutofit/>
          </a:bodyPr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D865EB-C891-5AC0-C0C8-CA0572E2FC55}"/>
              </a:ext>
            </a:extLst>
          </p:cNvPr>
          <p:cNvSpPr/>
          <p:nvPr userDrawn="1"/>
        </p:nvSpPr>
        <p:spPr>
          <a:xfrm>
            <a:off x="-2236817" y="-1"/>
            <a:ext cx="215591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 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1CACAB1-F977-8DBA-7BF6-EBBBE54B8C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65873" y="4238101"/>
            <a:ext cx="1414021" cy="701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1B01B1-D270-B6D5-95DC-6D7C684610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82758" y="1808318"/>
            <a:ext cx="647790" cy="58110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2FF32B-F968-E2FD-63A2-29608374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2D84714-4BBD-93E5-5FA8-69C7413BF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3000" y="1085808"/>
            <a:ext cx="4942732" cy="931923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800" b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4247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82">
          <p15:clr>
            <a:srgbClr val="FBAE40"/>
          </p15:clr>
        </p15:guide>
        <p15:guide id="2" pos="84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ll-out + image v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FB1691-0B36-9AB3-DBEA-14D1DE4680B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49B7BE7-11F9-0D7C-E6C8-FD33AEB92E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08383 w 12192000"/>
              <a:gd name="connsiteY0" fmla="*/ 3938303 h 6858000"/>
              <a:gd name="connsiteX1" fmla="*/ 424070 w 12192000"/>
              <a:gd name="connsiteY1" fmla="*/ 4322616 h 6858000"/>
              <a:gd name="connsiteX2" fmla="*/ 808383 w 12192000"/>
              <a:gd name="connsiteY2" fmla="*/ 4706929 h 6858000"/>
              <a:gd name="connsiteX3" fmla="*/ 1192696 w 12192000"/>
              <a:gd name="connsiteY3" fmla="*/ 4322616 h 6858000"/>
              <a:gd name="connsiteX4" fmla="*/ 808383 w 12192000"/>
              <a:gd name="connsiteY4" fmla="*/ 3938303 h 6858000"/>
              <a:gd name="connsiteX5" fmla="*/ 7369733 w 12192000"/>
              <a:gd name="connsiteY5" fmla="*/ 1430206 h 6858000"/>
              <a:gd name="connsiteX6" fmla="*/ 6652988 w 12192000"/>
              <a:gd name="connsiteY6" fmla="*/ 1628706 h 6858000"/>
              <a:gd name="connsiteX7" fmla="*/ 4269021 w 12192000"/>
              <a:gd name="connsiteY7" fmla="*/ 3145452 h 6858000"/>
              <a:gd name="connsiteX8" fmla="*/ 3878568 w 12192000"/>
              <a:gd name="connsiteY8" fmla="*/ 4901690 h 6858000"/>
              <a:gd name="connsiteX9" fmla="*/ 5634805 w 12192000"/>
              <a:gd name="connsiteY9" fmla="*/ 5292143 h 6858000"/>
              <a:gd name="connsiteX10" fmla="*/ 8018772 w 12192000"/>
              <a:gd name="connsiteY10" fmla="*/ 3775397 h 6858000"/>
              <a:gd name="connsiteX11" fmla="*/ 8409225 w 12192000"/>
              <a:gd name="connsiteY11" fmla="*/ 2019160 h 6858000"/>
              <a:gd name="connsiteX12" fmla="*/ 7369733 w 12192000"/>
              <a:gd name="connsiteY12" fmla="*/ 1430206 h 6858000"/>
              <a:gd name="connsiteX13" fmla="*/ 0 w 12192000"/>
              <a:gd name="connsiteY13" fmla="*/ 0 h 6858000"/>
              <a:gd name="connsiteX14" fmla="*/ 4768270 w 12192000"/>
              <a:gd name="connsiteY14" fmla="*/ 0 h 6858000"/>
              <a:gd name="connsiteX15" fmla="*/ 4746635 w 12192000"/>
              <a:gd name="connsiteY15" fmla="*/ 12490 h 6858000"/>
              <a:gd name="connsiteX16" fmla="*/ 4700859 w 12192000"/>
              <a:gd name="connsiteY16" fmla="*/ 183331 h 6858000"/>
              <a:gd name="connsiteX17" fmla="*/ 4700857 w 12192000"/>
              <a:gd name="connsiteY17" fmla="*/ 183330 h 6858000"/>
              <a:gd name="connsiteX18" fmla="*/ 4871698 w 12192000"/>
              <a:gd name="connsiteY18" fmla="*/ 229107 h 6858000"/>
              <a:gd name="connsiteX19" fmla="*/ 5268524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0024150 w 12192000"/>
              <a:gd name="connsiteY22" fmla="*/ 6858000 h 6858000"/>
              <a:gd name="connsiteX23" fmla="*/ 10229409 w 12192000"/>
              <a:gd name="connsiteY23" fmla="*/ 6739494 h 6858000"/>
              <a:gd name="connsiteX24" fmla="*/ 10275186 w 12192000"/>
              <a:gd name="connsiteY24" fmla="*/ 6568653 h 6858000"/>
              <a:gd name="connsiteX25" fmla="*/ 10104345 w 12192000"/>
              <a:gd name="connsiteY25" fmla="*/ 6522877 h 6858000"/>
              <a:gd name="connsiteX26" fmla="*/ 9523894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808383" y="3938303"/>
                </a:moveTo>
                <a:cubicBezTo>
                  <a:pt x="596133" y="3938303"/>
                  <a:pt x="424070" y="4110366"/>
                  <a:pt x="424070" y="4322616"/>
                </a:cubicBezTo>
                <a:cubicBezTo>
                  <a:pt x="424070" y="4534866"/>
                  <a:pt x="596133" y="4706929"/>
                  <a:pt x="808383" y="4706929"/>
                </a:cubicBezTo>
                <a:cubicBezTo>
                  <a:pt x="1020633" y="4706929"/>
                  <a:pt x="1192696" y="4534866"/>
                  <a:pt x="1192696" y="4322616"/>
                </a:cubicBezTo>
                <a:cubicBezTo>
                  <a:pt x="1192696" y="4110366"/>
                  <a:pt x="1020633" y="3938303"/>
                  <a:pt x="808383" y="3938303"/>
                </a:cubicBezTo>
                <a:close/>
                <a:moveTo>
                  <a:pt x="7369733" y="1430206"/>
                </a:moveTo>
                <a:cubicBezTo>
                  <a:pt x="7124793" y="1423463"/>
                  <a:pt x="6875285" y="1487275"/>
                  <a:pt x="6652988" y="1628706"/>
                </a:cubicBezTo>
                <a:lnTo>
                  <a:pt x="4269021" y="3145452"/>
                </a:lnTo>
                <a:cubicBezTo>
                  <a:pt x="3676228" y="3522603"/>
                  <a:pt x="3501417" y="4308898"/>
                  <a:pt x="3878568" y="4901690"/>
                </a:cubicBezTo>
                <a:cubicBezTo>
                  <a:pt x="4255719" y="5494482"/>
                  <a:pt x="5042012" y="5669294"/>
                  <a:pt x="5634805" y="5292143"/>
                </a:cubicBezTo>
                <a:lnTo>
                  <a:pt x="8018772" y="3775397"/>
                </a:lnTo>
                <a:cubicBezTo>
                  <a:pt x="8611564" y="3398246"/>
                  <a:pt x="8786376" y="2611952"/>
                  <a:pt x="8409225" y="2019160"/>
                </a:cubicBezTo>
                <a:cubicBezTo>
                  <a:pt x="8173506" y="1648664"/>
                  <a:pt x="7777965" y="1441443"/>
                  <a:pt x="7369733" y="1430206"/>
                </a:cubicBezTo>
                <a:close/>
                <a:moveTo>
                  <a:pt x="0" y="0"/>
                </a:moveTo>
                <a:lnTo>
                  <a:pt x="4768270" y="0"/>
                </a:lnTo>
                <a:lnTo>
                  <a:pt x="4746635" y="12490"/>
                </a:lnTo>
                <a:cubicBezTo>
                  <a:pt x="4686818" y="47026"/>
                  <a:pt x="4666323" y="123514"/>
                  <a:pt x="4700859" y="183331"/>
                </a:cubicBezTo>
                <a:lnTo>
                  <a:pt x="4700857" y="183330"/>
                </a:lnTo>
                <a:cubicBezTo>
                  <a:pt x="4735393" y="243148"/>
                  <a:pt x="4811882" y="263643"/>
                  <a:pt x="4871698" y="229107"/>
                </a:cubicBezTo>
                <a:lnTo>
                  <a:pt x="5268524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0024150" y="6858000"/>
                </a:lnTo>
                <a:lnTo>
                  <a:pt x="10229409" y="6739494"/>
                </a:lnTo>
                <a:cubicBezTo>
                  <a:pt x="10289227" y="6704959"/>
                  <a:pt x="10309722" y="6628471"/>
                  <a:pt x="10275186" y="6568653"/>
                </a:cubicBezTo>
                <a:cubicBezTo>
                  <a:pt x="10240651" y="6508836"/>
                  <a:pt x="10164163" y="6488341"/>
                  <a:pt x="10104345" y="6522877"/>
                </a:cubicBezTo>
                <a:lnTo>
                  <a:pt x="952389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180000">
            <a:noAutofit/>
          </a:bodyPr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Drag picture here to add to slide</a:t>
            </a:r>
          </a:p>
        </p:txBody>
      </p:sp>
      <p:sp>
        <p:nvSpPr>
          <p:cNvPr id="2" name="Rectangle: Rounded Corners 27">
            <a:extLst>
              <a:ext uri="{FF2B5EF4-FFF2-40B4-BE49-F238E27FC236}">
                <a16:creationId xmlns:a16="http://schemas.microsoft.com/office/drawing/2014/main" id="{7D8CEA49-650C-4D87-AFC4-FB516545478A}"/>
              </a:ext>
            </a:extLst>
          </p:cNvPr>
          <p:cNvSpPr/>
          <p:nvPr userDrawn="1"/>
        </p:nvSpPr>
        <p:spPr>
          <a:xfrm rot="3452061">
            <a:off x="4871727" y="775474"/>
            <a:ext cx="2544336" cy="53699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D878C1E-6FBA-4C79-A678-CC522AB630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50078" y="3006380"/>
            <a:ext cx="9681748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 algn="ctr">
              <a:lnSpc>
                <a:spcPct val="80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FC6150-BB20-1C39-F0EB-94A5C269B4A6}"/>
              </a:ext>
            </a:extLst>
          </p:cNvPr>
          <p:cNvSpPr/>
          <p:nvPr userDrawn="1"/>
        </p:nvSpPr>
        <p:spPr>
          <a:xfrm>
            <a:off x="424070" y="3938303"/>
            <a:ext cx="768626" cy="768626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D4BD0-D0D9-88FC-7404-3A93806D3D1E}"/>
              </a:ext>
            </a:extLst>
          </p:cNvPr>
          <p:cNvSpPr/>
          <p:nvPr userDrawn="1"/>
        </p:nvSpPr>
        <p:spPr>
          <a:xfrm>
            <a:off x="-4408226" y="-1331354"/>
            <a:ext cx="4327320" cy="9520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image is imported right click it and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will allow any text that you input to sit on top of the image.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change the contrast of the image to make the text more visible: select the image then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Picture Format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top menu.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Corrections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then an option from the dropdown selection.   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06A13850-FA64-C7F6-CA78-7A13ECC7C5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91227" y="2947248"/>
            <a:ext cx="1414021" cy="7014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1FE11B-A209-90B8-4717-70F82AD065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69522" y="-24470"/>
            <a:ext cx="647790" cy="581106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17EDECF1-1BDE-4B9A-26E2-210B67461C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376565" y="1486336"/>
            <a:ext cx="2318993" cy="428650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6B4D0F1B-5340-0A54-EB3C-50377EA2F8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5692" y="5006741"/>
            <a:ext cx="2442950" cy="3029804"/>
          </a:xfrm>
          <a:prstGeom prst="rect">
            <a:avLst/>
          </a:prstGeom>
        </p:spPr>
      </p:pic>
      <p:sp>
        <p:nvSpPr>
          <p:cNvPr id="19" name="Freeform 18">
            <a:extLst>
              <a:ext uri="{FF2B5EF4-FFF2-40B4-BE49-F238E27FC236}">
                <a16:creationId xmlns:a16="http://schemas.microsoft.com/office/drawing/2014/main" id="{9282B5DD-E3B7-DC8A-C0C2-663E510971F4}"/>
              </a:ext>
            </a:extLst>
          </p:cNvPr>
          <p:cNvSpPr/>
          <p:nvPr userDrawn="1"/>
        </p:nvSpPr>
        <p:spPr>
          <a:xfrm>
            <a:off x="9530517" y="6506102"/>
            <a:ext cx="768066" cy="351898"/>
          </a:xfrm>
          <a:custGeom>
            <a:avLst/>
            <a:gdLst>
              <a:gd name="connsiteX0" fmla="*/ 627522 w 768066"/>
              <a:gd name="connsiteY0" fmla="*/ 947 h 351898"/>
              <a:gd name="connsiteX1" fmla="*/ 751290 w 768066"/>
              <a:gd name="connsiteY1" fmla="*/ 62552 h 351898"/>
              <a:gd name="connsiteX2" fmla="*/ 705513 w 768066"/>
              <a:gd name="connsiteY2" fmla="*/ 233393 h 351898"/>
              <a:gd name="connsiteX3" fmla="*/ 500256 w 768066"/>
              <a:gd name="connsiteY3" fmla="*/ 351898 h 351898"/>
              <a:gd name="connsiteX4" fmla="*/ 0 w 768066"/>
              <a:gd name="connsiteY4" fmla="*/ 351898 h 351898"/>
              <a:gd name="connsiteX5" fmla="*/ 580449 w 768066"/>
              <a:gd name="connsiteY5" fmla="*/ 16776 h 351898"/>
              <a:gd name="connsiteX6" fmla="*/ 627522 w 768066"/>
              <a:gd name="connsiteY6" fmla="*/ 947 h 351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8066" h="351898">
                <a:moveTo>
                  <a:pt x="627522" y="947"/>
                </a:moveTo>
                <a:cubicBezTo>
                  <a:pt x="675889" y="-5055"/>
                  <a:pt x="725389" y="17689"/>
                  <a:pt x="751290" y="62552"/>
                </a:cubicBezTo>
                <a:cubicBezTo>
                  <a:pt x="785826" y="122370"/>
                  <a:pt x="765331" y="198858"/>
                  <a:pt x="705513" y="233393"/>
                </a:cubicBezTo>
                <a:lnTo>
                  <a:pt x="500256" y="351898"/>
                </a:lnTo>
                <a:lnTo>
                  <a:pt x="0" y="351898"/>
                </a:lnTo>
                <a:lnTo>
                  <a:pt x="580449" y="16776"/>
                </a:lnTo>
                <a:cubicBezTo>
                  <a:pt x="595403" y="8142"/>
                  <a:pt x="611400" y="2947"/>
                  <a:pt x="627522" y="947"/>
                </a:cubicBezTo>
                <a:close/>
              </a:path>
            </a:pathLst>
          </a:cu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EDADAC6-0994-B86E-7A43-9EFA4F3696C1}"/>
              </a:ext>
            </a:extLst>
          </p:cNvPr>
          <p:cNvSpPr/>
          <p:nvPr userDrawn="1"/>
        </p:nvSpPr>
        <p:spPr>
          <a:xfrm>
            <a:off x="4684083" y="1"/>
            <a:ext cx="584443" cy="245883"/>
          </a:xfrm>
          <a:custGeom>
            <a:avLst/>
            <a:gdLst>
              <a:gd name="connsiteX0" fmla="*/ 84187 w 584443"/>
              <a:gd name="connsiteY0" fmla="*/ 0 h 245883"/>
              <a:gd name="connsiteX1" fmla="*/ 584443 w 584443"/>
              <a:gd name="connsiteY1" fmla="*/ 0 h 245883"/>
              <a:gd name="connsiteX2" fmla="*/ 187616 w 584443"/>
              <a:gd name="connsiteY2" fmla="*/ 229107 h 245883"/>
              <a:gd name="connsiteX3" fmla="*/ 16775 w 584443"/>
              <a:gd name="connsiteY3" fmla="*/ 183330 h 245883"/>
              <a:gd name="connsiteX4" fmla="*/ 16777 w 584443"/>
              <a:gd name="connsiteY4" fmla="*/ 183331 h 245883"/>
              <a:gd name="connsiteX5" fmla="*/ 62553 w 584443"/>
              <a:gd name="connsiteY5" fmla="*/ 12490 h 245883"/>
              <a:gd name="connsiteX6" fmla="*/ 84187 w 584443"/>
              <a:gd name="connsiteY6" fmla="*/ 0 h 24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443" h="245883">
                <a:moveTo>
                  <a:pt x="84187" y="0"/>
                </a:moveTo>
                <a:lnTo>
                  <a:pt x="584443" y="0"/>
                </a:lnTo>
                <a:lnTo>
                  <a:pt x="187616" y="229107"/>
                </a:lnTo>
                <a:cubicBezTo>
                  <a:pt x="127799" y="263642"/>
                  <a:pt x="51311" y="243148"/>
                  <a:pt x="16775" y="183330"/>
                </a:cubicBezTo>
                <a:lnTo>
                  <a:pt x="16777" y="183331"/>
                </a:lnTo>
                <a:cubicBezTo>
                  <a:pt x="-17759" y="123513"/>
                  <a:pt x="2736" y="47026"/>
                  <a:pt x="62553" y="12490"/>
                </a:cubicBezTo>
                <a:lnTo>
                  <a:pt x="84187" y="0"/>
                </a:lnTo>
                <a:close/>
              </a:path>
            </a:pathLst>
          </a:custGeom>
          <a:solidFill>
            <a:schemeClr val="accent5"/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480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ll-out + image v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AB7241-0791-490C-5C23-84DB5FD70A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29E5D10-F968-FFB7-3A31-CD16E0BC7A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609289 w 12192000"/>
              <a:gd name="connsiteY0" fmla="*/ 1723505 h 6858000"/>
              <a:gd name="connsiteX1" fmla="*/ 1562217 w 12192000"/>
              <a:gd name="connsiteY1" fmla="*/ 1739334 h 6858000"/>
              <a:gd name="connsiteX2" fmla="*/ 776507 w 12192000"/>
              <a:gd name="connsiteY2" fmla="*/ 2192963 h 6858000"/>
              <a:gd name="connsiteX3" fmla="*/ 730731 w 12192000"/>
              <a:gd name="connsiteY3" fmla="*/ 2363804 h 6858000"/>
              <a:gd name="connsiteX4" fmla="*/ 730729 w 12192000"/>
              <a:gd name="connsiteY4" fmla="*/ 2363803 h 6858000"/>
              <a:gd name="connsiteX5" fmla="*/ 901570 w 12192000"/>
              <a:gd name="connsiteY5" fmla="*/ 2409580 h 6858000"/>
              <a:gd name="connsiteX6" fmla="*/ 1687281 w 12192000"/>
              <a:gd name="connsiteY6" fmla="*/ 1955951 h 6858000"/>
              <a:gd name="connsiteX7" fmla="*/ 1733057 w 12192000"/>
              <a:gd name="connsiteY7" fmla="*/ 1785110 h 6858000"/>
              <a:gd name="connsiteX8" fmla="*/ 1609289 w 12192000"/>
              <a:gd name="connsiteY8" fmla="*/ 1723505 h 6858000"/>
              <a:gd name="connsiteX9" fmla="*/ 7404900 w 12192000"/>
              <a:gd name="connsiteY9" fmla="*/ 1500542 h 6858000"/>
              <a:gd name="connsiteX10" fmla="*/ 6688155 w 12192000"/>
              <a:gd name="connsiteY10" fmla="*/ 1699042 h 6858000"/>
              <a:gd name="connsiteX11" fmla="*/ 4304188 w 12192000"/>
              <a:gd name="connsiteY11" fmla="*/ 3215788 h 6858000"/>
              <a:gd name="connsiteX12" fmla="*/ 3913735 w 12192000"/>
              <a:gd name="connsiteY12" fmla="*/ 4972026 h 6858000"/>
              <a:gd name="connsiteX13" fmla="*/ 5669972 w 12192000"/>
              <a:gd name="connsiteY13" fmla="*/ 5362479 h 6858000"/>
              <a:gd name="connsiteX14" fmla="*/ 8053939 w 12192000"/>
              <a:gd name="connsiteY14" fmla="*/ 3845733 h 6858000"/>
              <a:gd name="connsiteX15" fmla="*/ 8444392 w 12192000"/>
              <a:gd name="connsiteY15" fmla="*/ 2089496 h 6858000"/>
              <a:gd name="connsiteX16" fmla="*/ 7404900 w 12192000"/>
              <a:gd name="connsiteY16" fmla="*/ 1500542 h 6858000"/>
              <a:gd name="connsiteX17" fmla="*/ 0 w 12192000"/>
              <a:gd name="connsiteY17" fmla="*/ 0 h 6858000"/>
              <a:gd name="connsiteX18" fmla="*/ 6420842 w 12192000"/>
              <a:gd name="connsiteY18" fmla="*/ 0 h 6858000"/>
              <a:gd name="connsiteX19" fmla="*/ 6431002 w 12192000"/>
              <a:gd name="connsiteY19" fmla="*/ 32730 h 6858000"/>
              <a:gd name="connsiteX20" fmla="*/ 6785113 w 12192000"/>
              <a:gd name="connsiteY20" fmla="*/ 267451 h 6858000"/>
              <a:gd name="connsiteX21" fmla="*/ 7139225 w 12192000"/>
              <a:gd name="connsiteY21" fmla="*/ 32730 h 6858000"/>
              <a:gd name="connsiteX22" fmla="*/ 7149385 w 12192000"/>
              <a:gd name="connsiteY22" fmla="*/ 0 h 6858000"/>
              <a:gd name="connsiteX23" fmla="*/ 12192000 w 12192000"/>
              <a:gd name="connsiteY23" fmla="*/ 0 h 6858000"/>
              <a:gd name="connsiteX24" fmla="*/ 12192000 w 12192000"/>
              <a:gd name="connsiteY24" fmla="*/ 6858000 h 6858000"/>
              <a:gd name="connsiteX25" fmla="*/ 8452061 w 12192000"/>
              <a:gd name="connsiteY25" fmla="*/ 6858000 h 6858000"/>
              <a:gd name="connsiteX26" fmla="*/ 8445739 w 12192000"/>
              <a:gd name="connsiteY26" fmla="*/ 6795290 h 6858000"/>
              <a:gd name="connsiteX27" fmla="*/ 7787657 w 12192000"/>
              <a:gd name="connsiteY27" fmla="*/ 6258938 h 6858000"/>
              <a:gd name="connsiteX28" fmla="*/ 7129575 w 12192000"/>
              <a:gd name="connsiteY28" fmla="*/ 6795290 h 6858000"/>
              <a:gd name="connsiteX29" fmla="*/ 7123254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1609289" y="1723505"/>
                </a:moveTo>
                <a:cubicBezTo>
                  <a:pt x="1593167" y="1725505"/>
                  <a:pt x="1577171" y="1730700"/>
                  <a:pt x="1562217" y="1739334"/>
                </a:cubicBezTo>
                <a:lnTo>
                  <a:pt x="776507" y="2192963"/>
                </a:lnTo>
                <a:cubicBezTo>
                  <a:pt x="716690" y="2227499"/>
                  <a:pt x="696195" y="2303987"/>
                  <a:pt x="730731" y="2363804"/>
                </a:cubicBezTo>
                <a:lnTo>
                  <a:pt x="730729" y="2363803"/>
                </a:lnTo>
                <a:cubicBezTo>
                  <a:pt x="765265" y="2423621"/>
                  <a:pt x="841753" y="2444116"/>
                  <a:pt x="901570" y="2409580"/>
                </a:cubicBezTo>
                <a:cubicBezTo>
                  <a:pt x="1163473" y="2258370"/>
                  <a:pt x="1425377" y="2107161"/>
                  <a:pt x="1687281" y="1955951"/>
                </a:cubicBezTo>
                <a:cubicBezTo>
                  <a:pt x="1747098" y="1921415"/>
                  <a:pt x="1767593" y="1844928"/>
                  <a:pt x="1733057" y="1785110"/>
                </a:cubicBezTo>
                <a:cubicBezTo>
                  <a:pt x="1707156" y="1740247"/>
                  <a:pt x="1657656" y="1717503"/>
                  <a:pt x="1609289" y="1723505"/>
                </a:cubicBezTo>
                <a:close/>
                <a:moveTo>
                  <a:pt x="7404900" y="1500542"/>
                </a:moveTo>
                <a:cubicBezTo>
                  <a:pt x="7159960" y="1493799"/>
                  <a:pt x="6910452" y="1557611"/>
                  <a:pt x="6688155" y="1699042"/>
                </a:cubicBezTo>
                <a:lnTo>
                  <a:pt x="4304188" y="3215788"/>
                </a:lnTo>
                <a:cubicBezTo>
                  <a:pt x="3711395" y="3592939"/>
                  <a:pt x="3536584" y="4379234"/>
                  <a:pt x="3913735" y="4972026"/>
                </a:cubicBezTo>
                <a:cubicBezTo>
                  <a:pt x="4290886" y="5564818"/>
                  <a:pt x="5077179" y="5739630"/>
                  <a:pt x="5669972" y="5362479"/>
                </a:cubicBezTo>
                <a:lnTo>
                  <a:pt x="8053939" y="3845733"/>
                </a:lnTo>
                <a:cubicBezTo>
                  <a:pt x="8646731" y="3468582"/>
                  <a:pt x="8821543" y="2682288"/>
                  <a:pt x="8444392" y="2089496"/>
                </a:cubicBezTo>
                <a:cubicBezTo>
                  <a:pt x="8208673" y="1719001"/>
                  <a:pt x="7813132" y="1511779"/>
                  <a:pt x="7404900" y="1500542"/>
                </a:cubicBezTo>
                <a:close/>
                <a:moveTo>
                  <a:pt x="0" y="0"/>
                </a:moveTo>
                <a:lnTo>
                  <a:pt x="6420842" y="0"/>
                </a:lnTo>
                <a:lnTo>
                  <a:pt x="6431002" y="32730"/>
                </a:lnTo>
                <a:cubicBezTo>
                  <a:pt x="6489343" y="170666"/>
                  <a:pt x="6625926" y="267451"/>
                  <a:pt x="6785113" y="267451"/>
                </a:cubicBezTo>
                <a:cubicBezTo>
                  <a:pt x="6944301" y="267451"/>
                  <a:pt x="7080883" y="170666"/>
                  <a:pt x="7139225" y="32730"/>
                </a:cubicBezTo>
                <a:lnTo>
                  <a:pt x="7149385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8452061" y="6858000"/>
                </a:lnTo>
                <a:lnTo>
                  <a:pt x="8445739" y="6795290"/>
                </a:lnTo>
                <a:cubicBezTo>
                  <a:pt x="8383103" y="6489195"/>
                  <a:pt x="8112270" y="6258938"/>
                  <a:pt x="7787657" y="6258938"/>
                </a:cubicBezTo>
                <a:cubicBezTo>
                  <a:pt x="7463045" y="6258938"/>
                  <a:pt x="7192211" y="6489195"/>
                  <a:pt x="7129575" y="6795290"/>
                </a:cubicBezTo>
                <a:lnTo>
                  <a:pt x="712325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216000">
            <a:noAutofit/>
          </a:bodyPr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Drag picture here to add to slide</a:t>
            </a:r>
          </a:p>
          <a:p>
            <a:endParaRPr lang="en-GB"/>
          </a:p>
        </p:txBody>
      </p:sp>
      <p:sp>
        <p:nvSpPr>
          <p:cNvPr id="2" name="Rectangle: Rounded Corners 27">
            <a:extLst>
              <a:ext uri="{FF2B5EF4-FFF2-40B4-BE49-F238E27FC236}">
                <a16:creationId xmlns:a16="http://schemas.microsoft.com/office/drawing/2014/main" id="{B2C25D2D-6D07-291A-6D68-C86797225A2F}"/>
              </a:ext>
            </a:extLst>
          </p:cNvPr>
          <p:cNvSpPr/>
          <p:nvPr userDrawn="1"/>
        </p:nvSpPr>
        <p:spPr>
          <a:xfrm rot="3452061">
            <a:off x="4906895" y="845810"/>
            <a:ext cx="2544336" cy="536990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D878C1E-6FBA-4C79-A678-CC522AB630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50078" y="3006380"/>
            <a:ext cx="9681748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 algn="ctr">
              <a:lnSpc>
                <a:spcPct val="80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: Rounded Corners 27">
            <a:extLst>
              <a:ext uri="{FF2B5EF4-FFF2-40B4-BE49-F238E27FC236}">
                <a16:creationId xmlns:a16="http://schemas.microsoft.com/office/drawing/2014/main" id="{6F830C47-09A1-6B82-1AF7-B992D269D699}"/>
              </a:ext>
            </a:extLst>
          </p:cNvPr>
          <p:cNvSpPr/>
          <p:nvPr userDrawn="1"/>
        </p:nvSpPr>
        <p:spPr>
          <a:xfrm rot="3600000">
            <a:off x="1106831" y="1495763"/>
            <a:ext cx="250127" cy="115738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5C2C0D-E475-E3F4-FDA0-16557DDC3065}"/>
              </a:ext>
            </a:extLst>
          </p:cNvPr>
          <p:cNvSpPr/>
          <p:nvPr userDrawn="1"/>
        </p:nvSpPr>
        <p:spPr>
          <a:xfrm>
            <a:off x="-4408226" y="-1331354"/>
            <a:ext cx="4327320" cy="9520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 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image is imported right click it and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will allow any text that you input to sit on top of the image.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change the contrast of the image to make the text more visible: select the image then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Picture Format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top menu.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Corrections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then an option from the dropdown selection.  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12BF35C-7E53-4E82-2331-8C71ECE40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91227" y="2947248"/>
            <a:ext cx="1414021" cy="701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26C6AF-12D8-BA8D-8F52-DE7E9B9F77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69522" y="-24470"/>
            <a:ext cx="647790" cy="581106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752CB06B-AFDE-83A4-0AAE-5BB4D26906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376565" y="1486336"/>
            <a:ext cx="2318993" cy="428650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957809DE-CDB3-0087-955A-CAA5EF11D2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5692" y="5006741"/>
            <a:ext cx="2442950" cy="3029804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FF1BB289-36E9-6C63-C7DA-0FC0C1383AF9}"/>
              </a:ext>
            </a:extLst>
          </p:cNvPr>
          <p:cNvSpPr/>
          <p:nvPr userDrawn="1"/>
        </p:nvSpPr>
        <p:spPr>
          <a:xfrm>
            <a:off x="6419805" y="0"/>
            <a:ext cx="730616" cy="270790"/>
          </a:xfrm>
          <a:custGeom>
            <a:avLst/>
            <a:gdLst>
              <a:gd name="connsiteX0" fmla="*/ 0 w 730616"/>
              <a:gd name="connsiteY0" fmla="*/ 0 h 270790"/>
              <a:gd name="connsiteX1" fmla="*/ 730616 w 730616"/>
              <a:gd name="connsiteY1" fmla="*/ 0 h 270790"/>
              <a:gd name="connsiteX2" fmla="*/ 719420 w 730616"/>
              <a:gd name="connsiteY2" fmla="*/ 36069 h 270790"/>
              <a:gd name="connsiteX3" fmla="*/ 365308 w 730616"/>
              <a:gd name="connsiteY3" fmla="*/ 270790 h 270790"/>
              <a:gd name="connsiteX4" fmla="*/ 11196 w 730616"/>
              <a:gd name="connsiteY4" fmla="*/ 36069 h 270790"/>
              <a:gd name="connsiteX5" fmla="*/ 0 w 730616"/>
              <a:gd name="connsiteY5" fmla="*/ 0 h 270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0616" h="270790">
                <a:moveTo>
                  <a:pt x="0" y="0"/>
                </a:moveTo>
                <a:lnTo>
                  <a:pt x="730616" y="0"/>
                </a:lnTo>
                <a:lnTo>
                  <a:pt x="719420" y="36069"/>
                </a:lnTo>
                <a:cubicBezTo>
                  <a:pt x="661078" y="174005"/>
                  <a:pt x="524496" y="270790"/>
                  <a:pt x="365308" y="270790"/>
                </a:cubicBezTo>
                <a:cubicBezTo>
                  <a:pt x="206121" y="270790"/>
                  <a:pt x="69538" y="174005"/>
                  <a:pt x="11196" y="3606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700BA402-B9E6-C683-8684-7BB36560F19A}"/>
              </a:ext>
            </a:extLst>
          </p:cNvPr>
          <p:cNvSpPr/>
          <p:nvPr userDrawn="1"/>
        </p:nvSpPr>
        <p:spPr>
          <a:xfrm>
            <a:off x="7122580" y="6252259"/>
            <a:ext cx="1330154" cy="605741"/>
          </a:xfrm>
          <a:custGeom>
            <a:avLst/>
            <a:gdLst>
              <a:gd name="connsiteX0" fmla="*/ 665077 w 1330154"/>
              <a:gd name="connsiteY0" fmla="*/ 0 h 605741"/>
              <a:gd name="connsiteX1" fmla="*/ 1323159 w 1330154"/>
              <a:gd name="connsiteY1" fmla="*/ 536352 h 605741"/>
              <a:gd name="connsiteX2" fmla="*/ 1330154 w 1330154"/>
              <a:gd name="connsiteY2" fmla="*/ 605741 h 605741"/>
              <a:gd name="connsiteX3" fmla="*/ 0 w 1330154"/>
              <a:gd name="connsiteY3" fmla="*/ 605741 h 605741"/>
              <a:gd name="connsiteX4" fmla="*/ 6995 w 1330154"/>
              <a:gd name="connsiteY4" fmla="*/ 536352 h 605741"/>
              <a:gd name="connsiteX5" fmla="*/ 665077 w 1330154"/>
              <a:gd name="connsiteY5" fmla="*/ 0 h 60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154" h="605741">
                <a:moveTo>
                  <a:pt x="665077" y="0"/>
                </a:moveTo>
                <a:cubicBezTo>
                  <a:pt x="989690" y="0"/>
                  <a:pt x="1260523" y="230256"/>
                  <a:pt x="1323159" y="536352"/>
                </a:cubicBezTo>
                <a:lnTo>
                  <a:pt x="1330154" y="605741"/>
                </a:lnTo>
                <a:lnTo>
                  <a:pt x="0" y="605741"/>
                </a:lnTo>
                <a:lnTo>
                  <a:pt x="6995" y="536352"/>
                </a:lnTo>
                <a:cubicBezTo>
                  <a:pt x="69632" y="230256"/>
                  <a:pt x="340464" y="0"/>
                  <a:pt x="665077" y="0"/>
                </a:cubicBezTo>
                <a:close/>
              </a:path>
            </a:pathLst>
          </a:cu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3146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F24A6905-4FD7-634F-BB8D-5347D9138D3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243339" y="811148"/>
            <a:ext cx="5225144" cy="5225144"/>
          </a:xfrm>
          <a:custGeom>
            <a:avLst/>
            <a:gdLst>
              <a:gd name="connsiteX0" fmla="*/ 2612572 w 5225144"/>
              <a:gd name="connsiteY0" fmla="*/ 0 h 5225144"/>
              <a:gd name="connsiteX1" fmla="*/ 5225144 w 5225144"/>
              <a:gd name="connsiteY1" fmla="*/ 2612572 h 5225144"/>
              <a:gd name="connsiteX2" fmla="*/ 2612572 w 5225144"/>
              <a:gd name="connsiteY2" fmla="*/ 5225144 h 5225144"/>
              <a:gd name="connsiteX3" fmla="*/ 0 w 5225144"/>
              <a:gd name="connsiteY3" fmla="*/ 2612572 h 5225144"/>
              <a:gd name="connsiteX4" fmla="*/ 2612572 w 5225144"/>
              <a:gd name="connsiteY4" fmla="*/ 0 h 522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144" h="5225144">
                <a:moveTo>
                  <a:pt x="2612572" y="0"/>
                </a:moveTo>
                <a:cubicBezTo>
                  <a:pt x="4055456" y="0"/>
                  <a:pt x="5225144" y="1169688"/>
                  <a:pt x="5225144" y="2612572"/>
                </a:cubicBezTo>
                <a:cubicBezTo>
                  <a:pt x="5225144" y="4055456"/>
                  <a:pt x="4055456" y="5225144"/>
                  <a:pt x="2612572" y="5225144"/>
                </a:cubicBezTo>
                <a:cubicBezTo>
                  <a:pt x="1169688" y="5225144"/>
                  <a:pt x="0" y="4055456"/>
                  <a:pt x="0" y="2612572"/>
                </a:cubicBezTo>
                <a:cubicBezTo>
                  <a:pt x="0" y="1169688"/>
                  <a:pt x="1169688" y="0"/>
                  <a:pt x="2612572" y="0"/>
                </a:cubicBezTo>
                <a:close/>
              </a:path>
            </a:pathLst>
          </a:custGeom>
          <a:pattFill prst="lgCheck">
            <a:fgClr>
              <a:schemeClr val="tx2">
                <a:lumMod val="25000"/>
                <a:lumOff val="75000"/>
              </a:schemeClr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1260000" rtlCol="0" anchor="ctr">
            <a:noAutofit/>
          </a:bodyPr>
          <a:lstStyle>
            <a:lvl1pPr marL="0" indent="0">
              <a:buNone/>
              <a:def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on the pictogram </a:t>
            </a:r>
            <a:br>
              <a:rPr lang="en-US"/>
            </a:br>
            <a:r>
              <a:rPr lang="en-US"/>
              <a:t>to insert a new image.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0DBF98-84A2-32E5-D466-98296E4674A1}"/>
              </a:ext>
            </a:extLst>
          </p:cNvPr>
          <p:cNvSpPr/>
          <p:nvPr userDrawn="1"/>
        </p:nvSpPr>
        <p:spPr>
          <a:xfrm>
            <a:off x="-384313" y="2480564"/>
            <a:ext cx="768626" cy="76862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A352A0-09DC-4505-5F14-CF7C0377637B}"/>
              </a:ext>
            </a:extLst>
          </p:cNvPr>
          <p:cNvSpPr/>
          <p:nvPr userDrawn="1"/>
        </p:nvSpPr>
        <p:spPr>
          <a:xfrm>
            <a:off x="-2528047" y="-1"/>
            <a:ext cx="244714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image is imported right click it and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will allow any text that you input to sit on top of the image.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  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CCA66832-FF80-68EA-A70C-603C50A400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73924" y="5561162"/>
            <a:ext cx="1414021" cy="7014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CCA38A-1E96-E000-472F-4FB0259F72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628373" y="1650800"/>
            <a:ext cx="647790" cy="581106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78E75412-58C9-5AF2-6213-F7F1C0534E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463974" y="3550853"/>
            <a:ext cx="2318993" cy="428650"/>
          </a:xfrm>
          <a:prstGeom prst="rect">
            <a:avLst/>
          </a:prstGeom>
        </p:spPr>
      </p:pic>
      <p:sp>
        <p:nvSpPr>
          <p:cNvPr id="15" name="Freeform 14">
            <a:extLst>
              <a:ext uri="{FF2B5EF4-FFF2-40B4-BE49-F238E27FC236}">
                <a16:creationId xmlns:a16="http://schemas.microsoft.com/office/drawing/2014/main" id="{339C0C4D-DC3F-468D-B068-646D43F925F3}"/>
              </a:ext>
            </a:extLst>
          </p:cNvPr>
          <p:cNvSpPr/>
          <p:nvPr userDrawn="1"/>
        </p:nvSpPr>
        <p:spPr>
          <a:xfrm>
            <a:off x="4684083" y="-1"/>
            <a:ext cx="584444" cy="245884"/>
          </a:xfrm>
          <a:custGeom>
            <a:avLst/>
            <a:gdLst>
              <a:gd name="connsiteX0" fmla="*/ 84188 w 584444"/>
              <a:gd name="connsiteY0" fmla="*/ 0 h 245884"/>
              <a:gd name="connsiteX1" fmla="*/ 584444 w 584444"/>
              <a:gd name="connsiteY1" fmla="*/ 0 h 245884"/>
              <a:gd name="connsiteX2" fmla="*/ 187616 w 584444"/>
              <a:gd name="connsiteY2" fmla="*/ 229108 h 245884"/>
              <a:gd name="connsiteX3" fmla="*/ 16775 w 584444"/>
              <a:gd name="connsiteY3" fmla="*/ 183331 h 245884"/>
              <a:gd name="connsiteX4" fmla="*/ 16777 w 584444"/>
              <a:gd name="connsiteY4" fmla="*/ 183332 h 245884"/>
              <a:gd name="connsiteX5" fmla="*/ 62553 w 584444"/>
              <a:gd name="connsiteY5" fmla="*/ 12491 h 245884"/>
              <a:gd name="connsiteX6" fmla="*/ 84188 w 584444"/>
              <a:gd name="connsiteY6" fmla="*/ 0 h 245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444" h="245884">
                <a:moveTo>
                  <a:pt x="84188" y="0"/>
                </a:moveTo>
                <a:lnTo>
                  <a:pt x="584444" y="0"/>
                </a:lnTo>
                <a:lnTo>
                  <a:pt x="187616" y="229108"/>
                </a:lnTo>
                <a:cubicBezTo>
                  <a:pt x="127799" y="263643"/>
                  <a:pt x="51311" y="243149"/>
                  <a:pt x="16775" y="183331"/>
                </a:cubicBezTo>
                <a:lnTo>
                  <a:pt x="16777" y="183332"/>
                </a:lnTo>
                <a:cubicBezTo>
                  <a:pt x="-17759" y="123514"/>
                  <a:pt x="2736" y="47027"/>
                  <a:pt x="62553" y="12491"/>
                </a:cubicBezTo>
                <a:lnTo>
                  <a:pt x="8418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53BD3AE-A55A-6FA2-8646-FA3745055F6C}"/>
              </a:ext>
            </a:extLst>
          </p:cNvPr>
          <p:cNvSpPr/>
          <p:nvPr userDrawn="1"/>
        </p:nvSpPr>
        <p:spPr>
          <a:xfrm>
            <a:off x="8908533" y="6540484"/>
            <a:ext cx="708514" cy="317516"/>
          </a:xfrm>
          <a:custGeom>
            <a:avLst/>
            <a:gdLst>
              <a:gd name="connsiteX0" fmla="*/ 567970 w 708514"/>
              <a:gd name="connsiteY0" fmla="*/ 947 h 317516"/>
              <a:gd name="connsiteX1" fmla="*/ 691738 w 708514"/>
              <a:gd name="connsiteY1" fmla="*/ 62552 h 317516"/>
              <a:gd name="connsiteX2" fmla="*/ 645961 w 708514"/>
              <a:gd name="connsiteY2" fmla="*/ 233393 h 317516"/>
              <a:gd name="connsiteX3" fmla="*/ 500255 w 708514"/>
              <a:gd name="connsiteY3" fmla="*/ 317516 h 317516"/>
              <a:gd name="connsiteX4" fmla="*/ 0 w 708514"/>
              <a:gd name="connsiteY4" fmla="*/ 317516 h 317516"/>
              <a:gd name="connsiteX5" fmla="*/ 520897 w 708514"/>
              <a:gd name="connsiteY5" fmla="*/ 16776 h 317516"/>
              <a:gd name="connsiteX6" fmla="*/ 567970 w 708514"/>
              <a:gd name="connsiteY6" fmla="*/ 947 h 317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8514" h="317516">
                <a:moveTo>
                  <a:pt x="567970" y="947"/>
                </a:moveTo>
                <a:cubicBezTo>
                  <a:pt x="616337" y="-5055"/>
                  <a:pt x="665837" y="17689"/>
                  <a:pt x="691738" y="62552"/>
                </a:cubicBezTo>
                <a:cubicBezTo>
                  <a:pt x="726274" y="122370"/>
                  <a:pt x="705779" y="198858"/>
                  <a:pt x="645961" y="233393"/>
                </a:cubicBezTo>
                <a:lnTo>
                  <a:pt x="500255" y="317516"/>
                </a:lnTo>
                <a:lnTo>
                  <a:pt x="0" y="317516"/>
                </a:lnTo>
                <a:lnTo>
                  <a:pt x="520897" y="16776"/>
                </a:lnTo>
                <a:cubicBezTo>
                  <a:pt x="535851" y="8142"/>
                  <a:pt x="551848" y="2947"/>
                  <a:pt x="567970" y="94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38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F24A6905-4FD7-634F-BB8D-5347D9138D3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243339" y="811148"/>
            <a:ext cx="5225144" cy="5225144"/>
          </a:xfrm>
          <a:custGeom>
            <a:avLst/>
            <a:gdLst>
              <a:gd name="connsiteX0" fmla="*/ 2612572 w 5225144"/>
              <a:gd name="connsiteY0" fmla="*/ 0 h 5225144"/>
              <a:gd name="connsiteX1" fmla="*/ 5225144 w 5225144"/>
              <a:gd name="connsiteY1" fmla="*/ 2612572 h 5225144"/>
              <a:gd name="connsiteX2" fmla="*/ 2612572 w 5225144"/>
              <a:gd name="connsiteY2" fmla="*/ 5225144 h 5225144"/>
              <a:gd name="connsiteX3" fmla="*/ 0 w 5225144"/>
              <a:gd name="connsiteY3" fmla="*/ 2612572 h 5225144"/>
              <a:gd name="connsiteX4" fmla="*/ 2612572 w 5225144"/>
              <a:gd name="connsiteY4" fmla="*/ 0 h 522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144" h="5225144">
                <a:moveTo>
                  <a:pt x="2612572" y="0"/>
                </a:moveTo>
                <a:cubicBezTo>
                  <a:pt x="4055456" y="0"/>
                  <a:pt x="5225144" y="1169688"/>
                  <a:pt x="5225144" y="2612572"/>
                </a:cubicBezTo>
                <a:cubicBezTo>
                  <a:pt x="5225144" y="4055456"/>
                  <a:pt x="4055456" y="5225144"/>
                  <a:pt x="2612572" y="5225144"/>
                </a:cubicBezTo>
                <a:cubicBezTo>
                  <a:pt x="1169688" y="5225144"/>
                  <a:pt x="0" y="4055456"/>
                  <a:pt x="0" y="2612572"/>
                </a:cubicBezTo>
                <a:cubicBezTo>
                  <a:pt x="0" y="1169688"/>
                  <a:pt x="1169688" y="0"/>
                  <a:pt x="2612572" y="0"/>
                </a:cubicBezTo>
                <a:close/>
              </a:path>
            </a:pathLst>
          </a:custGeom>
          <a:pattFill prst="lgCheck">
            <a:fgClr>
              <a:schemeClr val="tx2">
                <a:lumMod val="25000"/>
                <a:lumOff val="75000"/>
              </a:schemeClr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1260000" rtlCol="0" anchor="ctr">
            <a:noAutofit/>
          </a:bodyPr>
          <a:lstStyle>
            <a:lvl1pPr marL="0" indent="0">
              <a:buNone/>
              <a:def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on the pictogram </a:t>
            </a:r>
            <a:br>
              <a:rPr lang="en-US"/>
            </a:br>
            <a:r>
              <a:rPr lang="en-US"/>
              <a:t>to insert a new image.</a:t>
            </a:r>
          </a:p>
        </p:txBody>
      </p:sp>
      <p:sp>
        <p:nvSpPr>
          <p:cNvPr id="2" name="Rectangle: Rounded Corners 27">
            <a:extLst>
              <a:ext uri="{FF2B5EF4-FFF2-40B4-BE49-F238E27FC236}">
                <a16:creationId xmlns:a16="http://schemas.microsoft.com/office/drawing/2014/main" id="{0FD9081F-F3EF-AFB7-AB76-3A38B6A4C6FD}"/>
              </a:ext>
            </a:extLst>
          </p:cNvPr>
          <p:cNvSpPr/>
          <p:nvPr userDrawn="1"/>
        </p:nvSpPr>
        <p:spPr>
          <a:xfrm rot="3600000">
            <a:off x="-125064" y="4430628"/>
            <a:ext cx="250127" cy="115738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FF33665-3033-9FBF-1D3A-EF5BBCA8A115}"/>
              </a:ext>
            </a:extLst>
          </p:cNvPr>
          <p:cNvSpPr/>
          <p:nvPr userDrawn="1"/>
        </p:nvSpPr>
        <p:spPr>
          <a:xfrm rot="3600000">
            <a:off x="9010645" y="6369063"/>
            <a:ext cx="250128" cy="796327"/>
          </a:xfrm>
          <a:custGeom>
            <a:avLst/>
            <a:gdLst>
              <a:gd name="connsiteX0" fmla="*/ 9828 w 250128"/>
              <a:gd name="connsiteY0" fmla="*/ 76384 h 796327"/>
              <a:gd name="connsiteX1" fmla="*/ 125064 w 250128"/>
              <a:gd name="connsiteY1" fmla="*/ 0 h 796327"/>
              <a:gd name="connsiteX2" fmla="*/ 250128 w 250128"/>
              <a:gd name="connsiteY2" fmla="*/ 125064 h 796327"/>
              <a:gd name="connsiteX3" fmla="*/ 250128 w 250128"/>
              <a:gd name="connsiteY3" fmla="*/ 363093 h 796327"/>
              <a:gd name="connsiteX4" fmla="*/ 0 w 250128"/>
              <a:gd name="connsiteY4" fmla="*/ 796327 h 796327"/>
              <a:gd name="connsiteX5" fmla="*/ 0 w 250128"/>
              <a:gd name="connsiteY5" fmla="*/ 125065 h 796327"/>
              <a:gd name="connsiteX6" fmla="*/ 9828 w 250128"/>
              <a:gd name="connsiteY6" fmla="*/ 76384 h 7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128" h="796327">
                <a:moveTo>
                  <a:pt x="9828" y="76384"/>
                </a:moveTo>
                <a:cubicBezTo>
                  <a:pt x="28814" y="31496"/>
                  <a:pt x="73261" y="-1"/>
                  <a:pt x="125064" y="0"/>
                </a:cubicBezTo>
                <a:cubicBezTo>
                  <a:pt x="194136" y="0"/>
                  <a:pt x="250129" y="55993"/>
                  <a:pt x="250128" y="125064"/>
                </a:cubicBezTo>
                <a:lnTo>
                  <a:pt x="250128" y="363093"/>
                </a:lnTo>
                <a:lnTo>
                  <a:pt x="0" y="796327"/>
                </a:lnTo>
                <a:lnTo>
                  <a:pt x="0" y="125065"/>
                </a:lnTo>
                <a:cubicBezTo>
                  <a:pt x="0" y="107797"/>
                  <a:pt x="3500" y="91346"/>
                  <a:pt x="9828" y="7638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F8158F2-24E2-8C38-22EE-9A0FBB95D2FD}"/>
              </a:ext>
            </a:extLst>
          </p:cNvPr>
          <p:cNvSpPr/>
          <p:nvPr userDrawn="1"/>
        </p:nvSpPr>
        <p:spPr>
          <a:xfrm>
            <a:off x="11940208" y="1087483"/>
            <a:ext cx="251792" cy="718822"/>
          </a:xfrm>
          <a:custGeom>
            <a:avLst/>
            <a:gdLst>
              <a:gd name="connsiteX0" fmla="*/ 251792 w 251792"/>
              <a:gd name="connsiteY0" fmla="*/ 0 h 718822"/>
              <a:gd name="connsiteX1" fmla="*/ 251792 w 251792"/>
              <a:gd name="connsiteY1" fmla="*/ 718822 h 718822"/>
              <a:gd name="connsiteX2" fmla="*/ 234721 w 251792"/>
              <a:gd name="connsiteY2" fmla="*/ 713523 h 718822"/>
              <a:gd name="connsiteX3" fmla="*/ 0 w 251792"/>
              <a:gd name="connsiteY3" fmla="*/ 359411 h 718822"/>
              <a:gd name="connsiteX4" fmla="*/ 234721 w 251792"/>
              <a:gd name="connsiteY4" fmla="*/ 5299 h 718822"/>
              <a:gd name="connsiteX5" fmla="*/ 251792 w 251792"/>
              <a:gd name="connsiteY5" fmla="*/ 0 h 7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792" h="718822">
                <a:moveTo>
                  <a:pt x="251792" y="0"/>
                </a:moveTo>
                <a:lnTo>
                  <a:pt x="251792" y="718822"/>
                </a:lnTo>
                <a:lnTo>
                  <a:pt x="234721" y="713523"/>
                </a:lnTo>
                <a:cubicBezTo>
                  <a:pt x="96785" y="655181"/>
                  <a:pt x="0" y="518599"/>
                  <a:pt x="0" y="359411"/>
                </a:cubicBezTo>
                <a:cubicBezTo>
                  <a:pt x="0" y="200224"/>
                  <a:pt x="96785" y="63641"/>
                  <a:pt x="234721" y="5299"/>
                </a:cubicBezTo>
                <a:lnTo>
                  <a:pt x="2517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8AF242-7309-77C1-AC90-4519FE2672BA}"/>
              </a:ext>
            </a:extLst>
          </p:cNvPr>
          <p:cNvSpPr/>
          <p:nvPr userDrawn="1"/>
        </p:nvSpPr>
        <p:spPr>
          <a:xfrm>
            <a:off x="-2528047" y="-1"/>
            <a:ext cx="244714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image is imported right click it and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will allow any text that you input to sit on top of the image.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  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A60A8EC3-93DA-1396-62D0-68FE4AF98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73924" y="5561162"/>
            <a:ext cx="1414021" cy="7014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9AE6FC-A2CC-5D65-3144-624FE9160F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628373" y="1650800"/>
            <a:ext cx="647790" cy="581106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CEB45E83-875C-705F-B717-F20DF5F22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463974" y="3550853"/>
            <a:ext cx="2318993" cy="4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30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ll-out + image v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2D4333-7FCE-290C-A115-8DAB3207F2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E0C4596-10DB-A935-8DFD-110ED531E1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743862 w 12192000"/>
              <a:gd name="connsiteY0" fmla="*/ 5345934 h 6858000"/>
              <a:gd name="connsiteX1" fmla="*/ 8305939 w 12192000"/>
              <a:gd name="connsiteY1" fmla="*/ 5471698 h 6858000"/>
              <a:gd name="connsiteX2" fmla="*/ 5918274 w 12192000"/>
              <a:gd name="connsiteY2" fmla="*/ 6853695 h 6858000"/>
              <a:gd name="connsiteX3" fmla="*/ 9495476 w 12192000"/>
              <a:gd name="connsiteY3" fmla="*/ 6853695 h 6858000"/>
              <a:gd name="connsiteX4" fmla="*/ 9572775 w 12192000"/>
              <a:gd name="connsiteY4" fmla="*/ 5811815 h 6858000"/>
              <a:gd name="connsiteX5" fmla="*/ 8743862 w 12192000"/>
              <a:gd name="connsiteY5" fmla="*/ 5345934 h 6858000"/>
              <a:gd name="connsiteX6" fmla="*/ 12187734 w 12192000"/>
              <a:gd name="connsiteY6" fmla="*/ 3430105 h 6858000"/>
              <a:gd name="connsiteX7" fmla="*/ 11688590 w 12192000"/>
              <a:gd name="connsiteY7" fmla="*/ 3554013 h 6858000"/>
              <a:gd name="connsiteX8" fmla="*/ 11347296 w 12192000"/>
              <a:gd name="connsiteY8" fmla="*/ 4814466 h 6858000"/>
              <a:gd name="connsiteX9" fmla="*/ 12187734 w 12192000"/>
              <a:gd name="connsiteY9" fmla="*/ 5271647 h 6858000"/>
              <a:gd name="connsiteX10" fmla="*/ 5499817 w 12192000"/>
              <a:gd name="connsiteY10" fmla="*/ 4264 h 6858000"/>
              <a:gd name="connsiteX11" fmla="*/ 6058333 w 12192000"/>
              <a:gd name="connsiteY11" fmla="*/ 324034 h 6858000"/>
              <a:gd name="connsiteX12" fmla="*/ 6122777 w 12192000"/>
              <a:gd name="connsiteY12" fmla="*/ 810084 h 6858000"/>
              <a:gd name="connsiteX13" fmla="*/ 5822038 w 12192000"/>
              <a:gd name="connsiteY13" fmla="*/ 1202336 h 6858000"/>
              <a:gd name="connsiteX14" fmla="*/ 5499817 w 12192000"/>
              <a:gd name="connsiteY14" fmla="*/ 1287608 h 6858000"/>
              <a:gd name="connsiteX15" fmla="*/ 4937005 w 12192000"/>
              <a:gd name="connsiteY15" fmla="*/ 967837 h 6858000"/>
              <a:gd name="connsiteX16" fmla="*/ 4872561 w 12192000"/>
              <a:gd name="connsiteY16" fmla="*/ 477523 h 6858000"/>
              <a:gd name="connsiteX17" fmla="*/ 5173300 w 12192000"/>
              <a:gd name="connsiteY17" fmla="*/ 89536 h 6858000"/>
              <a:gd name="connsiteX18" fmla="*/ 5499817 w 12192000"/>
              <a:gd name="connsiteY18" fmla="*/ 4264 h 6858000"/>
              <a:gd name="connsiteX19" fmla="*/ 0 w 12192000"/>
              <a:gd name="connsiteY19" fmla="*/ 0 h 6858000"/>
              <a:gd name="connsiteX20" fmla="*/ 4838191 w 12192000"/>
              <a:gd name="connsiteY20" fmla="*/ 0 h 6858000"/>
              <a:gd name="connsiteX21" fmla="*/ 4696414 w 12192000"/>
              <a:gd name="connsiteY21" fmla="*/ 1104273 h 6858000"/>
              <a:gd name="connsiteX22" fmla="*/ 5499817 w 12192000"/>
              <a:gd name="connsiteY22" fmla="*/ 1564742 h 6858000"/>
              <a:gd name="connsiteX23" fmla="*/ 5963815 w 12192000"/>
              <a:gd name="connsiteY23" fmla="*/ 1441097 h 6858000"/>
              <a:gd name="connsiteX24" fmla="*/ 6303221 w 12192000"/>
              <a:gd name="connsiteY24" fmla="*/ 183335 h 6858000"/>
              <a:gd name="connsiteX25" fmla="*/ 6161444 w 12192000"/>
              <a:gd name="connsiteY25" fmla="*/ 0 h 6858000"/>
              <a:gd name="connsiteX26" fmla="*/ 12192000 w 12192000"/>
              <a:gd name="connsiteY26" fmla="*/ 0 h 6858000"/>
              <a:gd name="connsiteX27" fmla="*/ 12192000 w 12192000"/>
              <a:gd name="connsiteY27" fmla="*/ 6858000 h 6858000"/>
              <a:gd name="connsiteX28" fmla="*/ 0 w 12192000"/>
              <a:gd name="connsiteY2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6858000">
                <a:moveTo>
                  <a:pt x="8743862" y="5345934"/>
                </a:moveTo>
                <a:cubicBezTo>
                  <a:pt x="8594550" y="5350191"/>
                  <a:pt x="8444163" y="5390974"/>
                  <a:pt x="8305939" y="5471698"/>
                </a:cubicBezTo>
                <a:lnTo>
                  <a:pt x="5918274" y="6853695"/>
                </a:lnTo>
                <a:lnTo>
                  <a:pt x="9495476" y="6853695"/>
                </a:lnTo>
                <a:cubicBezTo>
                  <a:pt x="9727372" y="6565241"/>
                  <a:pt x="9770316" y="6151933"/>
                  <a:pt x="9572775" y="5811815"/>
                </a:cubicBezTo>
                <a:cubicBezTo>
                  <a:pt x="9395633" y="5503987"/>
                  <a:pt x="9072348" y="5336569"/>
                  <a:pt x="8743862" y="5345934"/>
                </a:cubicBezTo>
                <a:close/>
                <a:moveTo>
                  <a:pt x="12187734" y="3430105"/>
                </a:moveTo>
                <a:cubicBezTo>
                  <a:pt x="12021353" y="3421559"/>
                  <a:pt x="11846439" y="3460014"/>
                  <a:pt x="11688590" y="3554013"/>
                </a:cubicBezTo>
                <a:cubicBezTo>
                  <a:pt x="11244907" y="3806104"/>
                  <a:pt x="11095591" y="4370103"/>
                  <a:pt x="11347296" y="4814466"/>
                </a:cubicBezTo>
                <a:cubicBezTo>
                  <a:pt x="11526475" y="5122101"/>
                  <a:pt x="11854972" y="5288737"/>
                  <a:pt x="12187734" y="5271647"/>
                </a:cubicBezTo>
                <a:close/>
                <a:moveTo>
                  <a:pt x="5499817" y="4264"/>
                </a:moveTo>
                <a:cubicBezTo>
                  <a:pt x="5727520" y="4264"/>
                  <a:pt x="5942334" y="127908"/>
                  <a:pt x="6058333" y="324034"/>
                </a:cubicBezTo>
                <a:cubicBezTo>
                  <a:pt x="6144259" y="473260"/>
                  <a:pt x="6170036" y="643804"/>
                  <a:pt x="6122777" y="810084"/>
                </a:cubicBezTo>
                <a:cubicBezTo>
                  <a:pt x="6079814" y="976365"/>
                  <a:pt x="5972408" y="1117064"/>
                  <a:pt x="5822038" y="1202336"/>
                </a:cubicBezTo>
                <a:cubicBezTo>
                  <a:pt x="5723224" y="1257762"/>
                  <a:pt x="5611520" y="1287608"/>
                  <a:pt x="5499817" y="1287608"/>
                </a:cubicBezTo>
                <a:cubicBezTo>
                  <a:pt x="5267820" y="1287608"/>
                  <a:pt x="5053005" y="1163963"/>
                  <a:pt x="4937005" y="967837"/>
                </a:cubicBezTo>
                <a:cubicBezTo>
                  <a:pt x="4851080" y="818611"/>
                  <a:pt x="4829598" y="643804"/>
                  <a:pt x="4872561" y="477523"/>
                </a:cubicBezTo>
                <a:cubicBezTo>
                  <a:pt x="4919820" y="311243"/>
                  <a:pt x="5027227" y="174808"/>
                  <a:pt x="5173300" y="89536"/>
                </a:cubicBezTo>
                <a:cubicBezTo>
                  <a:pt x="5272115" y="34109"/>
                  <a:pt x="5383818" y="4264"/>
                  <a:pt x="5499817" y="4264"/>
                </a:cubicBezTo>
                <a:close/>
                <a:moveTo>
                  <a:pt x="0" y="0"/>
                </a:moveTo>
                <a:lnTo>
                  <a:pt x="4838191" y="0"/>
                </a:lnTo>
                <a:cubicBezTo>
                  <a:pt x="4550342" y="285661"/>
                  <a:pt x="4481600" y="737603"/>
                  <a:pt x="4696414" y="1104273"/>
                </a:cubicBezTo>
                <a:cubicBezTo>
                  <a:pt x="4868265" y="1402725"/>
                  <a:pt x="5177597" y="1564742"/>
                  <a:pt x="5499817" y="1564742"/>
                </a:cubicBezTo>
                <a:cubicBezTo>
                  <a:pt x="5658779" y="1564742"/>
                  <a:pt x="5817742" y="1526369"/>
                  <a:pt x="5963815" y="1441097"/>
                </a:cubicBezTo>
                <a:cubicBezTo>
                  <a:pt x="6406331" y="1189545"/>
                  <a:pt x="6556701" y="626749"/>
                  <a:pt x="6303221" y="183335"/>
                </a:cubicBezTo>
                <a:cubicBezTo>
                  <a:pt x="6260258" y="115117"/>
                  <a:pt x="6212999" y="55427"/>
                  <a:pt x="6161444" y="0"/>
                </a:cubicBez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bIns="1116000" anchor="ctr" anchorCtr="0">
            <a:noAutofit/>
          </a:bodyPr>
          <a:lstStyle>
            <a:lvl1pPr marL="0" indent="0" algn="ctr">
              <a:lnSpc>
                <a:spcPts val="1900"/>
              </a:lnSpc>
              <a:buNone/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reeform 128">
            <a:extLst>
              <a:ext uri="{FF2B5EF4-FFF2-40B4-BE49-F238E27FC236}">
                <a16:creationId xmlns:a16="http://schemas.microsoft.com/office/drawing/2014/main" id="{918B1E0F-BE98-107C-5759-68B96BFF58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095591" y="3419475"/>
            <a:ext cx="1096409" cy="1871451"/>
          </a:xfrm>
          <a:custGeom>
            <a:avLst/>
            <a:gdLst>
              <a:gd name="T0" fmla="*/ 139 w 257"/>
              <a:gd name="T1" fmla="*/ 31 h 438"/>
              <a:gd name="T2" fmla="*/ 59 w 257"/>
              <a:gd name="T3" fmla="*/ 326 h 438"/>
              <a:gd name="T4" fmla="*/ 256 w 257"/>
              <a:gd name="T5" fmla="*/ 433 h 438"/>
              <a:gd name="T6" fmla="*/ 256 w 257"/>
              <a:gd name="T7" fmla="*/ 2 h 438"/>
              <a:gd name="T8" fmla="*/ 139 w 257"/>
              <a:gd name="T9" fmla="*/ 31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7" h="438">
                <a:moveTo>
                  <a:pt x="139" y="31"/>
                </a:moveTo>
                <a:cubicBezTo>
                  <a:pt x="35" y="90"/>
                  <a:pt x="0" y="222"/>
                  <a:pt x="59" y="326"/>
                </a:cubicBezTo>
                <a:cubicBezTo>
                  <a:pt x="101" y="398"/>
                  <a:pt x="178" y="437"/>
                  <a:pt x="256" y="433"/>
                </a:cubicBezTo>
                <a:lnTo>
                  <a:pt x="256" y="2"/>
                </a:lnTo>
                <a:cubicBezTo>
                  <a:pt x="217" y="0"/>
                  <a:pt x="176" y="9"/>
                  <a:pt x="139" y="31"/>
                </a:cubicBezTo>
              </a:path>
            </a:pathLst>
          </a:custGeom>
          <a:solidFill>
            <a:srgbClr val="500091"/>
          </a:solidFill>
          <a:ln w="19050">
            <a:solidFill>
              <a:schemeClr val="accent4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30">
            <a:extLst>
              <a:ext uri="{FF2B5EF4-FFF2-40B4-BE49-F238E27FC236}">
                <a16:creationId xmlns:a16="http://schemas.microsoft.com/office/drawing/2014/main" id="{AE7D05C4-8DFA-8683-68D9-A18F38AD00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37074" y="5213380"/>
            <a:ext cx="3856336" cy="1644620"/>
          </a:xfrm>
          <a:custGeom>
            <a:avLst/>
            <a:gdLst>
              <a:gd name="T0" fmla="*/ 851 w 898"/>
              <a:gd name="T1" fmla="*/ 139 h 382"/>
              <a:gd name="T2" fmla="*/ 556 w 898"/>
              <a:gd name="T3" fmla="*/ 60 h 382"/>
              <a:gd name="T4" fmla="*/ 0 w 898"/>
              <a:gd name="T5" fmla="*/ 381 h 382"/>
              <a:gd name="T6" fmla="*/ 833 w 898"/>
              <a:gd name="T7" fmla="*/ 381 h 382"/>
              <a:gd name="T8" fmla="*/ 851 w 898"/>
              <a:gd name="T9" fmla="*/ 139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8" h="382">
                <a:moveTo>
                  <a:pt x="851" y="139"/>
                </a:moveTo>
                <a:cubicBezTo>
                  <a:pt x="791" y="35"/>
                  <a:pt x="659" y="0"/>
                  <a:pt x="556" y="60"/>
                </a:cubicBezTo>
                <a:lnTo>
                  <a:pt x="0" y="381"/>
                </a:lnTo>
                <a:lnTo>
                  <a:pt x="833" y="381"/>
                </a:lnTo>
                <a:cubicBezTo>
                  <a:pt x="887" y="314"/>
                  <a:pt x="897" y="218"/>
                  <a:pt x="851" y="139"/>
                </a:cubicBezTo>
              </a:path>
            </a:pathLst>
          </a:custGeom>
          <a:solidFill>
            <a:srgbClr val="500091"/>
          </a:solidFill>
          <a:ln w="19050">
            <a:solidFill>
              <a:schemeClr val="accent4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D878C1E-6FBA-4C79-A678-CC522AB630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42913" y="1376363"/>
            <a:ext cx="4038687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lnSpc>
                <a:spcPct val="85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54511D-8D7B-47B9-BEAF-9346F271E02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42913" y="444440"/>
            <a:ext cx="4038687" cy="931923"/>
          </a:xfrm>
        </p:spPr>
        <p:txBody>
          <a:bodyPr vert="horz" lIns="0" tIns="0" rIns="0" bIns="0" rtlCol="0" anchor="t" anchorCtr="0">
            <a:normAutofit/>
          </a:bodyPr>
          <a:lstStyle>
            <a:lvl1pPr marL="7938" indent="-7938">
              <a:buNone/>
              <a:tabLst/>
              <a:defRPr lang="en-US" sz="2800" b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20EFB5-52A1-4DE4-EAE4-749D9DF875BC}"/>
              </a:ext>
            </a:extLst>
          </p:cNvPr>
          <p:cNvSpPr/>
          <p:nvPr userDrawn="1"/>
        </p:nvSpPr>
        <p:spPr>
          <a:xfrm>
            <a:off x="-4408226" y="-1331354"/>
            <a:ext cx="4327320" cy="9520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image is imported right click it and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will allow any text that you input to sit on top of the image.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change the contrast of the image to make the text more visible: select the image then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Picture Format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top menu.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Corrections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then an option from the dropdown selection.  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5617814-75E5-95B3-7D99-1A89065AB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91227" y="2947248"/>
            <a:ext cx="1414021" cy="701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7B1F10-575F-CAE8-9832-4A6C49915A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69522" y="-24470"/>
            <a:ext cx="647790" cy="58110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0AE19C1-6505-2745-0609-CA041A1FC1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376565" y="1486336"/>
            <a:ext cx="2318993" cy="42865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08898C87-01F3-C52B-0135-D2B12DFE21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5692" y="5006741"/>
            <a:ext cx="2442950" cy="3029804"/>
          </a:xfrm>
          <a:prstGeom prst="rect">
            <a:avLst/>
          </a:prstGeom>
        </p:spPr>
      </p:pic>
      <p:sp>
        <p:nvSpPr>
          <p:cNvPr id="6" name="Freeform 129">
            <a:extLst>
              <a:ext uri="{FF2B5EF4-FFF2-40B4-BE49-F238E27FC236}">
                <a16:creationId xmlns:a16="http://schemas.microsoft.com/office/drawing/2014/main" id="{4D3C8D99-F181-8AE7-1016-4333DF56B4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87851" y="0"/>
            <a:ext cx="2079397" cy="1569005"/>
          </a:xfrm>
          <a:custGeom>
            <a:avLst/>
            <a:gdLst>
              <a:gd name="T0" fmla="*/ 50 w 484"/>
              <a:gd name="T1" fmla="*/ 259 h 368"/>
              <a:gd name="T2" fmla="*/ 237 w 484"/>
              <a:gd name="T3" fmla="*/ 367 h 368"/>
              <a:gd name="T4" fmla="*/ 345 w 484"/>
              <a:gd name="T5" fmla="*/ 338 h 368"/>
              <a:gd name="T6" fmla="*/ 424 w 484"/>
              <a:gd name="T7" fmla="*/ 43 h 368"/>
              <a:gd name="T8" fmla="*/ 391 w 484"/>
              <a:gd name="T9" fmla="*/ 0 h 368"/>
              <a:gd name="T10" fmla="*/ 83 w 484"/>
              <a:gd name="T11" fmla="*/ 0 h 368"/>
              <a:gd name="T12" fmla="*/ 50 w 484"/>
              <a:gd name="T13" fmla="*/ 259 h 368"/>
              <a:gd name="T14" fmla="*/ 91 w 484"/>
              <a:gd name="T15" fmla="*/ 112 h 368"/>
              <a:gd name="T16" fmla="*/ 161 w 484"/>
              <a:gd name="T17" fmla="*/ 21 h 368"/>
              <a:gd name="T18" fmla="*/ 237 w 484"/>
              <a:gd name="T19" fmla="*/ 1 h 368"/>
              <a:gd name="T20" fmla="*/ 237 w 484"/>
              <a:gd name="T21" fmla="*/ 1 h 368"/>
              <a:gd name="T22" fmla="*/ 367 w 484"/>
              <a:gd name="T23" fmla="*/ 76 h 368"/>
              <a:gd name="T24" fmla="*/ 382 w 484"/>
              <a:gd name="T25" fmla="*/ 190 h 368"/>
              <a:gd name="T26" fmla="*/ 312 w 484"/>
              <a:gd name="T27" fmla="*/ 282 h 368"/>
              <a:gd name="T28" fmla="*/ 237 w 484"/>
              <a:gd name="T29" fmla="*/ 302 h 368"/>
              <a:gd name="T30" fmla="*/ 106 w 484"/>
              <a:gd name="T31" fmla="*/ 227 h 368"/>
              <a:gd name="T32" fmla="*/ 91 w 484"/>
              <a:gd name="T33" fmla="*/ 112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84" h="368">
                <a:moveTo>
                  <a:pt x="50" y="259"/>
                </a:moveTo>
                <a:cubicBezTo>
                  <a:pt x="90" y="329"/>
                  <a:pt x="162" y="367"/>
                  <a:pt x="237" y="367"/>
                </a:cubicBezTo>
                <a:cubicBezTo>
                  <a:pt x="274" y="367"/>
                  <a:pt x="311" y="358"/>
                  <a:pt x="345" y="338"/>
                </a:cubicBezTo>
                <a:cubicBezTo>
                  <a:pt x="448" y="279"/>
                  <a:pt x="483" y="147"/>
                  <a:pt x="424" y="43"/>
                </a:cubicBezTo>
                <a:cubicBezTo>
                  <a:pt x="414" y="27"/>
                  <a:pt x="403" y="13"/>
                  <a:pt x="391" y="0"/>
                </a:cubicBezTo>
                <a:lnTo>
                  <a:pt x="83" y="0"/>
                </a:lnTo>
                <a:cubicBezTo>
                  <a:pt x="16" y="67"/>
                  <a:pt x="0" y="173"/>
                  <a:pt x="50" y="259"/>
                </a:cubicBezTo>
                <a:close/>
                <a:moveTo>
                  <a:pt x="91" y="112"/>
                </a:moveTo>
                <a:cubicBezTo>
                  <a:pt x="102" y="73"/>
                  <a:pt x="127" y="41"/>
                  <a:pt x="161" y="21"/>
                </a:cubicBezTo>
                <a:cubicBezTo>
                  <a:pt x="184" y="8"/>
                  <a:pt x="210" y="1"/>
                  <a:pt x="237" y="1"/>
                </a:cubicBezTo>
                <a:lnTo>
                  <a:pt x="237" y="1"/>
                </a:lnTo>
                <a:cubicBezTo>
                  <a:pt x="290" y="1"/>
                  <a:pt x="340" y="30"/>
                  <a:pt x="367" y="76"/>
                </a:cubicBezTo>
                <a:cubicBezTo>
                  <a:pt x="387" y="111"/>
                  <a:pt x="393" y="151"/>
                  <a:pt x="382" y="190"/>
                </a:cubicBezTo>
                <a:cubicBezTo>
                  <a:pt x="372" y="229"/>
                  <a:pt x="347" y="262"/>
                  <a:pt x="312" y="282"/>
                </a:cubicBezTo>
                <a:cubicBezTo>
                  <a:pt x="289" y="295"/>
                  <a:pt x="263" y="302"/>
                  <a:pt x="237" y="302"/>
                </a:cubicBezTo>
                <a:cubicBezTo>
                  <a:pt x="183" y="302"/>
                  <a:pt x="133" y="273"/>
                  <a:pt x="106" y="227"/>
                </a:cubicBezTo>
                <a:cubicBezTo>
                  <a:pt x="86" y="192"/>
                  <a:pt x="81" y="151"/>
                  <a:pt x="91" y="112"/>
                </a:cubicBez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703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ll-out + image v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6CF69B-C1CD-60D6-BE98-3668504F6D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E0C4596-10DB-A935-8DFD-110ED531E1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743862 w 12192000"/>
              <a:gd name="connsiteY0" fmla="*/ 5345934 h 6858000"/>
              <a:gd name="connsiteX1" fmla="*/ 8305939 w 12192000"/>
              <a:gd name="connsiteY1" fmla="*/ 5471698 h 6858000"/>
              <a:gd name="connsiteX2" fmla="*/ 5918274 w 12192000"/>
              <a:gd name="connsiteY2" fmla="*/ 6853695 h 6858000"/>
              <a:gd name="connsiteX3" fmla="*/ 9495476 w 12192000"/>
              <a:gd name="connsiteY3" fmla="*/ 6853695 h 6858000"/>
              <a:gd name="connsiteX4" fmla="*/ 9572775 w 12192000"/>
              <a:gd name="connsiteY4" fmla="*/ 5811815 h 6858000"/>
              <a:gd name="connsiteX5" fmla="*/ 8743862 w 12192000"/>
              <a:gd name="connsiteY5" fmla="*/ 5345934 h 6858000"/>
              <a:gd name="connsiteX6" fmla="*/ 12187734 w 12192000"/>
              <a:gd name="connsiteY6" fmla="*/ 3430105 h 6858000"/>
              <a:gd name="connsiteX7" fmla="*/ 11688590 w 12192000"/>
              <a:gd name="connsiteY7" fmla="*/ 3554013 h 6858000"/>
              <a:gd name="connsiteX8" fmla="*/ 11347296 w 12192000"/>
              <a:gd name="connsiteY8" fmla="*/ 4814466 h 6858000"/>
              <a:gd name="connsiteX9" fmla="*/ 12187734 w 12192000"/>
              <a:gd name="connsiteY9" fmla="*/ 5271647 h 6858000"/>
              <a:gd name="connsiteX10" fmla="*/ 5499817 w 12192000"/>
              <a:gd name="connsiteY10" fmla="*/ 4264 h 6858000"/>
              <a:gd name="connsiteX11" fmla="*/ 6058333 w 12192000"/>
              <a:gd name="connsiteY11" fmla="*/ 324034 h 6858000"/>
              <a:gd name="connsiteX12" fmla="*/ 6122777 w 12192000"/>
              <a:gd name="connsiteY12" fmla="*/ 810084 h 6858000"/>
              <a:gd name="connsiteX13" fmla="*/ 5822038 w 12192000"/>
              <a:gd name="connsiteY13" fmla="*/ 1202336 h 6858000"/>
              <a:gd name="connsiteX14" fmla="*/ 5499817 w 12192000"/>
              <a:gd name="connsiteY14" fmla="*/ 1287608 h 6858000"/>
              <a:gd name="connsiteX15" fmla="*/ 4937005 w 12192000"/>
              <a:gd name="connsiteY15" fmla="*/ 967837 h 6858000"/>
              <a:gd name="connsiteX16" fmla="*/ 4872561 w 12192000"/>
              <a:gd name="connsiteY16" fmla="*/ 477523 h 6858000"/>
              <a:gd name="connsiteX17" fmla="*/ 5173300 w 12192000"/>
              <a:gd name="connsiteY17" fmla="*/ 89536 h 6858000"/>
              <a:gd name="connsiteX18" fmla="*/ 5499817 w 12192000"/>
              <a:gd name="connsiteY18" fmla="*/ 4264 h 6858000"/>
              <a:gd name="connsiteX19" fmla="*/ 0 w 12192000"/>
              <a:gd name="connsiteY19" fmla="*/ 0 h 6858000"/>
              <a:gd name="connsiteX20" fmla="*/ 4838191 w 12192000"/>
              <a:gd name="connsiteY20" fmla="*/ 0 h 6858000"/>
              <a:gd name="connsiteX21" fmla="*/ 4696414 w 12192000"/>
              <a:gd name="connsiteY21" fmla="*/ 1104273 h 6858000"/>
              <a:gd name="connsiteX22" fmla="*/ 5499817 w 12192000"/>
              <a:gd name="connsiteY22" fmla="*/ 1564742 h 6858000"/>
              <a:gd name="connsiteX23" fmla="*/ 5963815 w 12192000"/>
              <a:gd name="connsiteY23" fmla="*/ 1441097 h 6858000"/>
              <a:gd name="connsiteX24" fmla="*/ 6303221 w 12192000"/>
              <a:gd name="connsiteY24" fmla="*/ 183335 h 6858000"/>
              <a:gd name="connsiteX25" fmla="*/ 6161444 w 12192000"/>
              <a:gd name="connsiteY25" fmla="*/ 0 h 6858000"/>
              <a:gd name="connsiteX26" fmla="*/ 12192000 w 12192000"/>
              <a:gd name="connsiteY26" fmla="*/ 0 h 6858000"/>
              <a:gd name="connsiteX27" fmla="*/ 12192000 w 12192000"/>
              <a:gd name="connsiteY27" fmla="*/ 6858000 h 6858000"/>
              <a:gd name="connsiteX28" fmla="*/ 0 w 12192000"/>
              <a:gd name="connsiteY2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6858000">
                <a:moveTo>
                  <a:pt x="8743862" y="5345934"/>
                </a:moveTo>
                <a:cubicBezTo>
                  <a:pt x="8594550" y="5350191"/>
                  <a:pt x="8444163" y="5390974"/>
                  <a:pt x="8305939" y="5471698"/>
                </a:cubicBezTo>
                <a:lnTo>
                  <a:pt x="5918274" y="6853695"/>
                </a:lnTo>
                <a:lnTo>
                  <a:pt x="9495476" y="6853695"/>
                </a:lnTo>
                <a:cubicBezTo>
                  <a:pt x="9727372" y="6565241"/>
                  <a:pt x="9770316" y="6151933"/>
                  <a:pt x="9572775" y="5811815"/>
                </a:cubicBezTo>
                <a:cubicBezTo>
                  <a:pt x="9395633" y="5503987"/>
                  <a:pt x="9072348" y="5336569"/>
                  <a:pt x="8743862" y="5345934"/>
                </a:cubicBezTo>
                <a:close/>
                <a:moveTo>
                  <a:pt x="12187734" y="3430105"/>
                </a:moveTo>
                <a:cubicBezTo>
                  <a:pt x="12021353" y="3421559"/>
                  <a:pt x="11846439" y="3460014"/>
                  <a:pt x="11688590" y="3554013"/>
                </a:cubicBezTo>
                <a:cubicBezTo>
                  <a:pt x="11244907" y="3806104"/>
                  <a:pt x="11095591" y="4370103"/>
                  <a:pt x="11347296" y="4814466"/>
                </a:cubicBezTo>
                <a:cubicBezTo>
                  <a:pt x="11526475" y="5122101"/>
                  <a:pt x="11854972" y="5288737"/>
                  <a:pt x="12187734" y="5271647"/>
                </a:cubicBezTo>
                <a:close/>
                <a:moveTo>
                  <a:pt x="5499817" y="4264"/>
                </a:moveTo>
                <a:cubicBezTo>
                  <a:pt x="5727520" y="4264"/>
                  <a:pt x="5942334" y="127908"/>
                  <a:pt x="6058333" y="324034"/>
                </a:cubicBezTo>
                <a:cubicBezTo>
                  <a:pt x="6144259" y="473260"/>
                  <a:pt x="6170036" y="643804"/>
                  <a:pt x="6122777" y="810084"/>
                </a:cubicBezTo>
                <a:cubicBezTo>
                  <a:pt x="6079814" y="976365"/>
                  <a:pt x="5972408" y="1117064"/>
                  <a:pt x="5822038" y="1202336"/>
                </a:cubicBezTo>
                <a:cubicBezTo>
                  <a:pt x="5723224" y="1257762"/>
                  <a:pt x="5611520" y="1287608"/>
                  <a:pt x="5499817" y="1287608"/>
                </a:cubicBezTo>
                <a:cubicBezTo>
                  <a:pt x="5267820" y="1287608"/>
                  <a:pt x="5053005" y="1163963"/>
                  <a:pt x="4937005" y="967837"/>
                </a:cubicBezTo>
                <a:cubicBezTo>
                  <a:pt x="4851080" y="818611"/>
                  <a:pt x="4829598" y="643804"/>
                  <a:pt x="4872561" y="477523"/>
                </a:cubicBezTo>
                <a:cubicBezTo>
                  <a:pt x="4919820" y="311243"/>
                  <a:pt x="5027227" y="174808"/>
                  <a:pt x="5173300" y="89536"/>
                </a:cubicBezTo>
                <a:cubicBezTo>
                  <a:pt x="5272115" y="34109"/>
                  <a:pt x="5383818" y="4264"/>
                  <a:pt x="5499817" y="4264"/>
                </a:cubicBezTo>
                <a:close/>
                <a:moveTo>
                  <a:pt x="0" y="0"/>
                </a:moveTo>
                <a:lnTo>
                  <a:pt x="4838191" y="0"/>
                </a:lnTo>
                <a:cubicBezTo>
                  <a:pt x="4550342" y="285661"/>
                  <a:pt x="4481600" y="737603"/>
                  <a:pt x="4696414" y="1104273"/>
                </a:cubicBezTo>
                <a:cubicBezTo>
                  <a:pt x="4868265" y="1402725"/>
                  <a:pt x="5177597" y="1564742"/>
                  <a:pt x="5499817" y="1564742"/>
                </a:cubicBezTo>
                <a:cubicBezTo>
                  <a:pt x="5658779" y="1564742"/>
                  <a:pt x="5817742" y="1526369"/>
                  <a:pt x="5963815" y="1441097"/>
                </a:cubicBezTo>
                <a:cubicBezTo>
                  <a:pt x="6406331" y="1189545"/>
                  <a:pt x="6556701" y="626749"/>
                  <a:pt x="6303221" y="183335"/>
                </a:cubicBezTo>
                <a:cubicBezTo>
                  <a:pt x="6260258" y="115117"/>
                  <a:pt x="6212999" y="55427"/>
                  <a:pt x="6161444" y="0"/>
                </a:cubicBez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bIns="1116000" anchor="ctr" anchorCtr="0">
            <a:noAutofit/>
          </a:bodyPr>
          <a:lstStyle>
            <a:lvl1pPr marL="0" indent="0" algn="ctr">
              <a:lnSpc>
                <a:spcPts val="1900"/>
              </a:lnSpc>
              <a:buNone/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reeform 129">
            <a:extLst>
              <a:ext uri="{FF2B5EF4-FFF2-40B4-BE49-F238E27FC236}">
                <a16:creationId xmlns:a16="http://schemas.microsoft.com/office/drawing/2014/main" id="{4D3C8D99-F181-8AE7-1016-4333DF56B4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87851" y="0"/>
            <a:ext cx="2079397" cy="1569005"/>
          </a:xfrm>
          <a:custGeom>
            <a:avLst/>
            <a:gdLst>
              <a:gd name="T0" fmla="*/ 50 w 484"/>
              <a:gd name="T1" fmla="*/ 259 h 368"/>
              <a:gd name="T2" fmla="*/ 237 w 484"/>
              <a:gd name="T3" fmla="*/ 367 h 368"/>
              <a:gd name="T4" fmla="*/ 345 w 484"/>
              <a:gd name="T5" fmla="*/ 338 h 368"/>
              <a:gd name="T6" fmla="*/ 424 w 484"/>
              <a:gd name="T7" fmla="*/ 43 h 368"/>
              <a:gd name="T8" fmla="*/ 391 w 484"/>
              <a:gd name="T9" fmla="*/ 0 h 368"/>
              <a:gd name="T10" fmla="*/ 83 w 484"/>
              <a:gd name="T11" fmla="*/ 0 h 368"/>
              <a:gd name="T12" fmla="*/ 50 w 484"/>
              <a:gd name="T13" fmla="*/ 259 h 368"/>
              <a:gd name="T14" fmla="*/ 91 w 484"/>
              <a:gd name="T15" fmla="*/ 112 h 368"/>
              <a:gd name="T16" fmla="*/ 161 w 484"/>
              <a:gd name="T17" fmla="*/ 21 h 368"/>
              <a:gd name="T18" fmla="*/ 237 w 484"/>
              <a:gd name="T19" fmla="*/ 1 h 368"/>
              <a:gd name="T20" fmla="*/ 237 w 484"/>
              <a:gd name="T21" fmla="*/ 1 h 368"/>
              <a:gd name="T22" fmla="*/ 367 w 484"/>
              <a:gd name="T23" fmla="*/ 76 h 368"/>
              <a:gd name="T24" fmla="*/ 382 w 484"/>
              <a:gd name="T25" fmla="*/ 190 h 368"/>
              <a:gd name="T26" fmla="*/ 312 w 484"/>
              <a:gd name="T27" fmla="*/ 282 h 368"/>
              <a:gd name="T28" fmla="*/ 237 w 484"/>
              <a:gd name="T29" fmla="*/ 302 h 368"/>
              <a:gd name="T30" fmla="*/ 106 w 484"/>
              <a:gd name="T31" fmla="*/ 227 h 368"/>
              <a:gd name="T32" fmla="*/ 91 w 484"/>
              <a:gd name="T33" fmla="*/ 112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84" h="368">
                <a:moveTo>
                  <a:pt x="50" y="259"/>
                </a:moveTo>
                <a:cubicBezTo>
                  <a:pt x="90" y="329"/>
                  <a:pt x="162" y="367"/>
                  <a:pt x="237" y="367"/>
                </a:cubicBezTo>
                <a:cubicBezTo>
                  <a:pt x="274" y="367"/>
                  <a:pt x="311" y="358"/>
                  <a:pt x="345" y="338"/>
                </a:cubicBezTo>
                <a:cubicBezTo>
                  <a:pt x="448" y="279"/>
                  <a:pt x="483" y="147"/>
                  <a:pt x="424" y="43"/>
                </a:cubicBezTo>
                <a:cubicBezTo>
                  <a:pt x="414" y="27"/>
                  <a:pt x="403" y="13"/>
                  <a:pt x="391" y="0"/>
                </a:cubicBezTo>
                <a:lnTo>
                  <a:pt x="83" y="0"/>
                </a:lnTo>
                <a:cubicBezTo>
                  <a:pt x="16" y="67"/>
                  <a:pt x="0" y="173"/>
                  <a:pt x="50" y="259"/>
                </a:cubicBezTo>
                <a:close/>
                <a:moveTo>
                  <a:pt x="91" y="112"/>
                </a:moveTo>
                <a:cubicBezTo>
                  <a:pt x="102" y="73"/>
                  <a:pt x="127" y="41"/>
                  <a:pt x="161" y="21"/>
                </a:cubicBezTo>
                <a:cubicBezTo>
                  <a:pt x="184" y="8"/>
                  <a:pt x="210" y="1"/>
                  <a:pt x="237" y="1"/>
                </a:cubicBezTo>
                <a:lnTo>
                  <a:pt x="237" y="1"/>
                </a:lnTo>
                <a:cubicBezTo>
                  <a:pt x="290" y="1"/>
                  <a:pt x="340" y="30"/>
                  <a:pt x="367" y="76"/>
                </a:cubicBezTo>
                <a:cubicBezTo>
                  <a:pt x="387" y="111"/>
                  <a:pt x="393" y="151"/>
                  <a:pt x="382" y="190"/>
                </a:cubicBezTo>
                <a:cubicBezTo>
                  <a:pt x="372" y="229"/>
                  <a:pt x="347" y="262"/>
                  <a:pt x="312" y="282"/>
                </a:cubicBezTo>
                <a:cubicBezTo>
                  <a:pt x="289" y="295"/>
                  <a:pt x="263" y="302"/>
                  <a:pt x="237" y="302"/>
                </a:cubicBezTo>
                <a:cubicBezTo>
                  <a:pt x="183" y="302"/>
                  <a:pt x="133" y="273"/>
                  <a:pt x="106" y="227"/>
                </a:cubicBezTo>
                <a:cubicBezTo>
                  <a:pt x="86" y="192"/>
                  <a:pt x="81" y="151"/>
                  <a:pt x="91" y="112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accent5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128">
            <a:extLst>
              <a:ext uri="{FF2B5EF4-FFF2-40B4-BE49-F238E27FC236}">
                <a16:creationId xmlns:a16="http://schemas.microsoft.com/office/drawing/2014/main" id="{918B1E0F-BE98-107C-5759-68B96BFF58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095591" y="3419475"/>
            <a:ext cx="1096409" cy="1871451"/>
          </a:xfrm>
          <a:custGeom>
            <a:avLst/>
            <a:gdLst>
              <a:gd name="T0" fmla="*/ 139 w 257"/>
              <a:gd name="T1" fmla="*/ 31 h 438"/>
              <a:gd name="T2" fmla="*/ 59 w 257"/>
              <a:gd name="T3" fmla="*/ 326 h 438"/>
              <a:gd name="T4" fmla="*/ 256 w 257"/>
              <a:gd name="T5" fmla="*/ 433 h 438"/>
              <a:gd name="T6" fmla="*/ 256 w 257"/>
              <a:gd name="T7" fmla="*/ 2 h 438"/>
              <a:gd name="T8" fmla="*/ 139 w 257"/>
              <a:gd name="T9" fmla="*/ 31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7" h="438">
                <a:moveTo>
                  <a:pt x="139" y="31"/>
                </a:moveTo>
                <a:cubicBezTo>
                  <a:pt x="35" y="90"/>
                  <a:pt x="0" y="222"/>
                  <a:pt x="59" y="326"/>
                </a:cubicBezTo>
                <a:cubicBezTo>
                  <a:pt x="101" y="398"/>
                  <a:pt x="178" y="437"/>
                  <a:pt x="256" y="433"/>
                </a:cubicBezTo>
                <a:lnTo>
                  <a:pt x="256" y="2"/>
                </a:lnTo>
                <a:cubicBezTo>
                  <a:pt x="217" y="0"/>
                  <a:pt x="176" y="9"/>
                  <a:pt x="139" y="31"/>
                </a:cubicBezTo>
              </a:path>
            </a:pathLst>
          </a:custGeom>
          <a:solidFill>
            <a:srgbClr val="00D7BD"/>
          </a:solidFill>
          <a:ln w="1905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30">
            <a:extLst>
              <a:ext uri="{FF2B5EF4-FFF2-40B4-BE49-F238E27FC236}">
                <a16:creationId xmlns:a16="http://schemas.microsoft.com/office/drawing/2014/main" id="{AE7D05C4-8DFA-8683-68D9-A18F38AD00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37074" y="5213380"/>
            <a:ext cx="3856336" cy="1644620"/>
          </a:xfrm>
          <a:custGeom>
            <a:avLst/>
            <a:gdLst>
              <a:gd name="T0" fmla="*/ 851 w 898"/>
              <a:gd name="T1" fmla="*/ 139 h 382"/>
              <a:gd name="T2" fmla="*/ 556 w 898"/>
              <a:gd name="T3" fmla="*/ 60 h 382"/>
              <a:gd name="T4" fmla="*/ 0 w 898"/>
              <a:gd name="T5" fmla="*/ 381 h 382"/>
              <a:gd name="T6" fmla="*/ 833 w 898"/>
              <a:gd name="T7" fmla="*/ 381 h 382"/>
              <a:gd name="T8" fmla="*/ 851 w 898"/>
              <a:gd name="T9" fmla="*/ 139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8" h="382">
                <a:moveTo>
                  <a:pt x="851" y="139"/>
                </a:moveTo>
                <a:cubicBezTo>
                  <a:pt x="791" y="35"/>
                  <a:pt x="659" y="0"/>
                  <a:pt x="556" y="60"/>
                </a:cubicBezTo>
                <a:lnTo>
                  <a:pt x="0" y="381"/>
                </a:lnTo>
                <a:lnTo>
                  <a:pt x="833" y="381"/>
                </a:lnTo>
                <a:cubicBezTo>
                  <a:pt x="887" y="314"/>
                  <a:pt x="897" y="218"/>
                  <a:pt x="851" y="139"/>
                </a:cubicBezTo>
              </a:path>
            </a:pathLst>
          </a:custGeom>
          <a:solidFill>
            <a:srgbClr val="00D7BD"/>
          </a:solidFill>
          <a:ln w="1905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D878C1E-6FBA-4C79-A678-CC522AB630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42913" y="1376363"/>
            <a:ext cx="4038687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lnSpc>
                <a:spcPct val="85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54511D-8D7B-47B9-BEAF-9346F271E02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42913" y="444440"/>
            <a:ext cx="4038687" cy="931923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800" b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201778-F707-7868-0B8A-6E45AEB1DCF3}"/>
              </a:ext>
            </a:extLst>
          </p:cNvPr>
          <p:cNvSpPr/>
          <p:nvPr userDrawn="1"/>
        </p:nvSpPr>
        <p:spPr>
          <a:xfrm>
            <a:off x="-4408226" y="-1331354"/>
            <a:ext cx="4327320" cy="9520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image is imported right click it and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will allow any text that you input to sit on top of the image.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change the contrast of the image to make the text more visible: select the image then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Picture Format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top menu.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Corrections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then an option from the dropdown selection.  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2064B39-DBCD-7F95-F85B-83A3CDA8F9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91227" y="2947248"/>
            <a:ext cx="1414021" cy="701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0C9C5B-527E-D55D-2D8E-8408693116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69522" y="-24470"/>
            <a:ext cx="647790" cy="58110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B8AAE881-0EB9-6B91-3BE5-9616177157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376565" y="1486336"/>
            <a:ext cx="2318993" cy="42865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9394CCF2-5F3A-6340-3ED2-86D904A30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5692" y="5006741"/>
            <a:ext cx="2442950" cy="30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112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ll-out + image v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B7B1CC-0F0D-9047-F198-38831DE3C9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E0C4596-10DB-A935-8DFD-110ED531E1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743862 w 12192000"/>
              <a:gd name="connsiteY0" fmla="*/ 5345934 h 6858000"/>
              <a:gd name="connsiteX1" fmla="*/ 8305939 w 12192000"/>
              <a:gd name="connsiteY1" fmla="*/ 5471698 h 6858000"/>
              <a:gd name="connsiteX2" fmla="*/ 5918274 w 12192000"/>
              <a:gd name="connsiteY2" fmla="*/ 6853695 h 6858000"/>
              <a:gd name="connsiteX3" fmla="*/ 9495476 w 12192000"/>
              <a:gd name="connsiteY3" fmla="*/ 6853695 h 6858000"/>
              <a:gd name="connsiteX4" fmla="*/ 9572775 w 12192000"/>
              <a:gd name="connsiteY4" fmla="*/ 5811815 h 6858000"/>
              <a:gd name="connsiteX5" fmla="*/ 8743862 w 12192000"/>
              <a:gd name="connsiteY5" fmla="*/ 5345934 h 6858000"/>
              <a:gd name="connsiteX6" fmla="*/ 12187734 w 12192000"/>
              <a:gd name="connsiteY6" fmla="*/ 3430105 h 6858000"/>
              <a:gd name="connsiteX7" fmla="*/ 11688590 w 12192000"/>
              <a:gd name="connsiteY7" fmla="*/ 3554013 h 6858000"/>
              <a:gd name="connsiteX8" fmla="*/ 11347296 w 12192000"/>
              <a:gd name="connsiteY8" fmla="*/ 4814466 h 6858000"/>
              <a:gd name="connsiteX9" fmla="*/ 12187734 w 12192000"/>
              <a:gd name="connsiteY9" fmla="*/ 5271647 h 6858000"/>
              <a:gd name="connsiteX10" fmla="*/ 5499817 w 12192000"/>
              <a:gd name="connsiteY10" fmla="*/ 4264 h 6858000"/>
              <a:gd name="connsiteX11" fmla="*/ 6058333 w 12192000"/>
              <a:gd name="connsiteY11" fmla="*/ 324034 h 6858000"/>
              <a:gd name="connsiteX12" fmla="*/ 6122777 w 12192000"/>
              <a:gd name="connsiteY12" fmla="*/ 810084 h 6858000"/>
              <a:gd name="connsiteX13" fmla="*/ 5822038 w 12192000"/>
              <a:gd name="connsiteY13" fmla="*/ 1202336 h 6858000"/>
              <a:gd name="connsiteX14" fmla="*/ 5499817 w 12192000"/>
              <a:gd name="connsiteY14" fmla="*/ 1287608 h 6858000"/>
              <a:gd name="connsiteX15" fmla="*/ 4937005 w 12192000"/>
              <a:gd name="connsiteY15" fmla="*/ 967837 h 6858000"/>
              <a:gd name="connsiteX16" fmla="*/ 4872561 w 12192000"/>
              <a:gd name="connsiteY16" fmla="*/ 477523 h 6858000"/>
              <a:gd name="connsiteX17" fmla="*/ 5173300 w 12192000"/>
              <a:gd name="connsiteY17" fmla="*/ 89536 h 6858000"/>
              <a:gd name="connsiteX18" fmla="*/ 5499817 w 12192000"/>
              <a:gd name="connsiteY18" fmla="*/ 4264 h 6858000"/>
              <a:gd name="connsiteX19" fmla="*/ 0 w 12192000"/>
              <a:gd name="connsiteY19" fmla="*/ 0 h 6858000"/>
              <a:gd name="connsiteX20" fmla="*/ 4838191 w 12192000"/>
              <a:gd name="connsiteY20" fmla="*/ 0 h 6858000"/>
              <a:gd name="connsiteX21" fmla="*/ 4696414 w 12192000"/>
              <a:gd name="connsiteY21" fmla="*/ 1104273 h 6858000"/>
              <a:gd name="connsiteX22" fmla="*/ 5499817 w 12192000"/>
              <a:gd name="connsiteY22" fmla="*/ 1564742 h 6858000"/>
              <a:gd name="connsiteX23" fmla="*/ 5963815 w 12192000"/>
              <a:gd name="connsiteY23" fmla="*/ 1441097 h 6858000"/>
              <a:gd name="connsiteX24" fmla="*/ 6303221 w 12192000"/>
              <a:gd name="connsiteY24" fmla="*/ 183335 h 6858000"/>
              <a:gd name="connsiteX25" fmla="*/ 6161444 w 12192000"/>
              <a:gd name="connsiteY25" fmla="*/ 0 h 6858000"/>
              <a:gd name="connsiteX26" fmla="*/ 12192000 w 12192000"/>
              <a:gd name="connsiteY26" fmla="*/ 0 h 6858000"/>
              <a:gd name="connsiteX27" fmla="*/ 12192000 w 12192000"/>
              <a:gd name="connsiteY27" fmla="*/ 6858000 h 6858000"/>
              <a:gd name="connsiteX28" fmla="*/ 0 w 12192000"/>
              <a:gd name="connsiteY2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6858000">
                <a:moveTo>
                  <a:pt x="8743862" y="5345934"/>
                </a:moveTo>
                <a:cubicBezTo>
                  <a:pt x="8594550" y="5350191"/>
                  <a:pt x="8444163" y="5390974"/>
                  <a:pt x="8305939" y="5471698"/>
                </a:cubicBezTo>
                <a:lnTo>
                  <a:pt x="5918274" y="6853695"/>
                </a:lnTo>
                <a:lnTo>
                  <a:pt x="9495476" y="6853695"/>
                </a:lnTo>
                <a:cubicBezTo>
                  <a:pt x="9727372" y="6565241"/>
                  <a:pt x="9770316" y="6151933"/>
                  <a:pt x="9572775" y="5811815"/>
                </a:cubicBezTo>
                <a:cubicBezTo>
                  <a:pt x="9395633" y="5503987"/>
                  <a:pt x="9072348" y="5336569"/>
                  <a:pt x="8743862" y="5345934"/>
                </a:cubicBezTo>
                <a:close/>
                <a:moveTo>
                  <a:pt x="12187734" y="3430105"/>
                </a:moveTo>
                <a:cubicBezTo>
                  <a:pt x="12021353" y="3421559"/>
                  <a:pt x="11846439" y="3460014"/>
                  <a:pt x="11688590" y="3554013"/>
                </a:cubicBezTo>
                <a:cubicBezTo>
                  <a:pt x="11244907" y="3806104"/>
                  <a:pt x="11095591" y="4370103"/>
                  <a:pt x="11347296" y="4814466"/>
                </a:cubicBezTo>
                <a:cubicBezTo>
                  <a:pt x="11526475" y="5122101"/>
                  <a:pt x="11854972" y="5288737"/>
                  <a:pt x="12187734" y="5271647"/>
                </a:cubicBezTo>
                <a:close/>
                <a:moveTo>
                  <a:pt x="5499817" y="4264"/>
                </a:moveTo>
                <a:cubicBezTo>
                  <a:pt x="5727520" y="4264"/>
                  <a:pt x="5942334" y="127908"/>
                  <a:pt x="6058333" y="324034"/>
                </a:cubicBezTo>
                <a:cubicBezTo>
                  <a:pt x="6144259" y="473260"/>
                  <a:pt x="6170036" y="643804"/>
                  <a:pt x="6122777" y="810084"/>
                </a:cubicBezTo>
                <a:cubicBezTo>
                  <a:pt x="6079814" y="976365"/>
                  <a:pt x="5972408" y="1117064"/>
                  <a:pt x="5822038" y="1202336"/>
                </a:cubicBezTo>
                <a:cubicBezTo>
                  <a:pt x="5723224" y="1257762"/>
                  <a:pt x="5611520" y="1287608"/>
                  <a:pt x="5499817" y="1287608"/>
                </a:cubicBezTo>
                <a:cubicBezTo>
                  <a:pt x="5267820" y="1287608"/>
                  <a:pt x="5053005" y="1163963"/>
                  <a:pt x="4937005" y="967837"/>
                </a:cubicBezTo>
                <a:cubicBezTo>
                  <a:pt x="4851080" y="818611"/>
                  <a:pt x="4829598" y="643804"/>
                  <a:pt x="4872561" y="477523"/>
                </a:cubicBezTo>
                <a:cubicBezTo>
                  <a:pt x="4919820" y="311243"/>
                  <a:pt x="5027227" y="174808"/>
                  <a:pt x="5173300" y="89536"/>
                </a:cubicBezTo>
                <a:cubicBezTo>
                  <a:pt x="5272115" y="34109"/>
                  <a:pt x="5383818" y="4264"/>
                  <a:pt x="5499817" y="4264"/>
                </a:cubicBezTo>
                <a:close/>
                <a:moveTo>
                  <a:pt x="0" y="0"/>
                </a:moveTo>
                <a:lnTo>
                  <a:pt x="4838191" y="0"/>
                </a:lnTo>
                <a:cubicBezTo>
                  <a:pt x="4550342" y="285661"/>
                  <a:pt x="4481600" y="737603"/>
                  <a:pt x="4696414" y="1104273"/>
                </a:cubicBezTo>
                <a:cubicBezTo>
                  <a:pt x="4868265" y="1402725"/>
                  <a:pt x="5177597" y="1564742"/>
                  <a:pt x="5499817" y="1564742"/>
                </a:cubicBezTo>
                <a:cubicBezTo>
                  <a:pt x="5658779" y="1564742"/>
                  <a:pt x="5817742" y="1526369"/>
                  <a:pt x="5963815" y="1441097"/>
                </a:cubicBezTo>
                <a:cubicBezTo>
                  <a:pt x="6406331" y="1189545"/>
                  <a:pt x="6556701" y="626749"/>
                  <a:pt x="6303221" y="183335"/>
                </a:cubicBezTo>
                <a:cubicBezTo>
                  <a:pt x="6260258" y="115117"/>
                  <a:pt x="6212999" y="55427"/>
                  <a:pt x="6161444" y="0"/>
                </a:cubicBez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bIns="1116000" anchor="ctr" anchorCtr="0">
            <a:noAutofit/>
          </a:bodyPr>
          <a:lstStyle>
            <a:lvl1pPr marL="0" indent="0" algn="ctr">
              <a:lnSpc>
                <a:spcPts val="1900"/>
              </a:lnSpc>
              <a:buNone/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reeform 129">
            <a:extLst>
              <a:ext uri="{FF2B5EF4-FFF2-40B4-BE49-F238E27FC236}">
                <a16:creationId xmlns:a16="http://schemas.microsoft.com/office/drawing/2014/main" id="{4D3C8D99-F181-8AE7-1016-4333DF56B4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87851" y="0"/>
            <a:ext cx="2079397" cy="1569005"/>
          </a:xfrm>
          <a:custGeom>
            <a:avLst/>
            <a:gdLst>
              <a:gd name="T0" fmla="*/ 50 w 484"/>
              <a:gd name="T1" fmla="*/ 259 h 368"/>
              <a:gd name="T2" fmla="*/ 237 w 484"/>
              <a:gd name="T3" fmla="*/ 367 h 368"/>
              <a:gd name="T4" fmla="*/ 345 w 484"/>
              <a:gd name="T5" fmla="*/ 338 h 368"/>
              <a:gd name="T6" fmla="*/ 424 w 484"/>
              <a:gd name="T7" fmla="*/ 43 h 368"/>
              <a:gd name="T8" fmla="*/ 391 w 484"/>
              <a:gd name="T9" fmla="*/ 0 h 368"/>
              <a:gd name="T10" fmla="*/ 83 w 484"/>
              <a:gd name="T11" fmla="*/ 0 h 368"/>
              <a:gd name="T12" fmla="*/ 50 w 484"/>
              <a:gd name="T13" fmla="*/ 259 h 368"/>
              <a:gd name="T14" fmla="*/ 91 w 484"/>
              <a:gd name="T15" fmla="*/ 112 h 368"/>
              <a:gd name="T16" fmla="*/ 161 w 484"/>
              <a:gd name="T17" fmla="*/ 21 h 368"/>
              <a:gd name="T18" fmla="*/ 237 w 484"/>
              <a:gd name="T19" fmla="*/ 1 h 368"/>
              <a:gd name="T20" fmla="*/ 237 w 484"/>
              <a:gd name="T21" fmla="*/ 1 h 368"/>
              <a:gd name="T22" fmla="*/ 367 w 484"/>
              <a:gd name="T23" fmla="*/ 76 h 368"/>
              <a:gd name="T24" fmla="*/ 382 w 484"/>
              <a:gd name="T25" fmla="*/ 190 h 368"/>
              <a:gd name="T26" fmla="*/ 312 w 484"/>
              <a:gd name="T27" fmla="*/ 282 h 368"/>
              <a:gd name="T28" fmla="*/ 237 w 484"/>
              <a:gd name="T29" fmla="*/ 302 h 368"/>
              <a:gd name="T30" fmla="*/ 106 w 484"/>
              <a:gd name="T31" fmla="*/ 227 h 368"/>
              <a:gd name="T32" fmla="*/ 91 w 484"/>
              <a:gd name="T33" fmla="*/ 112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84" h="368">
                <a:moveTo>
                  <a:pt x="50" y="259"/>
                </a:moveTo>
                <a:cubicBezTo>
                  <a:pt x="90" y="329"/>
                  <a:pt x="162" y="367"/>
                  <a:pt x="237" y="367"/>
                </a:cubicBezTo>
                <a:cubicBezTo>
                  <a:pt x="274" y="367"/>
                  <a:pt x="311" y="358"/>
                  <a:pt x="345" y="338"/>
                </a:cubicBezTo>
                <a:cubicBezTo>
                  <a:pt x="448" y="279"/>
                  <a:pt x="483" y="147"/>
                  <a:pt x="424" y="43"/>
                </a:cubicBezTo>
                <a:cubicBezTo>
                  <a:pt x="414" y="27"/>
                  <a:pt x="403" y="13"/>
                  <a:pt x="391" y="0"/>
                </a:cubicBezTo>
                <a:lnTo>
                  <a:pt x="83" y="0"/>
                </a:lnTo>
                <a:cubicBezTo>
                  <a:pt x="16" y="67"/>
                  <a:pt x="0" y="173"/>
                  <a:pt x="50" y="259"/>
                </a:cubicBezTo>
                <a:close/>
                <a:moveTo>
                  <a:pt x="91" y="112"/>
                </a:moveTo>
                <a:cubicBezTo>
                  <a:pt x="102" y="73"/>
                  <a:pt x="127" y="41"/>
                  <a:pt x="161" y="21"/>
                </a:cubicBezTo>
                <a:cubicBezTo>
                  <a:pt x="184" y="8"/>
                  <a:pt x="210" y="1"/>
                  <a:pt x="237" y="1"/>
                </a:cubicBezTo>
                <a:lnTo>
                  <a:pt x="237" y="1"/>
                </a:lnTo>
                <a:cubicBezTo>
                  <a:pt x="290" y="1"/>
                  <a:pt x="340" y="30"/>
                  <a:pt x="367" y="76"/>
                </a:cubicBezTo>
                <a:cubicBezTo>
                  <a:pt x="387" y="111"/>
                  <a:pt x="393" y="151"/>
                  <a:pt x="382" y="190"/>
                </a:cubicBezTo>
                <a:cubicBezTo>
                  <a:pt x="372" y="229"/>
                  <a:pt x="347" y="262"/>
                  <a:pt x="312" y="282"/>
                </a:cubicBezTo>
                <a:cubicBezTo>
                  <a:pt x="289" y="295"/>
                  <a:pt x="263" y="302"/>
                  <a:pt x="237" y="302"/>
                </a:cubicBezTo>
                <a:cubicBezTo>
                  <a:pt x="183" y="302"/>
                  <a:pt x="133" y="273"/>
                  <a:pt x="106" y="227"/>
                </a:cubicBezTo>
                <a:cubicBezTo>
                  <a:pt x="86" y="192"/>
                  <a:pt x="81" y="151"/>
                  <a:pt x="91" y="112"/>
                </a:cubicBez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D878C1E-6FBA-4C79-A678-CC522AB630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42913" y="1376363"/>
            <a:ext cx="4038687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lnSpc>
                <a:spcPct val="85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54511D-8D7B-47B9-BEAF-9346F271E02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42913" y="444440"/>
            <a:ext cx="4038687" cy="931923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800" b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2" name="Freeform 128">
            <a:extLst>
              <a:ext uri="{FF2B5EF4-FFF2-40B4-BE49-F238E27FC236}">
                <a16:creationId xmlns:a16="http://schemas.microsoft.com/office/drawing/2014/main" id="{5FA48F97-50DD-B2EC-E3A4-087A0CD400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095591" y="3419475"/>
            <a:ext cx="1096409" cy="1871451"/>
          </a:xfrm>
          <a:custGeom>
            <a:avLst/>
            <a:gdLst>
              <a:gd name="T0" fmla="*/ 139 w 257"/>
              <a:gd name="T1" fmla="*/ 31 h 438"/>
              <a:gd name="T2" fmla="*/ 59 w 257"/>
              <a:gd name="T3" fmla="*/ 326 h 438"/>
              <a:gd name="T4" fmla="*/ 256 w 257"/>
              <a:gd name="T5" fmla="*/ 433 h 438"/>
              <a:gd name="T6" fmla="*/ 256 w 257"/>
              <a:gd name="T7" fmla="*/ 2 h 438"/>
              <a:gd name="T8" fmla="*/ 139 w 257"/>
              <a:gd name="T9" fmla="*/ 31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7" h="438">
                <a:moveTo>
                  <a:pt x="139" y="31"/>
                </a:moveTo>
                <a:cubicBezTo>
                  <a:pt x="35" y="90"/>
                  <a:pt x="0" y="222"/>
                  <a:pt x="59" y="326"/>
                </a:cubicBezTo>
                <a:cubicBezTo>
                  <a:pt x="101" y="398"/>
                  <a:pt x="178" y="437"/>
                  <a:pt x="256" y="433"/>
                </a:cubicBezTo>
                <a:lnTo>
                  <a:pt x="256" y="2"/>
                </a:lnTo>
                <a:cubicBezTo>
                  <a:pt x="217" y="0"/>
                  <a:pt x="176" y="9"/>
                  <a:pt x="139" y="31"/>
                </a:cubicBezTo>
              </a:path>
            </a:pathLst>
          </a:custGeom>
          <a:solidFill>
            <a:srgbClr val="500091"/>
          </a:solidFill>
          <a:ln w="19050">
            <a:solidFill>
              <a:schemeClr val="accent4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130">
            <a:extLst>
              <a:ext uri="{FF2B5EF4-FFF2-40B4-BE49-F238E27FC236}">
                <a16:creationId xmlns:a16="http://schemas.microsoft.com/office/drawing/2014/main" id="{49585A62-1DB1-F078-D491-B7F5E8EBFD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37074" y="5213380"/>
            <a:ext cx="3856336" cy="1644620"/>
          </a:xfrm>
          <a:custGeom>
            <a:avLst/>
            <a:gdLst>
              <a:gd name="T0" fmla="*/ 851 w 898"/>
              <a:gd name="T1" fmla="*/ 139 h 382"/>
              <a:gd name="T2" fmla="*/ 556 w 898"/>
              <a:gd name="T3" fmla="*/ 60 h 382"/>
              <a:gd name="T4" fmla="*/ 0 w 898"/>
              <a:gd name="T5" fmla="*/ 381 h 382"/>
              <a:gd name="T6" fmla="*/ 833 w 898"/>
              <a:gd name="T7" fmla="*/ 381 h 382"/>
              <a:gd name="T8" fmla="*/ 851 w 898"/>
              <a:gd name="T9" fmla="*/ 139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8" h="382">
                <a:moveTo>
                  <a:pt x="851" y="139"/>
                </a:moveTo>
                <a:cubicBezTo>
                  <a:pt x="791" y="35"/>
                  <a:pt x="659" y="0"/>
                  <a:pt x="556" y="60"/>
                </a:cubicBezTo>
                <a:lnTo>
                  <a:pt x="0" y="381"/>
                </a:lnTo>
                <a:lnTo>
                  <a:pt x="833" y="381"/>
                </a:lnTo>
                <a:cubicBezTo>
                  <a:pt x="887" y="314"/>
                  <a:pt x="897" y="218"/>
                  <a:pt x="851" y="139"/>
                </a:cubicBezTo>
              </a:path>
            </a:pathLst>
          </a:custGeom>
          <a:solidFill>
            <a:srgbClr val="500091"/>
          </a:solidFill>
          <a:ln w="19050">
            <a:solidFill>
              <a:schemeClr val="accent4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663980-5B6F-ED01-C4BD-9AACF7FBD372}"/>
              </a:ext>
            </a:extLst>
          </p:cNvPr>
          <p:cNvSpPr/>
          <p:nvPr userDrawn="1"/>
        </p:nvSpPr>
        <p:spPr>
          <a:xfrm>
            <a:off x="-4408226" y="-1331354"/>
            <a:ext cx="4327320" cy="9520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image is imported right click it and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will allow any text that you input to sit on top of the image.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change the contrast of the image to make the text more visible: select the image then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Picture Format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top menu.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Corrections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then an option from the dropdown selection.   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48FF9768-B584-F844-ECFC-749121228A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91227" y="2947248"/>
            <a:ext cx="1414021" cy="701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18B98-0E4C-2FCF-F013-80F4A60BB8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69522" y="-24470"/>
            <a:ext cx="647790" cy="581106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40004266-D8A2-C24C-FB96-29EFD531B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376565" y="1486336"/>
            <a:ext cx="2318993" cy="428650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2398CB69-7AC1-C677-5696-999D73A3AB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5692" y="5006741"/>
            <a:ext cx="2442950" cy="30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049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ll-out + image v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BF4467-1084-3AD9-8A0B-29FA8AF0077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E0C4596-10DB-A935-8DFD-110ED531E1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743862 w 12192000"/>
              <a:gd name="connsiteY0" fmla="*/ 5345934 h 6858000"/>
              <a:gd name="connsiteX1" fmla="*/ 8305939 w 12192000"/>
              <a:gd name="connsiteY1" fmla="*/ 5471698 h 6858000"/>
              <a:gd name="connsiteX2" fmla="*/ 5918274 w 12192000"/>
              <a:gd name="connsiteY2" fmla="*/ 6853695 h 6858000"/>
              <a:gd name="connsiteX3" fmla="*/ 9495476 w 12192000"/>
              <a:gd name="connsiteY3" fmla="*/ 6853695 h 6858000"/>
              <a:gd name="connsiteX4" fmla="*/ 9572775 w 12192000"/>
              <a:gd name="connsiteY4" fmla="*/ 5811815 h 6858000"/>
              <a:gd name="connsiteX5" fmla="*/ 8743862 w 12192000"/>
              <a:gd name="connsiteY5" fmla="*/ 5345934 h 6858000"/>
              <a:gd name="connsiteX6" fmla="*/ 12187734 w 12192000"/>
              <a:gd name="connsiteY6" fmla="*/ 3430105 h 6858000"/>
              <a:gd name="connsiteX7" fmla="*/ 11688590 w 12192000"/>
              <a:gd name="connsiteY7" fmla="*/ 3554013 h 6858000"/>
              <a:gd name="connsiteX8" fmla="*/ 11347296 w 12192000"/>
              <a:gd name="connsiteY8" fmla="*/ 4814466 h 6858000"/>
              <a:gd name="connsiteX9" fmla="*/ 12187734 w 12192000"/>
              <a:gd name="connsiteY9" fmla="*/ 5271647 h 6858000"/>
              <a:gd name="connsiteX10" fmla="*/ 5499817 w 12192000"/>
              <a:gd name="connsiteY10" fmla="*/ 4264 h 6858000"/>
              <a:gd name="connsiteX11" fmla="*/ 6058333 w 12192000"/>
              <a:gd name="connsiteY11" fmla="*/ 324034 h 6858000"/>
              <a:gd name="connsiteX12" fmla="*/ 6122777 w 12192000"/>
              <a:gd name="connsiteY12" fmla="*/ 810084 h 6858000"/>
              <a:gd name="connsiteX13" fmla="*/ 5822038 w 12192000"/>
              <a:gd name="connsiteY13" fmla="*/ 1202336 h 6858000"/>
              <a:gd name="connsiteX14" fmla="*/ 5499817 w 12192000"/>
              <a:gd name="connsiteY14" fmla="*/ 1287608 h 6858000"/>
              <a:gd name="connsiteX15" fmla="*/ 4937005 w 12192000"/>
              <a:gd name="connsiteY15" fmla="*/ 967837 h 6858000"/>
              <a:gd name="connsiteX16" fmla="*/ 4872561 w 12192000"/>
              <a:gd name="connsiteY16" fmla="*/ 477523 h 6858000"/>
              <a:gd name="connsiteX17" fmla="*/ 5173300 w 12192000"/>
              <a:gd name="connsiteY17" fmla="*/ 89536 h 6858000"/>
              <a:gd name="connsiteX18" fmla="*/ 5499817 w 12192000"/>
              <a:gd name="connsiteY18" fmla="*/ 4264 h 6858000"/>
              <a:gd name="connsiteX19" fmla="*/ 0 w 12192000"/>
              <a:gd name="connsiteY19" fmla="*/ 0 h 6858000"/>
              <a:gd name="connsiteX20" fmla="*/ 4838191 w 12192000"/>
              <a:gd name="connsiteY20" fmla="*/ 0 h 6858000"/>
              <a:gd name="connsiteX21" fmla="*/ 4696414 w 12192000"/>
              <a:gd name="connsiteY21" fmla="*/ 1104273 h 6858000"/>
              <a:gd name="connsiteX22" fmla="*/ 5499817 w 12192000"/>
              <a:gd name="connsiteY22" fmla="*/ 1564742 h 6858000"/>
              <a:gd name="connsiteX23" fmla="*/ 5963815 w 12192000"/>
              <a:gd name="connsiteY23" fmla="*/ 1441097 h 6858000"/>
              <a:gd name="connsiteX24" fmla="*/ 6303221 w 12192000"/>
              <a:gd name="connsiteY24" fmla="*/ 183335 h 6858000"/>
              <a:gd name="connsiteX25" fmla="*/ 6161444 w 12192000"/>
              <a:gd name="connsiteY25" fmla="*/ 0 h 6858000"/>
              <a:gd name="connsiteX26" fmla="*/ 12192000 w 12192000"/>
              <a:gd name="connsiteY26" fmla="*/ 0 h 6858000"/>
              <a:gd name="connsiteX27" fmla="*/ 12192000 w 12192000"/>
              <a:gd name="connsiteY27" fmla="*/ 6858000 h 6858000"/>
              <a:gd name="connsiteX28" fmla="*/ 0 w 12192000"/>
              <a:gd name="connsiteY2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6858000">
                <a:moveTo>
                  <a:pt x="8743862" y="5345934"/>
                </a:moveTo>
                <a:cubicBezTo>
                  <a:pt x="8594550" y="5350191"/>
                  <a:pt x="8444163" y="5390974"/>
                  <a:pt x="8305939" y="5471698"/>
                </a:cubicBezTo>
                <a:lnTo>
                  <a:pt x="5918274" y="6853695"/>
                </a:lnTo>
                <a:lnTo>
                  <a:pt x="9495476" y="6853695"/>
                </a:lnTo>
                <a:cubicBezTo>
                  <a:pt x="9727372" y="6565241"/>
                  <a:pt x="9770316" y="6151933"/>
                  <a:pt x="9572775" y="5811815"/>
                </a:cubicBezTo>
                <a:cubicBezTo>
                  <a:pt x="9395633" y="5503987"/>
                  <a:pt x="9072348" y="5336569"/>
                  <a:pt x="8743862" y="5345934"/>
                </a:cubicBezTo>
                <a:close/>
                <a:moveTo>
                  <a:pt x="12187734" y="3430105"/>
                </a:moveTo>
                <a:cubicBezTo>
                  <a:pt x="12021353" y="3421559"/>
                  <a:pt x="11846439" y="3460014"/>
                  <a:pt x="11688590" y="3554013"/>
                </a:cubicBezTo>
                <a:cubicBezTo>
                  <a:pt x="11244907" y="3806104"/>
                  <a:pt x="11095591" y="4370103"/>
                  <a:pt x="11347296" y="4814466"/>
                </a:cubicBezTo>
                <a:cubicBezTo>
                  <a:pt x="11526475" y="5122101"/>
                  <a:pt x="11854972" y="5288737"/>
                  <a:pt x="12187734" y="5271647"/>
                </a:cubicBezTo>
                <a:close/>
                <a:moveTo>
                  <a:pt x="5499817" y="4264"/>
                </a:moveTo>
                <a:cubicBezTo>
                  <a:pt x="5727520" y="4264"/>
                  <a:pt x="5942334" y="127908"/>
                  <a:pt x="6058333" y="324034"/>
                </a:cubicBezTo>
                <a:cubicBezTo>
                  <a:pt x="6144259" y="473260"/>
                  <a:pt x="6170036" y="643804"/>
                  <a:pt x="6122777" y="810084"/>
                </a:cubicBezTo>
                <a:cubicBezTo>
                  <a:pt x="6079814" y="976365"/>
                  <a:pt x="5972408" y="1117064"/>
                  <a:pt x="5822038" y="1202336"/>
                </a:cubicBezTo>
                <a:cubicBezTo>
                  <a:pt x="5723224" y="1257762"/>
                  <a:pt x="5611520" y="1287608"/>
                  <a:pt x="5499817" y="1287608"/>
                </a:cubicBezTo>
                <a:cubicBezTo>
                  <a:pt x="5267820" y="1287608"/>
                  <a:pt x="5053005" y="1163963"/>
                  <a:pt x="4937005" y="967837"/>
                </a:cubicBezTo>
                <a:cubicBezTo>
                  <a:pt x="4851080" y="818611"/>
                  <a:pt x="4829598" y="643804"/>
                  <a:pt x="4872561" y="477523"/>
                </a:cubicBezTo>
                <a:cubicBezTo>
                  <a:pt x="4919820" y="311243"/>
                  <a:pt x="5027227" y="174808"/>
                  <a:pt x="5173300" y="89536"/>
                </a:cubicBezTo>
                <a:cubicBezTo>
                  <a:pt x="5272115" y="34109"/>
                  <a:pt x="5383818" y="4264"/>
                  <a:pt x="5499817" y="4264"/>
                </a:cubicBezTo>
                <a:close/>
                <a:moveTo>
                  <a:pt x="0" y="0"/>
                </a:moveTo>
                <a:lnTo>
                  <a:pt x="4838191" y="0"/>
                </a:lnTo>
                <a:cubicBezTo>
                  <a:pt x="4550342" y="285661"/>
                  <a:pt x="4481600" y="737603"/>
                  <a:pt x="4696414" y="1104273"/>
                </a:cubicBezTo>
                <a:cubicBezTo>
                  <a:pt x="4868265" y="1402725"/>
                  <a:pt x="5177597" y="1564742"/>
                  <a:pt x="5499817" y="1564742"/>
                </a:cubicBezTo>
                <a:cubicBezTo>
                  <a:pt x="5658779" y="1564742"/>
                  <a:pt x="5817742" y="1526369"/>
                  <a:pt x="5963815" y="1441097"/>
                </a:cubicBezTo>
                <a:cubicBezTo>
                  <a:pt x="6406331" y="1189545"/>
                  <a:pt x="6556701" y="626749"/>
                  <a:pt x="6303221" y="183335"/>
                </a:cubicBezTo>
                <a:cubicBezTo>
                  <a:pt x="6260258" y="115117"/>
                  <a:pt x="6212999" y="55427"/>
                  <a:pt x="6161444" y="0"/>
                </a:cubicBez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bIns="1116000" anchor="ctr" anchorCtr="0">
            <a:noAutofit/>
          </a:bodyPr>
          <a:lstStyle>
            <a:lvl1pPr marL="0" indent="0" algn="ctr">
              <a:lnSpc>
                <a:spcPts val="1900"/>
              </a:lnSpc>
              <a:buNone/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reeform 129">
            <a:extLst>
              <a:ext uri="{FF2B5EF4-FFF2-40B4-BE49-F238E27FC236}">
                <a16:creationId xmlns:a16="http://schemas.microsoft.com/office/drawing/2014/main" id="{4D3C8D99-F181-8AE7-1016-4333DF56B4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87851" y="0"/>
            <a:ext cx="2079397" cy="1569005"/>
          </a:xfrm>
          <a:custGeom>
            <a:avLst/>
            <a:gdLst>
              <a:gd name="T0" fmla="*/ 50 w 484"/>
              <a:gd name="T1" fmla="*/ 259 h 368"/>
              <a:gd name="T2" fmla="*/ 237 w 484"/>
              <a:gd name="T3" fmla="*/ 367 h 368"/>
              <a:gd name="T4" fmla="*/ 345 w 484"/>
              <a:gd name="T5" fmla="*/ 338 h 368"/>
              <a:gd name="T6" fmla="*/ 424 w 484"/>
              <a:gd name="T7" fmla="*/ 43 h 368"/>
              <a:gd name="T8" fmla="*/ 391 w 484"/>
              <a:gd name="T9" fmla="*/ 0 h 368"/>
              <a:gd name="T10" fmla="*/ 83 w 484"/>
              <a:gd name="T11" fmla="*/ 0 h 368"/>
              <a:gd name="T12" fmla="*/ 50 w 484"/>
              <a:gd name="T13" fmla="*/ 259 h 368"/>
              <a:gd name="T14" fmla="*/ 91 w 484"/>
              <a:gd name="T15" fmla="*/ 112 h 368"/>
              <a:gd name="T16" fmla="*/ 161 w 484"/>
              <a:gd name="T17" fmla="*/ 21 h 368"/>
              <a:gd name="T18" fmla="*/ 237 w 484"/>
              <a:gd name="T19" fmla="*/ 1 h 368"/>
              <a:gd name="T20" fmla="*/ 237 w 484"/>
              <a:gd name="T21" fmla="*/ 1 h 368"/>
              <a:gd name="T22" fmla="*/ 367 w 484"/>
              <a:gd name="T23" fmla="*/ 76 h 368"/>
              <a:gd name="T24" fmla="*/ 382 w 484"/>
              <a:gd name="T25" fmla="*/ 190 h 368"/>
              <a:gd name="T26" fmla="*/ 312 w 484"/>
              <a:gd name="T27" fmla="*/ 282 h 368"/>
              <a:gd name="T28" fmla="*/ 237 w 484"/>
              <a:gd name="T29" fmla="*/ 302 h 368"/>
              <a:gd name="T30" fmla="*/ 106 w 484"/>
              <a:gd name="T31" fmla="*/ 227 h 368"/>
              <a:gd name="T32" fmla="*/ 91 w 484"/>
              <a:gd name="T33" fmla="*/ 112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84" h="368">
                <a:moveTo>
                  <a:pt x="50" y="259"/>
                </a:moveTo>
                <a:cubicBezTo>
                  <a:pt x="90" y="329"/>
                  <a:pt x="162" y="367"/>
                  <a:pt x="237" y="367"/>
                </a:cubicBezTo>
                <a:cubicBezTo>
                  <a:pt x="274" y="367"/>
                  <a:pt x="311" y="358"/>
                  <a:pt x="345" y="338"/>
                </a:cubicBezTo>
                <a:cubicBezTo>
                  <a:pt x="448" y="279"/>
                  <a:pt x="483" y="147"/>
                  <a:pt x="424" y="43"/>
                </a:cubicBezTo>
                <a:cubicBezTo>
                  <a:pt x="414" y="27"/>
                  <a:pt x="403" y="13"/>
                  <a:pt x="391" y="0"/>
                </a:cubicBezTo>
                <a:lnTo>
                  <a:pt x="83" y="0"/>
                </a:lnTo>
                <a:cubicBezTo>
                  <a:pt x="16" y="67"/>
                  <a:pt x="0" y="173"/>
                  <a:pt x="50" y="259"/>
                </a:cubicBezTo>
                <a:close/>
                <a:moveTo>
                  <a:pt x="91" y="112"/>
                </a:moveTo>
                <a:cubicBezTo>
                  <a:pt x="102" y="73"/>
                  <a:pt x="127" y="41"/>
                  <a:pt x="161" y="21"/>
                </a:cubicBezTo>
                <a:cubicBezTo>
                  <a:pt x="184" y="8"/>
                  <a:pt x="210" y="1"/>
                  <a:pt x="237" y="1"/>
                </a:cubicBezTo>
                <a:lnTo>
                  <a:pt x="237" y="1"/>
                </a:lnTo>
                <a:cubicBezTo>
                  <a:pt x="290" y="1"/>
                  <a:pt x="340" y="30"/>
                  <a:pt x="367" y="76"/>
                </a:cubicBezTo>
                <a:cubicBezTo>
                  <a:pt x="387" y="111"/>
                  <a:pt x="393" y="151"/>
                  <a:pt x="382" y="190"/>
                </a:cubicBezTo>
                <a:cubicBezTo>
                  <a:pt x="372" y="229"/>
                  <a:pt x="347" y="262"/>
                  <a:pt x="312" y="282"/>
                </a:cubicBezTo>
                <a:cubicBezTo>
                  <a:pt x="289" y="295"/>
                  <a:pt x="263" y="302"/>
                  <a:pt x="237" y="302"/>
                </a:cubicBezTo>
                <a:cubicBezTo>
                  <a:pt x="183" y="302"/>
                  <a:pt x="133" y="273"/>
                  <a:pt x="106" y="227"/>
                </a:cubicBezTo>
                <a:cubicBezTo>
                  <a:pt x="86" y="192"/>
                  <a:pt x="81" y="151"/>
                  <a:pt x="91" y="112"/>
                </a:cubicBezTo>
                <a:close/>
              </a:path>
            </a:pathLst>
          </a:custGeom>
          <a:solidFill>
            <a:schemeClr val="accent4"/>
          </a:solidFill>
          <a:ln w="19050">
            <a:solidFill>
              <a:schemeClr val="accent4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128">
            <a:extLst>
              <a:ext uri="{FF2B5EF4-FFF2-40B4-BE49-F238E27FC236}">
                <a16:creationId xmlns:a16="http://schemas.microsoft.com/office/drawing/2014/main" id="{918B1E0F-BE98-107C-5759-68B96BFF58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095591" y="3419475"/>
            <a:ext cx="1096409" cy="1871451"/>
          </a:xfrm>
          <a:custGeom>
            <a:avLst/>
            <a:gdLst>
              <a:gd name="T0" fmla="*/ 139 w 257"/>
              <a:gd name="T1" fmla="*/ 31 h 438"/>
              <a:gd name="T2" fmla="*/ 59 w 257"/>
              <a:gd name="T3" fmla="*/ 326 h 438"/>
              <a:gd name="T4" fmla="*/ 256 w 257"/>
              <a:gd name="T5" fmla="*/ 433 h 438"/>
              <a:gd name="T6" fmla="*/ 256 w 257"/>
              <a:gd name="T7" fmla="*/ 2 h 438"/>
              <a:gd name="T8" fmla="*/ 139 w 257"/>
              <a:gd name="T9" fmla="*/ 31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7" h="438">
                <a:moveTo>
                  <a:pt x="139" y="31"/>
                </a:moveTo>
                <a:cubicBezTo>
                  <a:pt x="35" y="90"/>
                  <a:pt x="0" y="222"/>
                  <a:pt x="59" y="326"/>
                </a:cubicBezTo>
                <a:cubicBezTo>
                  <a:pt x="101" y="398"/>
                  <a:pt x="178" y="437"/>
                  <a:pt x="256" y="433"/>
                </a:cubicBezTo>
                <a:lnTo>
                  <a:pt x="256" y="2"/>
                </a:lnTo>
                <a:cubicBezTo>
                  <a:pt x="217" y="0"/>
                  <a:pt x="176" y="9"/>
                  <a:pt x="139" y="31"/>
                </a:cubicBezTo>
              </a:path>
            </a:pathLst>
          </a:custGeom>
          <a:solidFill>
            <a:srgbClr val="FFC43D"/>
          </a:solidFill>
          <a:ln w="19050">
            <a:solidFill>
              <a:schemeClr val="accent5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30">
            <a:extLst>
              <a:ext uri="{FF2B5EF4-FFF2-40B4-BE49-F238E27FC236}">
                <a16:creationId xmlns:a16="http://schemas.microsoft.com/office/drawing/2014/main" id="{AE7D05C4-8DFA-8683-68D9-A18F38AD00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37074" y="5213380"/>
            <a:ext cx="3856336" cy="1644620"/>
          </a:xfrm>
          <a:custGeom>
            <a:avLst/>
            <a:gdLst>
              <a:gd name="T0" fmla="*/ 851 w 898"/>
              <a:gd name="T1" fmla="*/ 139 h 382"/>
              <a:gd name="T2" fmla="*/ 556 w 898"/>
              <a:gd name="T3" fmla="*/ 60 h 382"/>
              <a:gd name="T4" fmla="*/ 0 w 898"/>
              <a:gd name="T5" fmla="*/ 381 h 382"/>
              <a:gd name="T6" fmla="*/ 833 w 898"/>
              <a:gd name="T7" fmla="*/ 381 h 382"/>
              <a:gd name="T8" fmla="*/ 851 w 898"/>
              <a:gd name="T9" fmla="*/ 139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8" h="382">
                <a:moveTo>
                  <a:pt x="851" y="139"/>
                </a:moveTo>
                <a:cubicBezTo>
                  <a:pt x="791" y="35"/>
                  <a:pt x="659" y="0"/>
                  <a:pt x="556" y="60"/>
                </a:cubicBezTo>
                <a:lnTo>
                  <a:pt x="0" y="381"/>
                </a:lnTo>
                <a:lnTo>
                  <a:pt x="833" y="381"/>
                </a:lnTo>
                <a:cubicBezTo>
                  <a:pt x="887" y="314"/>
                  <a:pt x="897" y="218"/>
                  <a:pt x="851" y="139"/>
                </a:cubicBezTo>
              </a:path>
            </a:pathLst>
          </a:custGeom>
          <a:solidFill>
            <a:srgbClr val="FFC43D"/>
          </a:solidFill>
          <a:ln w="19050">
            <a:solidFill>
              <a:schemeClr val="accent5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D878C1E-6FBA-4C79-A678-CC522AB630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42913" y="1376363"/>
            <a:ext cx="4038687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lnSpc>
                <a:spcPct val="85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54511D-8D7B-47B9-BEAF-9346F271E02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42913" y="444440"/>
            <a:ext cx="4038687" cy="931923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800" b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6FEB47-A779-6FB5-0F6C-F2A8FBC1FC29}"/>
              </a:ext>
            </a:extLst>
          </p:cNvPr>
          <p:cNvSpPr/>
          <p:nvPr userDrawn="1"/>
        </p:nvSpPr>
        <p:spPr>
          <a:xfrm>
            <a:off x="-4408226" y="-1331354"/>
            <a:ext cx="4327320" cy="9520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image is imported right click it and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will allow any text that you input to sit on top of the image.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change the contrast of the image to make the text more visible: select the image then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Picture Format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top menu.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Corrections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then an option from the dropdown selection.  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FCBDD1D-894E-F88B-A44E-414440567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91227" y="2947248"/>
            <a:ext cx="1414021" cy="701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BE6458-06DE-E009-4C7D-B02DE4051C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69522" y="-24470"/>
            <a:ext cx="647790" cy="58110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887A49A-502E-3D55-6221-58413E5630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376565" y="1486336"/>
            <a:ext cx="2318993" cy="42865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6040C17-8590-0B32-02BD-A766B0EEBD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5692" y="5006741"/>
            <a:ext cx="2442950" cy="30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41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all-out + image v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E6626C-77B9-715C-A108-0E0B2AAF8EE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E0C4596-10DB-A935-8DFD-110ED531E1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743862 w 12192000"/>
              <a:gd name="connsiteY0" fmla="*/ 5345934 h 6858000"/>
              <a:gd name="connsiteX1" fmla="*/ 8305939 w 12192000"/>
              <a:gd name="connsiteY1" fmla="*/ 5471698 h 6858000"/>
              <a:gd name="connsiteX2" fmla="*/ 5918274 w 12192000"/>
              <a:gd name="connsiteY2" fmla="*/ 6853695 h 6858000"/>
              <a:gd name="connsiteX3" fmla="*/ 9495476 w 12192000"/>
              <a:gd name="connsiteY3" fmla="*/ 6853695 h 6858000"/>
              <a:gd name="connsiteX4" fmla="*/ 9572775 w 12192000"/>
              <a:gd name="connsiteY4" fmla="*/ 5811815 h 6858000"/>
              <a:gd name="connsiteX5" fmla="*/ 8743862 w 12192000"/>
              <a:gd name="connsiteY5" fmla="*/ 5345934 h 6858000"/>
              <a:gd name="connsiteX6" fmla="*/ 12187734 w 12192000"/>
              <a:gd name="connsiteY6" fmla="*/ 3430105 h 6858000"/>
              <a:gd name="connsiteX7" fmla="*/ 11688590 w 12192000"/>
              <a:gd name="connsiteY7" fmla="*/ 3554013 h 6858000"/>
              <a:gd name="connsiteX8" fmla="*/ 11347296 w 12192000"/>
              <a:gd name="connsiteY8" fmla="*/ 4814466 h 6858000"/>
              <a:gd name="connsiteX9" fmla="*/ 12187734 w 12192000"/>
              <a:gd name="connsiteY9" fmla="*/ 5271647 h 6858000"/>
              <a:gd name="connsiteX10" fmla="*/ 5499817 w 12192000"/>
              <a:gd name="connsiteY10" fmla="*/ 4264 h 6858000"/>
              <a:gd name="connsiteX11" fmla="*/ 6058333 w 12192000"/>
              <a:gd name="connsiteY11" fmla="*/ 324034 h 6858000"/>
              <a:gd name="connsiteX12" fmla="*/ 6122777 w 12192000"/>
              <a:gd name="connsiteY12" fmla="*/ 810084 h 6858000"/>
              <a:gd name="connsiteX13" fmla="*/ 5822038 w 12192000"/>
              <a:gd name="connsiteY13" fmla="*/ 1202336 h 6858000"/>
              <a:gd name="connsiteX14" fmla="*/ 5499817 w 12192000"/>
              <a:gd name="connsiteY14" fmla="*/ 1287608 h 6858000"/>
              <a:gd name="connsiteX15" fmla="*/ 4937005 w 12192000"/>
              <a:gd name="connsiteY15" fmla="*/ 967837 h 6858000"/>
              <a:gd name="connsiteX16" fmla="*/ 4872561 w 12192000"/>
              <a:gd name="connsiteY16" fmla="*/ 477523 h 6858000"/>
              <a:gd name="connsiteX17" fmla="*/ 5173300 w 12192000"/>
              <a:gd name="connsiteY17" fmla="*/ 89536 h 6858000"/>
              <a:gd name="connsiteX18" fmla="*/ 5499817 w 12192000"/>
              <a:gd name="connsiteY18" fmla="*/ 4264 h 6858000"/>
              <a:gd name="connsiteX19" fmla="*/ 0 w 12192000"/>
              <a:gd name="connsiteY19" fmla="*/ 0 h 6858000"/>
              <a:gd name="connsiteX20" fmla="*/ 4838191 w 12192000"/>
              <a:gd name="connsiteY20" fmla="*/ 0 h 6858000"/>
              <a:gd name="connsiteX21" fmla="*/ 4696414 w 12192000"/>
              <a:gd name="connsiteY21" fmla="*/ 1104273 h 6858000"/>
              <a:gd name="connsiteX22" fmla="*/ 5499817 w 12192000"/>
              <a:gd name="connsiteY22" fmla="*/ 1564742 h 6858000"/>
              <a:gd name="connsiteX23" fmla="*/ 5963815 w 12192000"/>
              <a:gd name="connsiteY23" fmla="*/ 1441097 h 6858000"/>
              <a:gd name="connsiteX24" fmla="*/ 6303221 w 12192000"/>
              <a:gd name="connsiteY24" fmla="*/ 183335 h 6858000"/>
              <a:gd name="connsiteX25" fmla="*/ 6161444 w 12192000"/>
              <a:gd name="connsiteY25" fmla="*/ 0 h 6858000"/>
              <a:gd name="connsiteX26" fmla="*/ 12192000 w 12192000"/>
              <a:gd name="connsiteY26" fmla="*/ 0 h 6858000"/>
              <a:gd name="connsiteX27" fmla="*/ 12192000 w 12192000"/>
              <a:gd name="connsiteY27" fmla="*/ 6858000 h 6858000"/>
              <a:gd name="connsiteX28" fmla="*/ 0 w 12192000"/>
              <a:gd name="connsiteY2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6858000">
                <a:moveTo>
                  <a:pt x="8743862" y="5345934"/>
                </a:moveTo>
                <a:cubicBezTo>
                  <a:pt x="8594550" y="5350191"/>
                  <a:pt x="8444163" y="5390974"/>
                  <a:pt x="8305939" y="5471698"/>
                </a:cubicBezTo>
                <a:lnTo>
                  <a:pt x="5918274" y="6853695"/>
                </a:lnTo>
                <a:lnTo>
                  <a:pt x="9495476" y="6853695"/>
                </a:lnTo>
                <a:cubicBezTo>
                  <a:pt x="9727372" y="6565241"/>
                  <a:pt x="9770316" y="6151933"/>
                  <a:pt x="9572775" y="5811815"/>
                </a:cubicBezTo>
                <a:cubicBezTo>
                  <a:pt x="9395633" y="5503987"/>
                  <a:pt x="9072348" y="5336569"/>
                  <a:pt x="8743862" y="5345934"/>
                </a:cubicBezTo>
                <a:close/>
                <a:moveTo>
                  <a:pt x="12187734" y="3430105"/>
                </a:moveTo>
                <a:cubicBezTo>
                  <a:pt x="12021353" y="3421559"/>
                  <a:pt x="11846439" y="3460014"/>
                  <a:pt x="11688590" y="3554013"/>
                </a:cubicBezTo>
                <a:cubicBezTo>
                  <a:pt x="11244907" y="3806104"/>
                  <a:pt x="11095591" y="4370103"/>
                  <a:pt x="11347296" y="4814466"/>
                </a:cubicBezTo>
                <a:cubicBezTo>
                  <a:pt x="11526475" y="5122101"/>
                  <a:pt x="11854972" y="5288737"/>
                  <a:pt x="12187734" y="5271647"/>
                </a:cubicBezTo>
                <a:close/>
                <a:moveTo>
                  <a:pt x="5499817" y="4264"/>
                </a:moveTo>
                <a:cubicBezTo>
                  <a:pt x="5727520" y="4264"/>
                  <a:pt x="5942334" y="127908"/>
                  <a:pt x="6058333" y="324034"/>
                </a:cubicBezTo>
                <a:cubicBezTo>
                  <a:pt x="6144259" y="473260"/>
                  <a:pt x="6170036" y="643804"/>
                  <a:pt x="6122777" y="810084"/>
                </a:cubicBezTo>
                <a:cubicBezTo>
                  <a:pt x="6079814" y="976365"/>
                  <a:pt x="5972408" y="1117064"/>
                  <a:pt x="5822038" y="1202336"/>
                </a:cubicBezTo>
                <a:cubicBezTo>
                  <a:pt x="5723224" y="1257762"/>
                  <a:pt x="5611520" y="1287608"/>
                  <a:pt x="5499817" y="1287608"/>
                </a:cubicBezTo>
                <a:cubicBezTo>
                  <a:pt x="5267820" y="1287608"/>
                  <a:pt x="5053005" y="1163963"/>
                  <a:pt x="4937005" y="967837"/>
                </a:cubicBezTo>
                <a:cubicBezTo>
                  <a:pt x="4851080" y="818611"/>
                  <a:pt x="4829598" y="643804"/>
                  <a:pt x="4872561" y="477523"/>
                </a:cubicBezTo>
                <a:cubicBezTo>
                  <a:pt x="4919820" y="311243"/>
                  <a:pt x="5027227" y="174808"/>
                  <a:pt x="5173300" y="89536"/>
                </a:cubicBezTo>
                <a:cubicBezTo>
                  <a:pt x="5272115" y="34109"/>
                  <a:pt x="5383818" y="4264"/>
                  <a:pt x="5499817" y="4264"/>
                </a:cubicBezTo>
                <a:close/>
                <a:moveTo>
                  <a:pt x="0" y="0"/>
                </a:moveTo>
                <a:lnTo>
                  <a:pt x="4838191" y="0"/>
                </a:lnTo>
                <a:cubicBezTo>
                  <a:pt x="4550342" y="285661"/>
                  <a:pt x="4481600" y="737603"/>
                  <a:pt x="4696414" y="1104273"/>
                </a:cubicBezTo>
                <a:cubicBezTo>
                  <a:pt x="4868265" y="1402725"/>
                  <a:pt x="5177597" y="1564742"/>
                  <a:pt x="5499817" y="1564742"/>
                </a:cubicBezTo>
                <a:cubicBezTo>
                  <a:pt x="5658779" y="1564742"/>
                  <a:pt x="5817742" y="1526369"/>
                  <a:pt x="5963815" y="1441097"/>
                </a:cubicBezTo>
                <a:cubicBezTo>
                  <a:pt x="6406331" y="1189545"/>
                  <a:pt x="6556701" y="626749"/>
                  <a:pt x="6303221" y="183335"/>
                </a:cubicBezTo>
                <a:cubicBezTo>
                  <a:pt x="6260258" y="115117"/>
                  <a:pt x="6212999" y="55427"/>
                  <a:pt x="6161444" y="0"/>
                </a:cubicBez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bIns="1116000" anchor="ctr" anchorCtr="0">
            <a:noAutofit/>
          </a:bodyPr>
          <a:lstStyle>
            <a:lvl1pPr marL="0" indent="0" algn="ctr">
              <a:lnSpc>
                <a:spcPts val="1900"/>
              </a:lnSpc>
              <a:buNone/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reeform 129">
            <a:extLst>
              <a:ext uri="{FF2B5EF4-FFF2-40B4-BE49-F238E27FC236}">
                <a16:creationId xmlns:a16="http://schemas.microsoft.com/office/drawing/2014/main" id="{4D3C8D99-F181-8AE7-1016-4333DF56B4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87851" y="0"/>
            <a:ext cx="2079397" cy="1569005"/>
          </a:xfrm>
          <a:custGeom>
            <a:avLst/>
            <a:gdLst>
              <a:gd name="T0" fmla="*/ 50 w 484"/>
              <a:gd name="T1" fmla="*/ 259 h 368"/>
              <a:gd name="T2" fmla="*/ 237 w 484"/>
              <a:gd name="T3" fmla="*/ 367 h 368"/>
              <a:gd name="T4" fmla="*/ 345 w 484"/>
              <a:gd name="T5" fmla="*/ 338 h 368"/>
              <a:gd name="T6" fmla="*/ 424 w 484"/>
              <a:gd name="T7" fmla="*/ 43 h 368"/>
              <a:gd name="T8" fmla="*/ 391 w 484"/>
              <a:gd name="T9" fmla="*/ 0 h 368"/>
              <a:gd name="T10" fmla="*/ 83 w 484"/>
              <a:gd name="T11" fmla="*/ 0 h 368"/>
              <a:gd name="T12" fmla="*/ 50 w 484"/>
              <a:gd name="T13" fmla="*/ 259 h 368"/>
              <a:gd name="T14" fmla="*/ 91 w 484"/>
              <a:gd name="T15" fmla="*/ 112 h 368"/>
              <a:gd name="T16" fmla="*/ 161 w 484"/>
              <a:gd name="T17" fmla="*/ 21 h 368"/>
              <a:gd name="T18" fmla="*/ 237 w 484"/>
              <a:gd name="T19" fmla="*/ 1 h 368"/>
              <a:gd name="T20" fmla="*/ 237 w 484"/>
              <a:gd name="T21" fmla="*/ 1 h 368"/>
              <a:gd name="T22" fmla="*/ 367 w 484"/>
              <a:gd name="T23" fmla="*/ 76 h 368"/>
              <a:gd name="T24" fmla="*/ 382 w 484"/>
              <a:gd name="T25" fmla="*/ 190 h 368"/>
              <a:gd name="T26" fmla="*/ 312 w 484"/>
              <a:gd name="T27" fmla="*/ 282 h 368"/>
              <a:gd name="T28" fmla="*/ 237 w 484"/>
              <a:gd name="T29" fmla="*/ 302 h 368"/>
              <a:gd name="T30" fmla="*/ 106 w 484"/>
              <a:gd name="T31" fmla="*/ 227 h 368"/>
              <a:gd name="T32" fmla="*/ 91 w 484"/>
              <a:gd name="T33" fmla="*/ 112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84" h="368">
                <a:moveTo>
                  <a:pt x="50" y="259"/>
                </a:moveTo>
                <a:cubicBezTo>
                  <a:pt x="90" y="329"/>
                  <a:pt x="162" y="367"/>
                  <a:pt x="237" y="367"/>
                </a:cubicBezTo>
                <a:cubicBezTo>
                  <a:pt x="274" y="367"/>
                  <a:pt x="311" y="358"/>
                  <a:pt x="345" y="338"/>
                </a:cubicBezTo>
                <a:cubicBezTo>
                  <a:pt x="448" y="279"/>
                  <a:pt x="483" y="147"/>
                  <a:pt x="424" y="43"/>
                </a:cubicBezTo>
                <a:cubicBezTo>
                  <a:pt x="414" y="27"/>
                  <a:pt x="403" y="13"/>
                  <a:pt x="391" y="0"/>
                </a:cubicBezTo>
                <a:lnTo>
                  <a:pt x="83" y="0"/>
                </a:lnTo>
                <a:cubicBezTo>
                  <a:pt x="16" y="67"/>
                  <a:pt x="0" y="173"/>
                  <a:pt x="50" y="259"/>
                </a:cubicBezTo>
                <a:close/>
                <a:moveTo>
                  <a:pt x="91" y="112"/>
                </a:moveTo>
                <a:cubicBezTo>
                  <a:pt x="102" y="73"/>
                  <a:pt x="127" y="41"/>
                  <a:pt x="161" y="21"/>
                </a:cubicBezTo>
                <a:cubicBezTo>
                  <a:pt x="184" y="8"/>
                  <a:pt x="210" y="1"/>
                  <a:pt x="237" y="1"/>
                </a:cubicBezTo>
                <a:lnTo>
                  <a:pt x="237" y="1"/>
                </a:lnTo>
                <a:cubicBezTo>
                  <a:pt x="290" y="1"/>
                  <a:pt x="340" y="30"/>
                  <a:pt x="367" y="76"/>
                </a:cubicBezTo>
                <a:cubicBezTo>
                  <a:pt x="387" y="111"/>
                  <a:pt x="393" y="151"/>
                  <a:pt x="382" y="190"/>
                </a:cubicBezTo>
                <a:cubicBezTo>
                  <a:pt x="372" y="229"/>
                  <a:pt x="347" y="262"/>
                  <a:pt x="312" y="282"/>
                </a:cubicBezTo>
                <a:cubicBezTo>
                  <a:pt x="289" y="295"/>
                  <a:pt x="263" y="302"/>
                  <a:pt x="237" y="302"/>
                </a:cubicBezTo>
                <a:cubicBezTo>
                  <a:pt x="183" y="302"/>
                  <a:pt x="133" y="273"/>
                  <a:pt x="106" y="227"/>
                </a:cubicBezTo>
                <a:cubicBezTo>
                  <a:pt x="86" y="192"/>
                  <a:pt x="81" y="151"/>
                  <a:pt x="91" y="112"/>
                </a:cubicBezTo>
                <a:close/>
              </a:path>
            </a:pathLst>
          </a:custGeom>
          <a:solidFill>
            <a:schemeClr val="accent4"/>
          </a:solidFill>
          <a:ln w="19050">
            <a:solidFill>
              <a:schemeClr val="accent4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128">
            <a:extLst>
              <a:ext uri="{FF2B5EF4-FFF2-40B4-BE49-F238E27FC236}">
                <a16:creationId xmlns:a16="http://schemas.microsoft.com/office/drawing/2014/main" id="{918B1E0F-BE98-107C-5759-68B96BFF58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095591" y="3419475"/>
            <a:ext cx="1096409" cy="1871451"/>
          </a:xfrm>
          <a:custGeom>
            <a:avLst/>
            <a:gdLst>
              <a:gd name="T0" fmla="*/ 139 w 257"/>
              <a:gd name="T1" fmla="*/ 31 h 438"/>
              <a:gd name="T2" fmla="*/ 59 w 257"/>
              <a:gd name="T3" fmla="*/ 326 h 438"/>
              <a:gd name="T4" fmla="*/ 256 w 257"/>
              <a:gd name="T5" fmla="*/ 433 h 438"/>
              <a:gd name="T6" fmla="*/ 256 w 257"/>
              <a:gd name="T7" fmla="*/ 2 h 438"/>
              <a:gd name="T8" fmla="*/ 139 w 257"/>
              <a:gd name="T9" fmla="*/ 31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7" h="438">
                <a:moveTo>
                  <a:pt x="139" y="31"/>
                </a:moveTo>
                <a:cubicBezTo>
                  <a:pt x="35" y="90"/>
                  <a:pt x="0" y="222"/>
                  <a:pt x="59" y="326"/>
                </a:cubicBezTo>
                <a:cubicBezTo>
                  <a:pt x="101" y="398"/>
                  <a:pt x="178" y="437"/>
                  <a:pt x="256" y="433"/>
                </a:cubicBezTo>
                <a:lnTo>
                  <a:pt x="256" y="2"/>
                </a:lnTo>
                <a:cubicBezTo>
                  <a:pt x="217" y="0"/>
                  <a:pt x="176" y="9"/>
                  <a:pt x="139" y="31"/>
                </a:cubicBezTo>
              </a:path>
            </a:pathLst>
          </a:custGeom>
          <a:solidFill>
            <a:srgbClr val="00D7BD"/>
          </a:solidFill>
          <a:ln w="1905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30">
            <a:extLst>
              <a:ext uri="{FF2B5EF4-FFF2-40B4-BE49-F238E27FC236}">
                <a16:creationId xmlns:a16="http://schemas.microsoft.com/office/drawing/2014/main" id="{AE7D05C4-8DFA-8683-68D9-A18F38AD00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37074" y="5213380"/>
            <a:ext cx="3856336" cy="1644620"/>
          </a:xfrm>
          <a:custGeom>
            <a:avLst/>
            <a:gdLst>
              <a:gd name="T0" fmla="*/ 851 w 898"/>
              <a:gd name="T1" fmla="*/ 139 h 382"/>
              <a:gd name="T2" fmla="*/ 556 w 898"/>
              <a:gd name="T3" fmla="*/ 60 h 382"/>
              <a:gd name="T4" fmla="*/ 0 w 898"/>
              <a:gd name="T5" fmla="*/ 381 h 382"/>
              <a:gd name="T6" fmla="*/ 833 w 898"/>
              <a:gd name="T7" fmla="*/ 381 h 382"/>
              <a:gd name="T8" fmla="*/ 851 w 898"/>
              <a:gd name="T9" fmla="*/ 139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8" h="382">
                <a:moveTo>
                  <a:pt x="851" y="139"/>
                </a:moveTo>
                <a:cubicBezTo>
                  <a:pt x="791" y="35"/>
                  <a:pt x="659" y="0"/>
                  <a:pt x="556" y="60"/>
                </a:cubicBezTo>
                <a:lnTo>
                  <a:pt x="0" y="381"/>
                </a:lnTo>
                <a:lnTo>
                  <a:pt x="833" y="381"/>
                </a:lnTo>
                <a:cubicBezTo>
                  <a:pt x="887" y="314"/>
                  <a:pt x="897" y="218"/>
                  <a:pt x="851" y="139"/>
                </a:cubicBezTo>
              </a:path>
            </a:pathLst>
          </a:custGeom>
          <a:solidFill>
            <a:srgbClr val="00D7BD"/>
          </a:solidFill>
          <a:ln w="1905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D878C1E-6FBA-4C79-A678-CC522AB630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42913" y="1376363"/>
            <a:ext cx="4038687" cy="3245879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lnSpc>
                <a:spcPct val="85000"/>
              </a:lnSpc>
              <a:buFont typeface="Arial" panose="020B0604020202020204" pitchFamily="34" charset="0"/>
              <a:buNone/>
              <a:def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54511D-8D7B-47B9-BEAF-9346F271E02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42913" y="444440"/>
            <a:ext cx="4038687" cy="931923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800" b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DA6D39-6382-8EFB-5E5F-19F295823747}"/>
              </a:ext>
            </a:extLst>
          </p:cNvPr>
          <p:cNvSpPr/>
          <p:nvPr userDrawn="1"/>
        </p:nvSpPr>
        <p:spPr>
          <a:xfrm>
            <a:off x="-4408226" y="-1331354"/>
            <a:ext cx="4327320" cy="9520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replace the image: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image and press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Then click the icon within the shape and select your image when prompted and click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image is imported right click it and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will allow any text that you input to sit on top of the image.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move the image within the shape right click on the image and then select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 will be able to move the image within the shape. 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need to change the contrast of the image to make the text more visible: select the image then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Picture Format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top menu. Click on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Corrections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then an option from the dropdown selection.  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92BFA59-7472-74A3-890E-0848F11851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91227" y="2947248"/>
            <a:ext cx="1414021" cy="701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1D40EB-9A03-506D-963B-8972E75DF9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69522" y="-24470"/>
            <a:ext cx="647790" cy="58110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32024DAF-82B2-E461-5FAF-06091AE840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376565" y="1486336"/>
            <a:ext cx="2318993" cy="42865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C9B860BF-0E58-6FAE-1E2E-26F9E68039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5692" y="5006741"/>
            <a:ext cx="2442950" cy="30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652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n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69E6-90FA-4CC2-8D14-9F7CF2E0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80D53-ACFA-4215-8119-91E08270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0B868178-02AE-42FC-958D-6B8F13B60175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05F560-0912-4033-93C3-F7C73BE411B9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>
          <a:xfrm>
            <a:off x="1404000" y="1044000"/>
            <a:ext cx="2700000" cy="2700000"/>
          </a:xfrm>
          <a:prstGeom prst="ellipse">
            <a:avLst/>
          </a:prstGeom>
          <a:solidFill>
            <a:schemeClr val="accent1"/>
          </a:solidFill>
        </p:spPr>
        <p:txBody>
          <a:bodyPr bIns="72000" anchor="ctr" anchorCtr="0"/>
          <a:lstStyle>
            <a:lvl1pPr marL="0" indent="0" algn="ctr">
              <a:lnSpc>
                <a:spcPts val="1590"/>
              </a:lnSpc>
              <a:buNone/>
              <a:defRPr sz="141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5CDB310-1C7B-49D2-A591-201A8C5DAC10}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>
          <a:xfrm>
            <a:off x="4746600" y="1044000"/>
            <a:ext cx="2700000" cy="2700000"/>
          </a:xfrm>
          <a:prstGeom prst="ellipse">
            <a:avLst/>
          </a:prstGeom>
          <a:solidFill>
            <a:schemeClr val="accent4"/>
          </a:solidFill>
        </p:spPr>
        <p:txBody>
          <a:bodyPr bIns="72000" anchor="ctr" anchorCtr="0"/>
          <a:lstStyle>
            <a:lvl1pPr marL="0" indent="0" algn="ctr">
              <a:lnSpc>
                <a:spcPts val="1590"/>
              </a:lnSpc>
              <a:buNone/>
              <a:defRPr sz="141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A1E10F-8C41-4F78-A800-FA323D20EB75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8089200" y="1044000"/>
            <a:ext cx="2700000" cy="2700000"/>
          </a:xfrm>
          <a:prstGeom prst="ellipse">
            <a:avLst/>
          </a:prstGeom>
          <a:solidFill>
            <a:schemeClr val="accent5"/>
          </a:solidFill>
        </p:spPr>
        <p:txBody>
          <a:bodyPr bIns="72000" anchor="ctr" anchorCtr="0"/>
          <a:lstStyle>
            <a:lvl1pPr marL="0" indent="0" algn="ctr">
              <a:lnSpc>
                <a:spcPts val="1590"/>
              </a:lnSpc>
              <a:buNone/>
              <a:defRPr sz="141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3B985E0-59D5-477E-A3D4-71BD2C33554A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3075300" y="3600000"/>
            <a:ext cx="2700000" cy="2700000"/>
          </a:xfrm>
          <a:prstGeom prst="ellipse">
            <a:avLst/>
          </a:prstGeom>
          <a:solidFill>
            <a:schemeClr val="tx2"/>
          </a:solidFill>
        </p:spPr>
        <p:txBody>
          <a:bodyPr bIns="72000" anchor="ctr" anchorCtr="0"/>
          <a:lstStyle>
            <a:lvl1pPr marL="0" indent="0" algn="ctr">
              <a:lnSpc>
                <a:spcPts val="1590"/>
              </a:lnSpc>
              <a:buNone/>
              <a:defRPr sz="141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3FF9E45-0FEC-4082-894A-E0B17AE72BC5}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>
          <a:xfrm>
            <a:off x="6417900" y="3600000"/>
            <a:ext cx="2700000" cy="2700000"/>
          </a:xfrm>
          <a:prstGeom prst="ellipse">
            <a:avLst/>
          </a:prstGeom>
          <a:solidFill>
            <a:schemeClr val="accent6"/>
          </a:solidFill>
        </p:spPr>
        <p:txBody>
          <a:bodyPr bIns="72000" anchor="ctr" anchorCtr="0"/>
          <a:lstStyle>
            <a:lvl1pPr marL="0" indent="0" algn="ctr">
              <a:lnSpc>
                <a:spcPts val="1590"/>
              </a:lnSpc>
              <a:buNone/>
              <a:defRPr sz="141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4711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in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69E6-90FA-4CC2-8D14-9F7CF2E0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80D53-ACFA-4215-8119-91E08270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0B868178-02AE-42FC-958D-6B8F13B60175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ECCCD9-7956-A564-42D4-C7B7C6A1704F}"/>
              </a:ext>
            </a:extLst>
          </p:cNvPr>
          <p:cNvSpPr/>
          <p:nvPr userDrawn="1"/>
        </p:nvSpPr>
        <p:spPr>
          <a:xfrm>
            <a:off x="-4527495" y="0"/>
            <a:ext cx="4327320" cy="193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coloured line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drag the yellow </a:t>
            </a:r>
            <a:b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dot </a:t>
            </a:r>
            <a:r>
              <a:rPr lang="en-GB" sz="1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desired percentage on the scale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colour and line weight if desired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the percentage value text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8" name="Graphic 167">
            <a:extLst>
              <a:ext uri="{FF2B5EF4-FFF2-40B4-BE49-F238E27FC236}">
                <a16:creationId xmlns:a16="http://schemas.microsoft.com/office/drawing/2014/main" id="{9532829D-9BDC-DEBD-EE0A-F86526E44C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7665" y="3523826"/>
            <a:ext cx="2978404" cy="285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374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ces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69E6-90FA-4CC2-8D14-9F7CF2E0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80D53-ACFA-4215-8119-91E08270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0B868178-02AE-42FC-958D-6B8F13B60175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05F560-0912-4033-93C3-F7C73BE411B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68000" y="1800000"/>
            <a:ext cx="1944000" cy="1944000"/>
          </a:xfrm>
          <a:prstGeom prst="ellipse">
            <a:avLst/>
          </a:prstGeom>
          <a:solidFill>
            <a:schemeClr val="accent1"/>
          </a:solidFill>
        </p:spPr>
        <p:txBody>
          <a:bodyPr bIns="72000" anchor="ctr" anchorCtr="0"/>
          <a:lstStyle>
            <a:lvl1pPr marL="0" indent="0" algn="ctr">
              <a:lnSpc>
                <a:spcPts val="6000"/>
              </a:lnSpc>
              <a:spcAft>
                <a:spcPts val="1200"/>
              </a:spcAft>
              <a:buNone/>
              <a:defRPr sz="6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6700" indent="0" algn="ctr">
              <a:lnSpc>
                <a:spcPts val="1410"/>
              </a:lnSpc>
              <a:buNone/>
              <a:defRPr sz="141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0</a:t>
            </a:r>
          </a:p>
          <a:p>
            <a:pPr lvl="1"/>
            <a:r>
              <a:rPr lang="en-US"/>
              <a:t>Level 2</a:t>
            </a:r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5CDB310-1C7B-49D2-A591-201A8C5DAC10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2796300" y="1800000"/>
            <a:ext cx="1944000" cy="1944000"/>
          </a:xfrm>
          <a:prstGeom prst="ellipse">
            <a:avLst/>
          </a:prstGeom>
          <a:solidFill>
            <a:schemeClr val="accent4"/>
          </a:solidFill>
        </p:spPr>
        <p:txBody>
          <a:bodyPr bIns="72000" anchor="ctr" anchorCtr="0"/>
          <a:lstStyle>
            <a:lvl1pPr marL="0" indent="0" algn="ctr">
              <a:lnSpc>
                <a:spcPts val="6000"/>
              </a:lnSpc>
              <a:spcAft>
                <a:spcPts val="1200"/>
              </a:spcAft>
              <a:buNone/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6700" indent="0" algn="ctr">
              <a:lnSpc>
                <a:spcPts val="1410"/>
              </a:lnSpc>
              <a:buNone/>
              <a:defRPr sz="141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0</a:t>
            </a:r>
          </a:p>
          <a:p>
            <a:pPr lvl="1"/>
            <a:r>
              <a:rPr lang="en-US"/>
              <a:t>Level 2</a:t>
            </a:r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A1E10F-8C41-4F78-A800-FA323D20EB75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5124600" y="1800000"/>
            <a:ext cx="1944000" cy="1944000"/>
          </a:xfrm>
          <a:prstGeom prst="ellipse">
            <a:avLst/>
          </a:prstGeom>
          <a:solidFill>
            <a:schemeClr val="accent5"/>
          </a:solidFill>
        </p:spPr>
        <p:txBody>
          <a:bodyPr bIns="72000" anchor="ctr" anchorCtr="0"/>
          <a:lstStyle>
            <a:lvl1pPr marL="0" indent="0" algn="ctr">
              <a:lnSpc>
                <a:spcPts val="6000"/>
              </a:lnSpc>
              <a:spcAft>
                <a:spcPts val="1200"/>
              </a:spcAft>
              <a:buNone/>
              <a:defRPr sz="6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6700" indent="0" algn="ctr">
              <a:lnSpc>
                <a:spcPts val="1410"/>
              </a:lnSpc>
              <a:buNone/>
              <a:defRPr sz="141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0</a:t>
            </a:r>
          </a:p>
          <a:p>
            <a:pPr lvl="1"/>
            <a:r>
              <a:rPr lang="en-US"/>
              <a:t>Level 2</a:t>
            </a:r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3B985E0-59D5-477E-A3D4-71BD2C33554A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7452900" y="1800000"/>
            <a:ext cx="1944000" cy="1944000"/>
          </a:xfrm>
          <a:prstGeom prst="ellipse">
            <a:avLst/>
          </a:prstGeom>
          <a:solidFill>
            <a:schemeClr val="tx2"/>
          </a:solidFill>
        </p:spPr>
        <p:txBody>
          <a:bodyPr bIns="72000" anchor="ctr" anchorCtr="0"/>
          <a:lstStyle>
            <a:lvl1pPr marL="0" indent="0" algn="ctr">
              <a:lnSpc>
                <a:spcPts val="6000"/>
              </a:lnSpc>
              <a:spcAft>
                <a:spcPts val="1200"/>
              </a:spcAft>
              <a:buNone/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6700" indent="0" algn="ctr">
              <a:lnSpc>
                <a:spcPts val="1410"/>
              </a:lnSpc>
              <a:buNone/>
              <a:defRPr sz="141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0</a:t>
            </a:r>
          </a:p>
          <a:p>
            <a:pPr lvl="1"/>
            <a:r>
              <a:rPr lang="en-US"/>
              <a:t>Level 2</a:t>
            </a:r>
            <a:endParaRPr lang="en-GB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3FF9E45-0FEC-4082-894A-E0B17AE72BC5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9781200" y="1800000"/>
            <a:ext cx="1944000" cy="1944000"/>
          </a:xfrm>
          <a:prstGeom prst="ellipse">
            <a:avLst/>
          </a:prstGeom>
          <a:solidFill>
            <a:schemeClr val="accent6"/>
          </a:solidFill>
        </p:spPr>
        <p:txBody>
          <a:bodyPr bIns="72000" anchor="ctr" anchorCtr="0"/>
          <a:lstStyle>
            <a:lvl1pPr marL="0" indent="0" algn="ctr">
              <a:lnSpc>
                <a:spcPts val="6000"/>
              </a:lnSpc>
              <a:spcAft>
                <a:spcPts val="1200"/>
              </a:spcAft>
              <a:buNone/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6700" indent="0" algn="ctr">
              <a:lnSpc>
                <a:spcPts val="1410"/>
              </a:lnSpc>
              <a:buNone/>
              <a:defRPr sz="141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0</a:t>
            </a:r>
          </a:p>
          <a:p>
            <a:pPr lvl="1"/>
            <a:r>
              <a:rPr lang="en-US"/>
              <a:t>Level 2</a:t>
            </a:r>
            <a:endParaRPr lang="en-GB"/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56EFED39-4675-4D68-B9FB-26A294928B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8000" y="4103999"/>
            <a:ext cx="1944000" cy="2071376"/>
          </a:xfrm>
        </p:spPr>
        <p:txBody>
          <a:bodyPr/>
          <a:lstStyle>
            <a:lvl1pPr marL="0" indent="0" algn="ctr">
              <a:lnSpc>
                <a:spcPts val="1230"/>
              </a:lnSpc>
              <a:buNone/>
              <a:defRPr sz="106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ctr">
              <a:lnSpc>
                <a:spcPts val="1230"/>
              </a:lnSpc>
              <a:buClr>
                <a:schemeClr val="accent6"/>
              </a:buClr>
              <a:buFont typeface="Arial" panose="020B0604020202020204" pitchFamily="34" charset="0"/>
              <a:buNone/>
              <a:defRPr sz="106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5D18E4D3-EB66-4890-87B4-6F6873D652E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96300" y="4103999"/>
            <a:ext cx="1944000" cy="2071376"/>
          </a:xfrm>
        </p:spPr>
        <p:txBody>
          <a:bodyPr/>
          <a:lstStyle>
            <a:lvl1pPr marL="0" indent="0" algn="ctr">
              <a:lnSpc>
                <a:spcPts val="1230"/>
              </a:lnSpc>
              <a:buNone/>
              <a:defRPr sz="106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ctr">
              <a:lnSpc>
                <a:spcPts val="1230"/>
              </a:lnSpc>
              <a:buClr>
                <a:schemeClr val="accent6"/>
              </a:buClr>
              <a:buFont typeface="Arial" panose="020B0604020202020204" pitchFamily="34" charset="0"/>
              <a:buNone/>
              <a:defRPr sz="106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2516868-3302-4C14-9A1B-F5A67AB96E4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124000" y="4103999"/>
            <a:ext cx="1944000" cy="2071376"/>
          </a:xfrm>
        </p:spPr>
        <p:txBody>
          <a:bodyPr/>
          <a:lstStyle>
            <a:lvl1pPr marL="0" indent="0" algn="ctr">
              <a:lnSpc>
                <a:spcPts val="1230"/>
              </a:lnSpc>
              <a:buNone/>
              <a:defRPr sz="106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ctr">
              <a:lnSpc>
                <a:spcPts val="1230"/>
              </a:lnSpc>
              <a:buClr>
                <a:schemeClr val="accent6"/>
              </a:buClr>
              <a:buFont typeface="Arial" panose="020B0604020202020204" pitchFamily="34" charset="0"/>
              <a:buNone/>
              <a:defRPr sz="106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0210EC0-BE02-4059-8F9D-D336BFB873A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52900" y="4104000"/>
            <a:ext cx="1944000" cy="2071376"/>
          </a:xfrm>
        </p:spPr>
        <p:txBody>
          <a:bodyPr/>
          <a:lstStyle>
            <a:lvl1pPr marL="0" indent="0" algn="ctr">
              <a:lnSpc>
                <a:spcPts val="1230"/>
              </a:lnSpc>
              <a:buNone/>
              <a:defRPr sz="106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ctr">
              <a:lnSpc>
                <a:spcPts val="1230"/>
              </a:lnSpc>
              <a:buClr>
                <a:schemeClr val="accent6"/>
              </a:buClr>
              <a:buFont typeface="Arial" panose="020B0604020202020204" pitchFamily="34" charset="0"/>
              <a:buNone/>
              <a:defRPr sz="106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F6571880-7AF6-4A9C-9E91-1B90F93DA66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81200" y="4104000"/>
            <a:ext cx="1944000" cy="2071376"/>
          </a:xfrm>
        </p:spPr>
        <p:txBody>
          <a:bodyPr/>
          <a:lstStyle>
            <a:lvl1pPr marL="0" indent="0" algn="ctr">
              <a:lnSpc>
                <a:spcPts val="1230"/>
              </a:lnSpc>
              <a:buNone/>
              <a:defRPr sz="106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ctr">
              <a:lnSpc>
                <a:spcPts val="1230"/>
              </a:lnSpc>
              <a:buClr>
                <a:schemeClr val="accent6"/>
              </a:buClr>
              <a:buFont typeface="Arial" panose="020B0604020202020204" pitchFamily="34" charset="0"/>
              <a:buNone/>
              <a:defRPr sz="106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544567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: 2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4" imgH="344" progId="TCLayout.ActiveDocument.1">
                  <p:embed/>
                </p:oleObj>
              </mc:Choice>
              <mc:Fallback>
                <p:oleObj name="think-cell Slide" r:id="rId3" imgW="344" imgH="34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ijdelijke aanduiding voor afbeelding 12">
            <a:extLst>
              <a:ext uri="{FF2B5EF4-FFF2-40B4-BE49-F238E27FC236}">
                <a16:creationId xmlns:a16="http://schemas.microsoft.com/office/drawing/2014/main" id="{27BACDE8-BA7B-4623-B097-3849D34912C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1600" y="1916832"/>
            <a:ext cx="2880000" cy="2880000"/>
          </a:xfrm>
          <a:prstGeom prst="ellipse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tIns="1044000" anchor="ctr" anchorCtr="0"/>
          <a:lstStyle>
            <a:lvl1pPr marL="0" indent="0" algn="ctr">
              <a:buNone/>
              <a:defRPr sz="105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Click on the pictogram to </a:t>
            </a:r>
            <a:b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</a:br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insert a new image.</a:t>
            </a:r>
            <a:endParaRPr lang="en-GB" noProof="0"/>
          </a:p>
        </p:txBody>
      </p:sp>
      <p:sp>
        <p:nvSpPr>
          <p:cNvPr id="38" name="Tijdelijke aanduiding voor afbeelding 12">
            <a:extLst>
              <a:ext uri="{FF2B5EF4-FFF2-40B4-BE49-F238E27FC236}">
                <a16:creationId xmlns:a16="http://schemas.microsoft.com/office/drawing/2014/main" id="{BBC51933-18F1-48F8-A1DC-F25017E86F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916832"/>
            <a:ext cx="2880000" cy="2880000"/>
          </a:xfrm>
          <a:prstGeom prst="ellipse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vert="horz" lIns="0" tIns="1044000" rIns="0" bIns="0" rtlCol="0" anchor="ctr" anchorCtr="0">
            <a:normAutofit/>
          </a:bodyPr>
          <a:lstStyle>
            <a:lvl1pPr>
              <a:def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Click on the pictogram to </a:t>
            </a:r>
            <a:b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</a:br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insert a new image.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0A1F69-6E10-5B4B-AF6A-7CCBA097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800" y="442800"/>
            <a:ext cx="7502400" cy="8969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87B4B76-2EFD-72D7-9AD7-3264BC85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0B868178-02AE-42FC-958D-6B8F13B60175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3124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: 4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jdelijke aanduiding voor afbeelding 12">
            <a:extLst>
              <a:ext uri="{FF2B5EF4-FFF2-40B4-BE49-F238E27FC236}">
                <a16:creationId xmlns:a16="http://schemas.microsoft.com/office/drawing/2014/main" id="{27BACDE8-BA7B-4623-B097-3849D34912C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2176" y="1453020"/>
            <a:ext cx="2340000" cy="2340000"/>
          </a:xfrm>
          <a:prstGeom prst="ellipse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tIns="1368000"/>
          <a:lstStyle>
            <a:lvl1pPr marL="0" indent="0" algn="ctr">
              <a:buNone/>
              <a:defRPr sz="105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Click on the pictogram to </a:t>
            </a:r>
            <a:b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</a:br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insert a new image.</a:t>
            </a:r>
            <a:endParaRPr lang="en-GB" noProof="0"/>
          </a:p>
        </p:txBody>
      </p:sp>
      <p:sp>
        <p:nvSpPr>
          <p:cNvPr id="45" name="Tijdelijke aanduiding voor afbeelding 12">
            <a:extLst>
              <a:ext uri="{FF2B5EF4-FFF2-40B4-BE49-F238E27FC236}">
                <a16:creationId xmlns:a16="http://schemas.microsoft.com/office/drawing/2014/main" id="{51FE0753-454B-452F-86DC-C965F0ECC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04890" y="1453020"/>
            <a:ext cx="2340000" cy="2340000"/>
          </a:xfrm>
          <a:prstGeom prst="ellipse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tIns="1368000"/>
          <a:lstStyle>
            <a:lvl1pPr marL="0" indent="0" algn="ctr">
              <a:buNone/>
              <a:defRPr sz="105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Click on the pictogram to </a:t>
            </a:r>
            <a:b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</a:br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insert a new image.</a:t>
            </a:r>
            <a:endParaRPr lang="en-GB" noProof="0"/>
          </a:p>
        </p:txBody>
      </p:sp>
      <p:sp>
        <p:nvSpPr>
          <p:cNvPr id="46" name="Tijdelijke aanduiding voor afbeelding 12">
            <a:extLst>
              <a:ext uri="{FF2B5EF4-FFF2-40B4-BE49-F238E27FC236}">
                <a16:creationId xmlns:a16="http://schemas.microsoft.com/office/drawing/2014/main" id="{CD5DFF9B-A676-4B7E-A0E4-781836790C6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34033" y="1453020"/>
            <a:ext cx="2340000" cy="2340000"/>
          </a:xfrm>
          <a:prstGeom prst="ellipse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tIns="1368000"/>
          <a:lstStyle>
            <a:lvl1pPr marL="0" indent="0" algn="ctr">
              <a:buNone/>
              <a:defRPr sz="105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Click on the pictogram to </a:t>
            </a:r>
            <a:b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</a:br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insert a new image.</a:t>
            </a:r>
            <a:endParaRPr lang="en-GB" noProof="0"/>
          </a:p>
        </p:txBody>
      </p:sp>
      <p:sp>
        <p:nvSpPr>
          <p:cNvPr id="47" name="Tijdelijke aanduiding voor afbeelding 12">
            <a:extLst>
              <a:ext uri="{FF2B5EF4-FFF2-40B4-BE49-F238E27FC236}">
                <a16:creationId xmlns:a16="http://schemas.microsoft.com/office/drawing/2014/main" id="{CC3D2EFE-0CF1-4B85-8D29-ABDBB751464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56340" y="1453020"/>
            <a:ext cx="2340000" cy="2340000"/>
          </a:xfrm>
          <a:prstGeom prst="ellipse">
            <a:avLst/>
          </a:prstGeom>
          <a:pattFill prst="lgCheck">
            <a:fgClr>
              <a:srgbClr val="D1D2D0"/>
            </a:fgClr>
            <a:bgClr>
              <a:srgbClr val="E8E8E8"/>
            </a:bgClr>
          </a:pattFill>
        </p:spPr>
        <p:txBody>
          <a:bodyPr tIns="1368000"/>
          <a:lstStyle>
            <a:lvl1pPr marL="0" indent="0" algn="ctr">
              <a:buNone/>
              <a:defRPr sz="105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Click on the pictogram to </a:t>
            </a:r>
            <a:b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</a:br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insert a new image.</a:t>
            </a:r>
            <a:endParaRPr lang="en-GB" noProof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DFB77B-0749-C848-81BB-9085DBFF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800" y="442800"/>
            <a:ext cx="7502400" cy="8969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2893AE6-9325-3D9A-F2C7-61747B29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0B868178-02AE-42FC-958D-6B8F13B60175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747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jdelijke aanduiding voor grafiek 7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783771" y="1117600"/>
            <a:ext cx="10755086" cy="521062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buNone/>
              <a:defRPr sz="105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GB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rPr>
              <a:t>Click on the pictogram to insert a new chart.</a:t>
            </a:r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502EA9-5698-4F43-B929-4A916AC335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noProof="0"/>
              <a:t>Click to add a title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B978233-745B-7A3B-2964-A476232A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0B868178-02AE-42FC-958D-6B8F13B60175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3969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E6FF99C-7423-3133-AA63-C4164F056256}"/>
              </a:ext>
            </a:extLst>
          </p:cNvPr>
          <p:cNvSpPr/>
          <p:nvPr userDrawn="1"/>
        </p:nvSpPr>
        <p:spPr>
          <a:xfrm>
            <a:off x="1052506" y="2233749"/>
            <a:ext cx="2935946" cy="29359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8EAFAF-8E8A-49AA-9EB1-9ACAF9DC90B9}"/>
              </a:ext>
            </a:extLst>
          </p:cNvPr>
          <p:cNvSpPr txBox="1"/>
          <p:nvPr userDrawn="1"/>
        </p:nvSpPr>
        <p:spPr>
          <a:xfrm>
            <a:off x="2495550" y="3236148"/>
            <a:ext cx="7200900" cy="103789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lnSpc>
                <a:spcPts val="6630"/>
              </a:lnSpc>
              <a:spcBef>
                <a:spcPct val="0"/>
              </a:spcBef>
              <a:buNone/>
              <a:defRPr sz="663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GB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2D508-3EF1-9A47-B376-A3D28FC8C640}"/>
              </a:ext>
            </a:extLst>
          </p:cNvPr>
          <p:cNvSpPr txBox="1"/>
          <p:nvPr userDrawn="1"/>
        </p:nvSpPr>
        <p:spPr>
          <a:xfrm>
            <a:off x="5200650" y="5829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ts val="2290"/>
              </a:lnSpc>
            </a:pPr>
            <a:endParaRPr sz="1940" err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27">
            <a:extLst>
              <a:ext uri="{FF2B5EF4-FFF2-40B4-BE49-F238E27FC236}">
                <a16:creationId xmlns:a16="http://schemas.microsoft.com/office/drawing/2014/main" id="{B4D14D0F-DE18-9028-2A8A-B69B6E558846}"/>
              </a:ext>
            </a:extLst>
          </p:cNvPr>
          <p:cNvSpPr/>
          <p:nvPr userDrawn="1"/>
        </p:nvSpPr>
        <p:spPr>
          <a:xfrm rot="3600000">
            <a:off x="6789301" y="2453249"/>
            <a:ext cx="691640" cy="51009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75">
            <a:extLst>
              <a:ext uri="{FF2B5EF4-FFF2-40B4-BE49-F238E27FC236}">
                <a16:creationId xmlns:a16="http://schemas.microsoft.com/office/drawing/2014/main" id="{4D60C688-EAA0-DB2C-97E9-C231513C817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42982" y="3236148"/>
            <a:ext cx="949018" cy="1200964"/>
          </a:xfrm>
          <a:custGeom>
            <a:avLst/>
            <a:gdLst>
              <a:gd name="T0" fmla="*/ 15 w 499"/>
              <a:gd name="T1" fmla="*/ 352 h 632"/>
              <a:gd name="T2" fmla="*/ 36 w 499"/>
              <a:gd name="T3" fmla="*/ 516 h 632"/>
              <a:gd name="T4" fmla="*/ 167 w 499"/>
              <a:gd name="T5" fmla="*/ 617 h 632"/>
              <a:gd name="T6" fmla="*/ 331 w 499"/>
              <a:gd name="T7" fmla="*/ 595 h 632"/>
              <a:gd name="T8" fmla="*/ 498 w 499"/>
              <a:gd name="T9" fmla="*/ 499 h 632"/>
              <a:gd name="T10" fmla="*/ 498 w 499"/>
              <a:gd name="T11" fmla="*/ 0 h 632"/>
              <a:gd name="T12" fmla="*/ 115 w 499"/>
              <a:gd name="T13" fmla="*/ 221 h 632"/>
              <a:gd name="T14" fmla="*/ 15 w 499"/>
              <a:gd name="T15" fmla="*/ 352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9" h="632">
                <a:moveTo>
                  <a:pt x="15" y="352"/>
                </a:moveTo>
                <a:cubicBezTo>
                  <a:pt x="0" y="405"/>
                  <a:pt x="6" y="464"/>
                  <a:pt x="36" y="516"/>
                </a:cubicBezTo>
                <a:cubicBezTo>
                  <a:pt x="66" y="568"/>
                  <a:pt x="114" y="602"/>
                  <a:pt x="167" y="617"/>
                </a:cubicBezTo>
                <a:cubicBezTo>
                  <a:pt x="221" y="631"/>
                  <a:pt x="280" y="625"/>
                  <a:pt x="331" y="595"/>
                </a:cubicBezTo>
                <a:lnTo>
                  <a:pt x="498" y="499"/>
                </a:lnTo>
                <a:lnTo>
                  <a:pt x="498" y="0"/>
                </a:lnTo>
                <a:lnTo>
                  <a:pt x="115" y="221"/>
                </a:lnTo>
                <a:cubicBezTo>
                  <a:pt x="64" y="251"/>
                  <a:pt x="29" y="299"/>
                  <a:pt x="15" y="35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ircle: Hollow 13">
            <a:extLst>
              <a:ext uri="{FF2B5EF4-FFF2-40B4-BE49-F238E27FC236}">
                <a16:creationId xmlns:a16="http://schemas.microsoft.com/office/drawing/2014/main" id="{BC1B6731-CB77-C05F-ED80-B6B6C6EED80B}"/>
              </a:ext>
            </a:extLst>
          </p:cNvPr>
          <p:cNvSpPr/>
          <p:nvPr userDrawn="1"/>
        </p:nvSpPr>
        <p:spPr>
          <a:xfrm flipH="1">
            <a:off x="1332726" y="2098957"/>
            <a:ext cx="754878" cy="750495"/>
          </a:xfrm>
          <a:prstGeom prst="donut">
            <a:avLst>
              <a:gd name="adj" fmla="val 1743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97603C6-DF37-1ACA-7C13-B53D721CBEA6}"/>
              </a:ext>
            </a:extLst>
          </p:cNvPr>
          <p:cNvGrpSpPr/>
          <p:nvPr userDrawn="1"/>
        </p:nvGrpSpPr>
        <p:grpSpPr>
          <a:xfrm>
            <a:off x="471601" y="443753"/>
            <a:ext cx="1087896" cy="425720"/>
            <a:chOff x="3562350" y="3567113"/>
            <a:chExt cx="3476625" cy="1360487"/>
          </a:xfrm>
          <a:solidFill>
            <a:schemeClr val="bg1"/>
          </a:solidFill>
        </p:grpSpPr>
        <p:sp>
          <p:nvSpPr>
            <p:cNvPr id="25" name="Freeform 1">
              <a:extLst>
                <a:ext uri="{FF2B5EF4-FFF2-40B4-BE49-F238E27FC236}">
                  <a16:creationId xmlns:a16="http://schemas.microsoft.com/office/drawing/2014/main" id="{DCA9E494-B685-D6D5-648B-A5F43B130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0113" y="3800475"/>
              <a:ext cx="1136650" cy="1127125"/>
            </a:xfrm>
            <a:custGeom>
              <a:avLst/>
              <a:gdLst>
                <a:gd name="T0" fmla="*/ 10 w 3158"/>
                <a:gd name="T1" fmla="*/ 1539 h 3130"/>
                <a:gd name="T2" fmla="*/ 1599 w 3158"/>
                <a:gd name="T3" fmla="*/ 13 h 3130"/>
                <a:gd name="T4" fmla="*/ 3148 w 3158"/>
                <a:gd name="T5" fmla="*/ 1584 h 3130"/>
                <a:gd name="T6" fmla="*/ 1560 w 3158"/>
                <a:gd name="T7" fmla="*/ 3116 h 3130"/>
                <a:gd name="T8" fmla="*/ 10 w 3158"/>
                <a:gd name="T9" fmla="*/ 1545 h 3130"/>
                <a:gd name="T10" fmla="*/ 10 w 3158"/>
                <a:gd name="T11" fmla="*/ 1539 h 3130"/>
                <a:gd name="T12" fmla="*/ 711 w 3158"/>
                <a:gd name="T13" fmla="*/ 1553 h 3130"/>
                <a:gd name="T14" fmla="*/ 1568 w 3158"/>
                <a:gd name="T15" fmla="*/ 2456 h 3130"/>
                <a:gd name="T16" fmla="*/ 2446 w 3158"/>
                <a:gd name="T17" fmla="*/ 1570 h 3130"/>
                <a:gd name="T18" fmla="*/ 1591 w 3158"/>
                <a:gd name="T19" fmla="*/ 662 h 3130"/>
                <a:gd name="T20" fmla="*/ 712 w 3158"/>
                <a:gd name="T21" fmla="*/ 1548 h 3130"/>
                <a:gd name="T22" fmla="*/ 711 w 3158"/>
                <a:gd name="T23" fmla="*/ 1553 h 3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58" h="3130">
                  <a:moveTo>
                    <a:pt x="10" y="1539"/>
                  </a:moveTo>
                  <a:cubicBezTo>
                    <a:pt x="19" y="790"/>
                    <a:pt x="578" y="0"/>
                    <a:pt x="1599" y="13"/>
                  </a:cubicBezTo>
                  <a:cubicBezTo>
                    <a:pt x="2619" y="26"/>
                    <a:pt x="3157" y="830"/>
                    <a:pt x="3148" y="1584"/>
                  </a:cubicBezTo>
                  <a:cubicBezTo>
                    <a:pt x="3138" y="2341"/>
                    <a:pt x="2579" y="3129"/>
                    <a:pt x="1560" y="3116"/>
                  </a:cubicBezTo>
                  <a:cubicBezTo>
                    <a:pt x="539" y="3104"/>
                    <a:pt x="0" y="2302"/>
                    <a:pt x="10" y="1545"/>
                  </a:cubicBezTo>
                  <a:lnTo>
                    <a:pt x="10" y="1539"/>
                  </a:lnTo>
                  <a:close/>
                  <a:moveTo>
                    <a:pt x="711" y="1553"/>
                  </a:moveTo>
                  <a:cubicBezTo>
                    <a:pt x="705" y="2065"/>
                    <a:pt x="1089" y="2451"/>
                    <a:pt x="1568" y="2456"/>
                  </a:cubicBezTo>
                  <a:cubicBezTo>
                    <a:pt x="2047" y="2462"/>
                    <a:pt x="2440" y="2087"/>
                    <a:pt x="2446" y="1570"/>
                  </a:cubicBezTo>
                  <a:cubicBezTo>
                    <a:pt x="2453" y="1054"/>
                    <a:pt x="2070" y="669"/>
                    <a:pt x="1591" y="662"/>
                  </a:cubicBezTo>
                  <a:cubicBezTo>
                    <a:pt x="1112" y="656"/>
                    <a:pt x="718" y="1032"/>
                    <a:pt x="712" y="1548"/>
                  </a:cubicBezTo>
                  <a:lnTo>
                    <a:pt x="711" y="155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">
              <a:extLst>
                <a:ext uri="{FF2B5EF4-FFF2-40B4-BE49-F238E27FC236}">
                  <a16:creationId xmlns:a16="http://schemas.microsoft.com/office/drawing/2014/main" id="{792FCAFF-AB2C-06EF-3267-A772C4C51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9000" y="3567113"/>
              <a:ext cx="455613" cy="1338262"/>
            </a:xfrm>
            <a:custGeom>
              <a:avLst/>
              <a:gdLst>
                <a:gd name="T0" fmla="*/ 971 w 1264"/>
                <a:gd name="T1" fmla="*/ 3165 h 3717"/>
                <a:gd name="T2" fmla="*/ 765 w 1264"/>
                <a:gd name="T3" fmla="*/ 2983 h 3717"/>
                <a:gd name="T4" fmla="*/ 803 w 1264"/>
                <a:gd name="T5" fmla="*/ 9 h 3717"/>
                <a:gd name="T6" fmla="*/ 101 w 1264"/>
                <a:gd name="T7" fmla="*/ 0 h 3717"/>
                <a:gd name="T8" fmla="*/ 64 w 1264"/>
                <a:gd name="T9" fmla="*/ 2965 h 3717"/>
                <a:gd name="T10" fmla="*/ 696 w 1264"/>
                <a:gd name="T11" fmla="*/ 3708 h 3717"/>
                <a:gd name="T12" fmla="*/ 696 w 1264"/>
                <a:gd name="T13" fmla="*/ 3709 h 3717"/>
                <a:gd name="T14" fmla="*/ 1256 w 1264"/>
                <a:gd name="T15" fmla="*/ 3716 h 3717"/>
                <a:gd name="T16" fmla="*/ 1263 w 1264"/>
                <a:gd name="T17" fmla="*/ 3168 h 3717"/>
                <a:gd name="T18" fmla="*/ 971 w 1264"/>
                <a:gd name="T19" fmla="*/ 3165 h 3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4" h="3717">
                  <a:moveTo>
                    <a:pt x="971" y="3165"/>
                  </a:moveTo>
                  <a:cubicBezTo>
                    <a:pt x="971" y="3165"/>
                    <a:pt x="768" y="3164"/>
                    <a:pt x="765" y="2983"/>
                  </a:cubicBezTo>
                  <a:lnTo>
                    <a:pt x="803" y="9"/>
                  </a:lnTo>
                  <a:lnTo>
                    <a:pt x="101" y="0"/>
                  </a:lnTo>
                  <a:lnTo>
                    <a:pt x="64" y="2965"/>
                  </a:lnTo>
                  <a:cubicBezTo>
                    <a:pt x="64" y="2965"/>
                    <a:pt x="0" y="3699"/>
                    <a:pt x="696" y="3708"/>
                  </a:cubicBezTo>
                  <a:lnTo>
                    <a:pt x="696" y="3709"/>
                  </a:lnTo>
                  <a:lnTo>
                    <a:pt x="1256" y="3716"/>
                  </a:lnTo>
                  <a:lnTo>
                    <a:pt x="1263" y="3168"/>
                  </a:lnTo>
                  <a:lnTo>
                    <a:pt x="971" y="316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3">
              <a:extLst>
                <a:ext uri="{FF2B5EF4-FFF2-40B4-BE49-F238E27FC236}">
                  <a16:creationId xmlns:a16="http://schemas.microsoft.com/office/drawing/2014/main" id="{A93F0380-2611-5480-55DE-604EB635A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350" y="3786188"/>
              <a:ext cx="1069975" cy="1127125"/>
            </a:xfrm>
            <a:custGeom>
              <a:avLst/>
              <a:gdLst>
                <a:gd name="T0" fmla="*/ 2366 w 2971"/>
                <a:gd name="T1" fmla="*/ 1976 h 3132"/>
                <a:gd name="T2" fmla="*/ 1569 w 2971"/>
                <a:gd name="T3" fmla="*/ 2468 h 3132"/>
                <a:gd name="T4" fmla="*/ 716 w 2971"/>
                <a:gd name="T5" fmla="*/ 1556 h 3132"/>
                <a:gd name="T6" fmla="*/ 966 w 2971"/>
                <a:gd name="T7" fmla="*/ 910 h 3132"/>
                <a:gd name="T8" fmla="*/ 1593 w 2971"/>
                <a:gd name="T9" fmla="*/ 667 h 3132"/>
                <a:gd name="T10" fmla="*/ 2376 w 2971"/>
                <a:gd name="T11" fmla="*/ 1201 h 3132"/>
                <a:gd name="T12" fmla="*/ 2970 w 2971"/>
                <a:gd name="T13" fmla="*/ 871 h 3132"/>
                <a:gd name="T14" fmla="*/ 1576 w 2971"/>
                <a:gd name="T15" fmla="*/ 12 h 3132"/>
                <a:gd name="T16" fmla="*/ 11 w 2971"/>
                <a:gd name="T17" fmla="*/ 1545 h 3132"/>
                <a:gd name="T18" fmla="*/ 1559 w 2971"/>
                <a:gd name="T19" fmla="*/ 3123 h 3132"/>
                <a:gd name="T20" fmla="*/ 2950 w 2971"/>
                <a:gd name="T21" fmla="*/ 2314 h 3132"/>
                <a:gd name="T22" fmla="*/ 2379 w 2971"/>
                <a:gd name="T23" fmla="*/ 1977 h 3132"/>
                <a:gd name="T24" fmla="*/ 2366 w 2971"/>
                <a:gd name="T25" fmla="*/ 1976 h 3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71" h="3132">
                  <a:moveTo>
                    <a:pt x="2366" y="1976"/>
                  </a:moveTo>
                  <a:cubicBezTo>
                    <a:pt x="2256" y="2216"/>
                    <a:pt x="2006" y="2472"/>
                    <a:pt x="1569" y="2468"/>
                  </a:cubicBezTo>
                  <a:cubicBezTo>
                    <a:pt x="1072" y="2462"/>
                    <a:pt x="710" y="2081"/>
                    <a:pt x="716" y="1556"/>
                  </a:cubicBezTo>
                  <a:cubicBezTo>
                    <a:pt x="720" y="1300"/>
                    <a:pt x="815" y="1064"/>
                    <a:pt x="966" y="910"/>
                  </a:cubicBezTo>
                  <a:cubicBezTo>
                    <a:pt x="1138" y="742"/>
                    <a:pt x="1337" y="657"/>
                    <a:pt x="1593" y="667"/>
                  </a:cubicBezTo>
                  <a:cubicBezTo>
                    <a:pt x="1976" y="670"/>
                    <a:pt x="2254" y="891"/>
                    <a:pt x="2376" y="1201"/>
                  </a:cubicBezTo>
                  <a:lnTo>
                    <a:pt x="2970" y="871"/>
                  </a:lnTo>
                  <a:cubicBezTo>
                    <a:pt x="2716" y="350"/>
                    <a:pt x="2184" y="19"/>
                    <a:pt x="1576" y="12"/>
                  </a:cubicBezTo>
                  <a:cubicBezTo>
                    <a:pt x="696" y="0"/>
                    <a:pt x="22" y="683"/>
                    <a:pt x="11" y="1545"/>
                  </a:cubicBezTo>
                  <a:cubicBezTo>
                    <a:pt x="0" y="2384"/>
                    <a:pt x="634" y="3111"/>
                    <a:pt x="1559" y="3123"/>
                  </a:cubicBezTo>
                  <a:cubicBezTo>
                    <a:pt x="2184" y="3131"/>
                    <a:pt x="2691" y="2793"/>
                    <a:pt x="2950" y="2314"/>
                  </a:cubicBezTo>
                  <a:lnTo>
                    <a:pt x="2379" y="1977"/>
                  </a:lnTo>
                  <a:lnTo>
                    <a:pt x="2366" y="197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D7A6028B-B773-E06B-8A13-8C7534582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6850" y="3575050"/>
              <a:ext cx="492125" cy="1338263"/>
            </a:xfrm>
            <a:custGeom>
              <a:avLst/>
              <a:gdLst>
                <a:gd name="T0" fmla="*/ 960 w 1365"/>
                <a:gd name="T1" fmla="*/ 3164 h 3718"/>
                <a:gd name="T2" fmla="*/ 753 w 1365"/>
                <a:gd name="T3" fmla="*/ 2983 h 3718"/>
                <a:gd name="T4" fmla="*/ 773 w 1365"/>
                <a:gd name="T5" fmla="*/ 1401 h 3718"/>
                <a:gd name="T6" fmla="*/ 1336 w 1365"/>
                <a:gd name="T7" fmla="*/ 1408 h 3718"/>
                <a:gd name="T8" fmla="*/ 1343 w 1365"/>
                <a:gd name="T9" fmla="*/ 860 h 3718"/>
                <a:gd name="T10" fmla="*/ 780 w 1365"/>
                <a:gd name="T11" fmla="*/ 853 h 3718"/>
                <a:gd name="T12" fmla="*/ 791 w 1365"/>
                <a:gd name="T13" fmla="*/ 9 h 3718"/>
                <a:gd name="T14" fmla="*/ 89 w 1365"/>
                <a:gd name="T15" fmla="*/ 0 h 3718"/>
                <a:gd name="T16" fmla="*/ 51 w 1365"/>
                <a:gd name="T17" fmla="*/ 2965 h 3718"/>
                <a:gd name="T18" fmla="*/ 683 w 1365"/>
                <a:gd name="T19" fmla="*/ 3708 h 3718"/>
                <a:gd name="T20" fmla="*/ 684 w 1365"/>
                <a:gd name="T21" fmla="*/ 3708 h 3718"/>
                <a:gd name="T22" fmla="*/ 1357 w 1365"/>
                <a:gd name="T23" fmla="*/ 3717 h 3718"/>
                <a:gd name="T24" fmla="*/ 1364 w 1365"/>
                <a:gd name="T25" fmla="*/ 3169 h 3718"/>
                <a:gd name="T26" fmla="*/ 960 w 1365"/>
                <a:gd name="T27" fmla="*/ 3164 h 3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65" h="3718">
                  <a:moveTo>
                    <a:pt x="960" y="3164"/>
                  </a:moveTo>
                  <a:cubicBezTo>
                    <a:pt x="960" y="3164"/>
                    <a:pt x="756" y="3164"/>
                    <a:pt x="753" y="2983"/>
                  </a:cubicBezTo>
                  <a:lnTo>
                    <a:pt x="773" y="1401"/>
                  </a:lnTo>
                  <a:lnTo>
                    <a:pt x="1336" y="1408"/>
                  </a:lnTo>
                  <a:lnTo>
                    <a:pt x="1343" y="860"/>
                  </a:lnTo>
                  <a:lnTo>
                    <a:pt x="780" y="853"/>
                  </a:lnTo>
                  <a:lnTo>
                    <a:pt x="791" y="9"/>
                  </a:lnTo>
                  <a:lnTo>
                    <a:pt x="89" y="0"/>
                  </a:lnTo>
                  <a:lnTo>
                    <a:pt x="51" y="2965"/>
                  </a:lnTo>
                  <a:cubicBezTo>
                    <a:pt x="51" y="2965"/>
                    <a:pt x="0" y="3701"/>
                    <a:pt x="683" y="3708"/>
                  </a:cubicBezTo>
                  <a:lnTo>
                    <a:pt x="684" y="3708"/>
                  </a:lnTo>
                  <a:lnTo>
                    <a:pt x="1357" y="3717"/>
                  </a:lnTo>
                  <a:lnTo>
                    <a:pt x="1364" y="3169"/>
                  </a:lnTo>
                  <a:lnTo>
                    <a:pt x="960" y="316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1D8A2FB4-BE3D-2FAD-4645-31FF95D40C49}"/>
              </a:ext>
            </a:extLst>
          </p:cNvPr>
          <p:cNvSpPr/>
          <p:nvPr userDrawn="1"/>
        </p:nvSpPr>
        <p:spPr>
          <a:xfrm>
            <a:off x="8390468" y="0"/>
            <a:ext cx="1405068" cy="775842"/>
          </a:xfrm>
          <a:custGeom>
            <a:avLst/>
            <a:gdLst>
              <a:gd name="connsiteX0" fmla="*/ 879158 w 1405068"/>
              <a:gd name="connsiteY0" fmla="*/ 0 h 775842"/>
              <a:gd name="connsiteX1" fmla="*/ 1405068 w 1405068"/>
              <a:gd name="connsiteY1" fmla="*/ 0 h 775842"/>
              <a:gd name="connsiteX2" fmla="*/ 1402773 w 1405068"/>
              <a:gd name="connsiteY2" fmla="*/ 32918 h 775842"/>
              <a:gd name="connsiteX3" fmla="*/ 1323536 w 1405068"/>
              <a:gd name="connsiteY3" fmla="*/ 136182 h 775842"/>
              <a:gd name="connsiteX4" fmla="*/ 255121 w 1405068"/>
              <a:gd name="connsiteY4" fmla="*/ 753030 h 775842"/>
              <a:gd name="connsiteX5" fmla="*/ 22811 w 1405068"/>
              <a:gd name="connsiteY5" fmla="*/ 690783 h 775842"/>
              <a:gd name="connsiteX6" fmla="*/ 22812 w 1405068"/>
              <a:gd name="connsiteY6" fmla="*/ 690783 h 775842"/>
              <a:gd name="connsiteX7" fmla="*/ 85059 w 1405068"/>
              <a:gd name="connsiteY7" fmla="*/ 458473 h 775842"/>
              <a:gd name="connsiteX8" fmla="*/ 879158 w 1405068"/>
              <a:gd name="connsiteY8" fmla="*/ 0 h 775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5068" h="775842">
                <a:moveTo>
                  <a:pt x="879158" y="0"/>
                </a:moveTo>
                <a:lnTo>
                  <a:pt x="1405068" y="0"/>
                </a:lnTo>
                <a:lnTo>
                  <a:pt x="1402773" y="32918"/>
                </a:lnTo>
                <a:cubicBezTo>
                  <a:pt x="1391508" y="74958"/>
                  <a:pt x="1364206" y="112701"/>
                  <a:pt x="1323536" y="136182"/>
                </a:cubicBezTo>
                <a:cubicBezTo>
                  <a:pt x="967398" y="341798"/>
                  <a:pt x="611259" y="547414"/>
                  <a:pt x="255121" y="753030"/>
                </a:cubicBezTo>
                <a:cubicBezTo>
                  <a:pt x="173781" y="799992"/>
                  <a:pt x="69772" y="772123"/>
                  <a:pt x="22811" y="690783"/>
                </a:cubicBezTo>
                <a:lnTo>
                  <a:pt x="22812" y="690783"/>
                </a:lnTo>
                <a:cubicBezTo>
                  <a:pt x="-24149" y="609444"/>
                  <a:pt x="3720" y="505435"/>
                  <a:pt x="85059" y="458473"/>
                </a:cubicBezTo>
                <a:lnTo>
                  <a:pt x="87915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254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82" userDrawn="1">
          <p15:clr>
            <a:srgbClr val="FBAE40"/>
          </p15:clr>
        </p15:guide>
        <p15:guide id="2" pos="846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071B6-7FBF-4BB3-B86C-3E6FEC5E2F66}" type="datetime3">
              <a:rPr lang="en-US" noProof="0" smtClean="0"/>
              <a:t>10 August 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© Colt Technology Services  |  Presentation title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0B868178-02AE-42FC-958D-6B8F13B60175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3768C6-09D1-43E2-B29E-6E9CD42BB4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8000" y="1354136"/>
            <a:ext cx="11257200" cy="482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52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7">
            <a:extLst>
              <a:ext uri="{FF2B5EF4-FFF2-40B4-BE49-F238E27FC236}">
                <a16:creationId xmlns:a16="http://schemas.microsoft.com/office/drawing/2014/main" id="{69B59F74-0BCD-4018-9D30-6598CF3C8E85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>
            <a:off x="11410391" y="5869697"/>
            <a:ext cx="793668" cy="824524"/>
          </a:xfrm>
          <a:custGeom>
            <a:avLst/>
            <a:gdLst>
              <a:gd name="T0" fmla="*/ 1417 w 1478"/>
              <a:gd name="T1" fmla="*/ 139 h 711"/>
              <a:gd name="T2" fmla="*/ 1122 w 1478"/>
              <a:gd name="T3" fmla="*/ 60 h 711"/>
              <a:gd name="T4" fmla="*/ 24 w 1478"/>
              <a:gd name="T5" fmla="*/ 694 h 711"/>
              <a:gd name="T6" fmla="*/ 0 w 1478"/>
              <a:gd name="T7" fmla="*/ 710 h 711"/>
              <a:gd name="T8" fmla="*/ 859 w 1478"/>
              <a:gd name="T9" fmla="*/ 710 h 711"/>
              <a:gd name="T10" fmla="*/ 1338 w 1478"/>
              <a:gd name="T11" fmla="*/ 434 h 711"/>
              <a:gd name="T12" fmla="*/ 1417 w 1478"/>
              <a:gd name="T13" fmla="*/ 139 h 711"/>
              <a:gd name="connsiteX0" fmla="*/ 9587 w 9785"/>
              <a:gd name="connsiteY0" fmla="*/ 1524 h 10356"/>
              <a:gd name="connsiteX1" fmla="*/ 7591 w 9785"/>
              <a:gd name="connsiteY1" fmla="*/ 413 h 10356"/>
              <a:gd name="connsiteX2" fmla="*/ 162 w 9785"/>
              <a:gd name="connsiteY2" fmla="*/ 9330 h 10356"/>
              <a:gd name="connsiteX3" fmla="*/ 0 w 9785"/>
              <a:gd name="connsiteY3" fmla="*/ 9555 h 10356"/>
              <a:gd name="connsiteX4" fmla="*/ 4999 w 9785"/>
              <a:gd name="connsiteY4" fmla="*/ 10356 h 10356"/>
              <a:gd name="connsiteX5" fmla="*/ 9053 w 9785"/>
              <a:gd name="connsiteY5" fmla="*/ 5673 h 10356"/>
              <a:gd name="connsiteX6" fmla="*/ 9587 w 9785"/>
              <a:gd name="connsiteY6" fmla="*/ 1524 h 10356"/>
              <a:gd name="connsiteX0" fmla="*/ 9636 w 9838"/>
              <a:gd name="connsiteY0" fmla="*/ 1472 h 11892"/>
              <a:gd name="connsiteX1" fmla="*/ 7596 w 9838"/>
              <a:gd name="connsiteY1" fmla="*/ 399 h 11892"/>
              <a:gd name="connsiteX2" fmla="*/ 4 w 9838"/>
              <a:gd name="connsiteY2" fmla="*/ 9009 h 11892"/>
              <a:gd name="connsiteX3" fmla="*/ 625 w 9838"/>
              <a:gd name="connsiteY3" fmla="*/ 11892 h 11892"/>
              <a:gd name="connsiteX4" fmla="*/ 4947 w 9838"/>
              <a:gd name="connsiteY4" fmla="*/ 10000 h 11892"/>
              <a:gd name="connsiteX5" fmla="*/ 9090 w 9838"/>
              <a:gd name="connsiteY5" fmla="*/ 5478 h 11892"/>
              <a:gd name="connsiteX6" fmla="*/ 9636 w 9838"/>
              <a:gd name="connsiteY6" fmla="*/ 1472 h 11892"/>
              <a:gd name="connsiteX0" fmla="*/ 9160 w 9365"/>
              <a:gd name="connsiteY0" fmla="*/ 1238 h 10000"/>
              <a:gd name="connsiteX1" fmla="*/ 7086 w 9365"/>
              <a:gd name="connsiteY1" fmla="*/ 336 h 10000"/>
              <a:gd name="connsiteX2" fmla="*/ 4480 w 9365"/>
              <a:gd name="connsiteY2" fmla="*/ 2661 h 10000"/>
              <a:gd name="connsiteX3" fmla="*/ 0 w 9365"/>
              <a:gd name="connsiteY3" fmla="*/ 10000 h 10000"/>
              <a:gd name="connsiteX4" fmla="*/ 4393 w 9365"/>
              <a:gd name="connsiteY4" fmla="*/ 8409 h 10000"/>
              <a:gd name="connsiteX5" fmla="*/ 8605 w 9365"/>
              <a:gd name="connsiteY5" fmla="*/ 4606 h 10000"/>
              <a:gd name="connsiteX6" fmla="*/ 9160 w 9365"/>
              <a:gd name="connsiteY6" fmla="*/ 1238 h 10000"/>
              <a:gd name="connsiteX0" fmla="*/ 5130 w 5350"/>
              <a:gd name="connsiteY0" fmla="*/ 1238 h 8409"/>
              <a:gd name="connsiteX1" fmla="*/ 2915 w 5350"/>
              <a:gd name="connsiteY1" fmla="*/ 336 h 8409"/>
              <a:gd name="connsiteX2" fmla="*/ 133 w 5350"/>
              <a:gd name="connsiteY2" fmla="*/ 2661 h 8409"/>
              <a:gd name="connsiteX3" fmla="*/ 0 w 5350"/>
              <a:gd name="connsiteY3" fmla="*/ 2482 h 8409"/>
              <a:gd name="connsiteX4" fmla="*/ 40 w 5350"/>
              <a:gd name="connsiteY4" fmla="*/ 8409 h 8409"/>
              <a:gd name="connsiteX5" fmla="*/ 4537 w 5350"/>
              <a:gd name="connsiteY5" fmla="*/ 4606 h 8409"/>
              <a:gd name="connsiteX6" fmla="*/ 5130 w 5350"/>
              <a:gd name="connsiteY6" fmla="*/ 1238 h 8409"/>
              <a:gd name="connsiteX0" fmla="*/ 9521 w 9932"/>
              <a:gd name="connsiteY0" fmla="*/ 1471 h 9999"/>
              <a:gd name="connsiteX1" fmla="*/ 5381 w 9932"/>
              <a:gd name="connsiteY1" fmla="*/ 399 h 9999"/>
              <a:gd name="connsiteX2" fmla="*/ 181 w 9932"/>
              <a:gd name="connsiteY2" fmla="*/ 3163 h 9999"/>
              <a:gd name="connsiteX3" fmla="*/ 19 w 9932"/>
              <a:gd name="connsiteY3" fmla="*/ 5891 h 9999"/>
              <a:gd name="connsiteX4" fmla="*/ 7 w 9932"/>
              <a:gd name="connsiteY4" fmla="*/ 9999 h 9999"/>
              <a:gd name="connsiteX5" fmla="*/ 8412 w 9932"/>
              <a:gd name="connsiteY5" fmla="*/ 5476 h 9999"/>
              <a:gd name="connsiteX6" fmla="*/ 9521 w 9932"/>
              <a:gd name="connsiteY6" fmla="*/ 1471 h 9999"/>
              <a:gd name="connsiteX0" fmla="*/ 9586 w 10000"/>
              <a:gd name="connsiteY0" fmla="*/ 1471 h 10000"/>
              <a:gd name="connsiteX1" fmla="*/ 5418 w 10000"/>
              <a:gd name="connsiteY1" fmla="*/ 399 h 10000"/>
              <a:gd name="connsiteX2" fmla="*/ 95 w 10000"/>
              <a:gd name="connsiteY2" fmla="*/ 3205 h 10000"/>
              <a:gd name="connsiteX3" fmla="*/ 19 w 10000"/>
              <a:gd name="connsiteY3" fmla="*/ 5892 h 10000"/>
              <a:gd name="connsiteX4" fmla="*/ 7 w 10000"/>
              <a:gd name="connsiteY4" fmla="*/ 10000 h 10000"/>
              <a:gd name="connsiteX5" fmla="*/ 8470 w 10000"/>
              <a:gd name="connsiteY5" fmla="*/ 5477 h 10000"/>
              <a:gd name="connsiteX6" fmla="*/ 9586 w 10000"/>
              <a:gd name="connsiteY6" fmla="*/ 147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9586" y="1471"/>
                </a:moveTo>
                <a:cubicBezTo>
                  <a:pt x="8753" y="58"/>
                  <a:pt x="6887" y="-417"/>
                  <a:pt x="5418" y="399"/>
                </a:cubicBezTo>
                <a:lnTo>
                  <a:pt x="95" y="3205"/>
                </a:lnTo>
                <a:cubicBezTo>
                  <a:pt x="-35" y="3273"/>
                  <a:pt x="117" y="5810"/>
                  <a:pt x="19" y="5892"/>
                </a:cubicBezTo>
                <a:cubicBezTo>
                  <a:pt x="43" y="8241"/>
                  <a:pt x="-18" y="7650"/>
                  <a:pt x="7" y="10000"/>
                </a:cubicBezTo>
                <a:cubicBezTo>
                  <a:pt x="2263" y="8750"/>
                  <a:pt x="6215" y="6729"/>
                  <a:pt x="8470" y="5477"/>
                </a:cubicBezTo>
                <a:cubicBezTo>
                  <a:pt x="9938" y="4662"/>
                  <a:pt x="10435" y="2870"/>
                  <a:pt x="9586" y="1471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50DDC-9CA7-4F73-8A1E-2DC27E22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441326"/>
            <a:ext cx="11306175" cy="93503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B7C25-69B9-46B1-AB95-F8CF2ADCA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1" y="1376364"/>
            <a:ext cx="11306175" cy="478948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First bullet</a:t>
            </a:r>
          </a:p>
          <a:p>
            <a:pPr lvl="1"/>
            <a:r>
              <a:rPr lang="en-US"/>
              <a:t>Second bullet</a:t>
            </a:r>
          </a:p>
          <a:p>
            <a:pPr lvl="2"/>
            <a:r>
              <a:rPr lang="en-US"/>
              <a:t>Third bullet</a:t>
            </a:r>
          </a:p>
          <a:p>
            <a:pPr lvl="3"/>
            <a:r>
              <a:rPr lang="en-US"/>
              <a:t>Plain text</a:t>
            </a:r>
          </a:p>
          <a:p>
            <a:pPr lvl="4"/>
            <a:r>
              <a:rPr lang="en-US"/>
              <a:t>Header</a:t>
            </a:r>
          </a:p>
          <a:p>
            <a:pPr lvl="5"/>
            <a:r>
              <a:rPr lang="en-US"/>
              <a:t>Header - Alt</a:t>
            </a:r>
          </a:p>
          <a:p>
            <a:pPr lvl="6"/>
            <a:r>
              <a:rPr lang="en-US"/>
              <a:t>Enumeration</a:t>
            </a:r>
          </a:p>
          <a:p>
            <a:pPr lvl="7"/>
            <a:r>
              <a:rPr lang="en-US"/>
              <a:t>Alphabet below enumeration</a:t>
            </a:r>
          </a:p>
          <a:p>
            <a:pPr lvl="8"/>
            <a:r>
              <a:rPr lang="en-US"/>
              <a:t>Quote text</a:t>
            </a:r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E0B5A26-CB53-4980-9812-EBA23CB34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400800"/>
            <a:ext cx="442800" cy="226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lnSpc>
                <a:spcPts val="970"/>
              </a:lnSpc>
            </a:pPr>
            <a:fld id="{0B868178-02AE-42FC-958D-6B8F13B60175}" type="slidenum">
              <a:rPr lang="en-GB" smtClean="0"/>
              <a:pPr algn="r">
                <a:lnSpc>
                  <a:spcPts val="970"/>
                </a:lnSpc>
              </a:pPr>
              <a:t>‹#›</a:t>
            </a:fld>
            <a:endParaRPr lang="en-GB" sz="400"/>
          </a:p>
        </p:txBody>
      </p:sp>
    </p:spTree>
    <p:extLst>
      <p:ext uri="{BB962C8B-B14F-4D97-AF65-F5344CB8AC3E}">
        <p14:creationId xmlns:p14="http://schemas.microsoft.com/office/powerpoint/2010/main" val="347699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1" r:id="rId2"/>
    <p:sldLayoutId id="2147483650" r:id="rId3"/>
    <p:sldLayoutId id="2147483817" r:id="rId4"/>
    <p:sldLayoutId id="2147483652" r:id="rId5"/>
    <p:sldLayoutId id="2147483654" r:id="rId6"/>
    <p:sldLayoutId id="2147483796" r:id="rId7"/>
    <p:sldLayoutId id="2147483664" r:id="rId8"/>
    <p:sldLayoutId id="2147483651" r:id="rId9"/>
    <p:sldLayoutId id="2147483770" r:id="rId10"/>
    <p:sldLayoutId id="2147483815" r:id="rId11"/>
    <p:sldLayoutId id="2147483750" r:id="rId12"/>
    <p:sldLayoutId id="2147483786" r:id="rId13"/>
    <p:sldLayoutId id="2147483788" r:id="rId14"/>
    <p:sldLayoutId id="2147483752" r:id="rId15"/>
    <p:sldLayoutId id="2147483772" r:id="rId16"/>
    <p:sldLayoutId id="2147483766" r:id="rId17"/>
    <p:sldLayoutId id="2147483755" r:id="rId18"/>
    <p:sldLayoutId id="2147483771" r:id="rId19"/>
    <p:sldLayoutId id="2147483763" r:id="rId20"/>
    <p:sldLayoutId id="2147483773" r:id="rId21"/>
    <p:sldLayoutId id="2147483790" r:id="rId22"/>
    <p:sldLayoutId id="2147483791" r:id="rId23"/>
    <p:sldLayoutId id="2147483792" r:id="rId24"/>
    <p:sldLayoutId id="2147483793" r:id="rId25"/>
    <p:sldLayoutId id="2147483794" r:id="rId26"/>
    <p:sldLayoutId id="2147483802" r:id="rId27"/>
    <p:sldLayoutId id="2147483816" r:id="rId28"/>
    <p:sldLayoutId id="2147483803" r:id="rId29"/>
    <p:sldLayoutId id="2147483804" r:id="rId30"/>
    <p:sldLayoutId id="2147483805" r:id="rId31"/>
    <p:sldLayoutId id="2147483806" r:id="rId32"/>
    <p:sldLayoutId id="2147483668" r:id="rId33"/>
    <p:sldLayoutId id="2147483820" r:id="rId3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33400" indent="-2667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accent6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accent6"/>
        </a:buClr>
        <a:buFont typeface="Arial" panose="020B0604020202020204" pitchFamily="34" charset="0"/>
        <a:buNone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accent6"/>
        </a:buClr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457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+mj-lt"/>
        <a:buAutoNum type="arabicPeriod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447675" indent="-447675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+mj-lt"/>
        <a:buAutoNum type="alphaLcPeriod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i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278" userDrawn="1">
          <p15:clr>
            <a:srgbClr val="F26B43"/>
          </p15:clr>
        </p15:guide>
        <p15:guide id="4" orient="horz" pos="3884" userDrawn="1">
          <p15:clr>
            <a:srgbClr val="F26B43"/>
          </p15:clr>
        </p15:guide>
        <p15:guide id="5" pos="279" userDrawn="1">
          <p15:clr>
            <a:srgbClr val="F26B43"/>
          </p15:clr>
        </p15:guide>
        <p15:guide id="6" pos="7401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08304A-227A-0BB1-AC09-5212FAA9E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786" y="4418084"/>
            <a:ext cx="5597668" cy="1154381"/>
          </a:xfrm>
        </p:spPr>
        <p:txBody>
          <a:bodyPr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 Changes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7409CF-935A-F247-3AF1-11CAB546D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786" y="2411420"/>
            <a:ext cx="5616575" cy="1040498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Orion- </a:t>
            </a:r>
            <a:r>
              <a:rPr lang="en-GB" dirty="0" err="1"/>
              <a:t>ArrowNet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578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4F02-C0FE-8CF5-B2AA-2DA49037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8E845-77BB-CA6F-C77F-ACD315EBFC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983CC-3B7E-A22B-2B54-BDEB142D75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New Orderable feature </a:t>
            </a:r>
            <a:r>
              <a:rPr lang="en-US" b="1" dirty="0" err="1"/>
              <a:t>ArrowNet</a:t>
            </a:r>
            <a:r>
              <a:rPr lang="en-US" b="1" dirty="0"/>
              <a:t> Global to be added</a:t>
            </a:r>
          </a:p>
          <a:p>
            <a:r>
              <a:rPr lang="en-US" dirty="0"/>
              <a:t>New Attributes Connection Type and Circuit Type to be added</a:t>
            </a:r>
          </a:p>
          <a:p>
            <a:r>
              <a:rPr lang="en-US" sz="1900" dirty="0"/>
              <a:t>Connection Type: </a:t>
            </a:r>
            <a:r>
              <a:rPr lang="en-US" sz="1900" dirty="0" err="1"/>
              <a:t>enum</a:t>
            </a:r>
            <a:r>
              <a:rPr lang="en-US" sz="1900" dirty="0"/>
              <a:t> values- </a:t>
            </a:r>
          </a:p>
          <a:p>
            <a:r>
              <a:rPr lang="en-US" sz="1200" dirty="0"/>
              <a:t>AP3 - Co-Location External Exclusive Connection</a:t>
            </a:r>
          </a:p>
          <a:p>
            <a:r>
              <a:rPr lang="en-US" sz="1200" dirty="0"/>
              <a:t>AP2 - </a:t>
            </a:r>
            <a:r>
              <a:rPr lang="en-US" sz="1200" dirty="0" err="1"/>
              <a:t>Arrownet</a:t>
            </a:r>
            <a:r>
              <a:rPr lang="en-US" sz="1200" dirty="0"/>
              <a:t> V3(With VLAN)</a:t>
            </a:r>
          </a:p>
          <a:p>
            <a:r>
              <a:rPr lang="en-US" sz="1200" dirty="0"/>
              <a:t>AP3 - </a:t>
            </a:r>
            <a:r>
              <a:rPr lang="en-US" sz="1200" dirty="0" err="1"/>
              <a:t>Arrownet</a:t>
            </a:r>
            <a:r>
              <a:rPr lang="en-US" sz="1200" dirty="0"/>
              <a:t> V3(With VLAN)</a:t>
            </a:r>
          </a:p>
          <a:p>
            <a:r>
              <a:rPr lang="en-US" sz="1200" dirty="0"/>
              <a:t>AP4 - </a:t>
            </a:r>
            <a:r>
              <a:rPr lang="en-US" sz="1200" dirty="0" err="1"/>
              <a:t>Arrownet</a:t>
            </a:r>
            <a:r>
              <a:rPr lang="en-US" sz="1200" dirty="0"/>
              <a:t> V3(With VLAN)</a:t>
            </a:r>
          </a:p>
          <a:p>
            <a:r>
              <a:rPr lang="en-US" dirty="0"/>
              <a:t>Circuit Type: </a:t>
            </a:r>
            <a:r>
              <a:rPr lang="en-US" dirty="0" err="1"/>
              <a:t>enum</a:t>
            </a:r>
            <a:r>
              <a:rPr lang="en-US" dirty="0"/>
              <a:t> values-</a:t>
            </a:r>
          </a:p>
          <a:p>
            <a:pPr marL="0" indent="0">
              <a:buNone/>
            </a:pPr>
            <a:r>
              <a:rPr lang="en-US" sz="1200">
                <a:latin typeface="Arial"/>
                <a:cs typeface="Arial"/>
              </a:rPr>
              <a:t>        Arrownet</a:t>
            </a:r>
            <a:r>
              <a:rPr lang="en-US" sz="1200" dirty="0">
                <a:latin typeface="Arial"/>
                <a:cs typeface="Arial"/>
              </a:rPr>
              <a:t> Global</a:t>
            </a:r>
          </a:p>
          <a:p>
            <a:pPr marL="0" indent="0">
              <a:buNone/>
            </a:pPr>
            <a:r>
              <a:rPr lang="en-US" sz="1200">
                <a:latin typeface="Arial"/>
                <a:cs typeface="Arial"/>
              </a:rPr>
              <a:t>        Arrownet</a:t>
            </a:r>
            <a:r>
              <a:rPr lang="en-US" sz="1200" dirty="0">
                <a:latin typeface="Arial"/>
                <a:cs typeface="Arial"/>
              </a:rPr>
              <a:t> Global - JPX-SGX Co-Location Direct</a:t>
            </a:r>
          </a:p>
          <a:p>
            <a:pPr marL="0" indent="0">
              <a:buNone/>
            </a:pPr>
            <a:r>
              <a:rPr lang="en-US" sz="1200" dirty="0"/>
              <a:t>         </a:t>
            </a:r>
            <a:r>
              <a:rPr lang="en-US" sz="1200" dirty="0" err="1"/>
              <a:t>Arrownet</a:t>
            </a:r>
            <a:r>
              <a:rPr lang="en-US" sz="1200" dirty="0"/>
              <a:t> Global - JPX-Chicago Co-Location Direct</a:t>
            </a:r>
          </a:p>
          <a:p>
            <a:pPr marL="0" indent="0">
              <a:buNone/>
            </a:pPr>
            <a:r>
              <a:rPr lang="en-US" sz="1200" dirty="0">
                <a:latin typeface="Arial"/>
                <a:cs typeface="Arial"/>
              </a:rPr>
              <a:t>        </a:t>
            </a:r>
            <a:r>
              <a:rPr lang="en-US" sz="1200">
                <a:latin typeface="Arial"/>
                <a:cs typeface="Arial"/>
              </a:rPr>
              <a:t>Arrownet</a:t>
            </a:r>
            <a:r>
              <a:rPr lang="en-US" sz="1200" dirty="0">
                <a:latin typeface="Arial"/>
                <a:cs typeface="Arial"/>
              </a:rPr>
              <a:t> Global - Post Trade Direct</a:t>
            </a:r>
          </a:p>
          <a:p>
            <a:r>
              <a:rPr lang="en-US" sz="1900" dirty="0">
                <a:solidFill>
                  <a:schemeClr val="tx1"/>
                </a:solidFill>
              </a:rPr>
              <a:t>Line: </a:t>
            </a:r>
            <a:r>
              <a:rPr lang="en-US" sz="1900" dirty="0" err="1">
                <a:solidFill>
                  <a:schemeClr val="tx1"/>
                </a:solidFill>
              </a:rPr>
              <a:t>enum</a:t>
            </a:r>
            <a:r>
              <a:rPr lang="en-US" sz="1900" dirty="0">
                <a:solidFill>
                  <a:schemeClr val="tx1"/>
                </a:solidFill>
              </a:rPr>
              <a:t>: Stream1 , Stream2</a:t>
            </a:r>
          </a:p>
          <a:p>
            <a:r>
              <a:rPr lang="en-US" sz="1900" dirty="0" err="1">
                <a:solidFill>
                  <a:schemeClr val="tx1"/>
                </a:solidFill>
              </a:rPr>
              <a:t>Arrownet</a:t>
            </a:r>
            <a:r>
              <a:rPr lang="en-US" sz="1900" dirty="0">
                <a:solidFill>
                  <a:schemeClr val="tx1"/>
                </a:solidFill>
              </a:rPr>
              <a:t> Global </a:t>
            </a:r>
            <a:r>
              <a:rPr lang="en-US" sz="1900" dirty="0" err="1">
                <a:solidFill>
                  <a:schemeClr val="tx1"/>
                </a:solidFill>
              </a:rPr>
              <a:t>Bandwidth:enum</a:t>
            </a:r>
            <a:endParaRPr lang="en-US" sz="1900" dirty="0">
              <a:solidFill>
                <a:schemeClr val="tx1"/>
              </a:solidFill>
            </a:endParaRPr>
          </a:p>
          <a:p>
            <a:r>
              <a:rPr lang="en-US" sz="1800" i="1" dirty="0"/>
              <a:t>Ability to add “</a:t>
            </a:r>
            <a:r>
              <a:rPr lang="en-US" sz="1800" b="1" i="1" dirty="0"/>
              <a:t>VLAN</a:t>
            </a:r>
            <a:r>
              <a:rPr lang="en-US" sz="1800" i="1" dirty="0"/>
              <a:t>” and “</a:t>
            </a:r>
            <a:r>
              <a:rPr lang="en-US" sz="1800" b="1" i="1" dirty="0"/>
              <a:t>Auto-negotiation</a:t>
            </a:r>
            <a:r>
              <a:rPr lang="en-US" sz="1800" i="1" dirty="0"/>
              <a:t>” components under the </a:t>
            </a:r>
            <a:r>
              <a:rPr lang="en-US" sz="1800" b="1" i="1" dirty="0"/>
              <a:t>Access Port</a:t>
            </a:r>
            <a:r>
              <a:rPr lang="en-US" sz="1800" i="1" dirty="0"/>
              <a:t> component.</a:t>
            </a:r>
            <a:endParaRPr lang="en-US" sz="1800" dirty="0"/>
          </a:p>
          <a:p>
            <a:endParaRPr lang="en-US" sz="19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C26B3-FE9F-07D5-35E5-32DF7DA8E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2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337208-DBAF-1131-6B19-D4045EEE5930}"/>
              </a:ext>
            </a:extLst>
          </p:cNvPr>
          <p:cNvSpPr/>
          <p:nvPr/>
        </p:nvSpPr>
        <p:spPr>
          <a:xfrm>
            <a:off x="1124712" y="2560320"/>
            <a:ext cx="3310128" cy="2148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Arrownet</a:t>
            </a:r>
            <a:r>
              <a:rPr lang="en-US" dirty="0"/>
              <a:t> Global (Orderable Feature)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Connection </a:t>
            </a:r>
            <a:r>
              <a:rPr lang="en-US" dirty="0" err="1"/>
              <a:t>Type:enum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Circuit </a:t>
            </a:r>
            <a:r>
              <a:rPr lang="en-US" dirty="0" err="1"/>
              <a:t>Type:enum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/>
              <a:t>Line:enum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/>
              <a:t>Arrownet</a:t>
            </a:r>
            <a:r>
              <a:rPr lang="en-US" dirty="0"/>
              <a:t> Global Bandwidth</a:t>
            </a:r>
          </a:p>
        </p:txBody>
      </p:sp>
    </p:spTree>
    <p:extLst>
      <p:ext uri="{BB962C8B-B14F-4D97-AF65-F5344CB8AC3E}">
        <p14:creationId xmlns:p14="http://schemas.microsoft.com/office/powerpoint/2010/main" val="2430016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25AA-4814-F512-D163-EFF0D14D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5884B-F3D0-C52E-A656-22E7939A9A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157E6-01AE-5ADB-FF4A-D48D225DF5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D3E19-6D22-810C-CE5F-BEEADF74D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lnSpc>
                <a:spcPts val="970"/>
              </a:lnSpc>
            </a:pPr>
            <a:fld id="{24A935F8-6F02-46CF-898B-F9D6B7DB9D8E}" type="slidenum">
              <a:rPr lang="en-GB" smtClean="0"/>
              <a:pPr algn="r">
                <a:lnSpc>
                  <a:spcPts val="970"/>
                </a:lnSpc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1030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lt 2024">
  <a:themeElements>
    <a:clrScheme name="Colt 2024">
      <a:dk1>
        <a:srgbClr val="000000"/>
      </a:dk1>
      <a:lt1>
        <a:srgbClr val="FFFFFF"/>
      </a:lt1>
      <a:dk2>
        <a:srgbClr val="484A47"/>
      </a:dk2>
      <a:lt2>
        <a:srgbClr val="F5F5F5"/>
      </a:lt2>
      <a:accent1>
        <a:srgbClr val="00D7BD"/>
      </a:accent1>
      <a:accent2>
        <a:srgbClr val="00A59B"/>
      </a:accent2>
      <a:accent3>
        <a:srgbClr val="0099FF"/>
      </a:accent3>
      <a:accent4>
        <a:srgbClr val="500091"/>
      </a:accent4>
      <a:accent5>
        <a:srgbClr val="FFC43D"/>
      </a:accent5>
      <a:accent6>
        <a:srgbClr val="EF476F"/>
      </a:accent6>
      <a:hlink>
        <a:srgbClr val="500091"/>
      </a:hlink>
      <a:folHlink>
        <a:srgbClr val="EF466E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lt Template_Basic Set 24.potx  -  Read-Only" id="{170AD5CC-445F-43ED-A751-509549903BA6}" vid="{55FF65BE-E1F5-43B9-B1E1-9BAF62CE61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d768a5-675f-44b9-bcd1-fe5010ea3e02">
      <Terms xmlns="http://schemas.microsoft.com/office/infopath/2007/PartnerControls"/>
    </lcf76f155ced4ddcb4097134ff3c332f>
    <TaxCatchAll xmlns="86bffae9-93c7-4009-a037-6290870eb66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676037947F464B975E43D63A873A25" ma:contentTypeVersion="11" ma:contentTypeDescription="Create a new document." ma:contentTypeScope="" ma:versionID="65047e51c700f588bd8d15be77d4347e">
  <xsd:schema xmlns:xsd="http://www.w3.org/2001/XMLSchema" xmlns:xs="http://www.w3.org/2001/XMLSchema" xmlns:p="http://schemas.microsoft.com/office/2006/metadata/properties" xmlns:ns2="69d768a5-675f-44b9-bcd1-fe5010ea3e02" xmlns:ns3="86bffae9-93c7-4009-a037-6290870eb665" targetNamespace="http://schemas.microsoft.com/office/2006/metadata/properties" ma:root="true" ma:fieldsID="7d18fab8d7c3f274f22bcffa07c51e3b" ns2:_="" ns3:_="">
    <xsd:import namespace="69d768a5-675f-44b9-bcd1-fe5010ea3e02"/>
    <xsd:import namespace="86bffae9-93c7-4009-a037-6290870eb6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d768a5-675f-44b9-bcd1-fe5010ea3e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268396b-371b-4a59-b694-f90548ebff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bffae9-93c7-4009-a037-6290870eb66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7e2f71-4717-44c8-a179-f3553fa218c8}" ma:internalName="TaxCatchAll" ma:showField="CatchAllData" ma:web="3839726c-591c-4035-a7eb-418f704fe5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11BA9E-0534-4354-AAA4-E8448D2FC9BA}">
  <ds:schemaRefs>
    <ds:schemaRef ds:uri="http://schemas.microsoft.com/sharepoint/v3/fields"/>
    <ds:schemaRef ds:uri="http://purl.org/dc/elements/1.1/"/>
    <ds:schemaRef ds:uri="144bc972-e6ba-45ec-812c-5acbb939490e"/>
    <ds:schemaRef ds:uri="85bdb67a-68dc-4b72-be68-a086d460c31f"/>
    <ds:schemaRef ds:uri="e71416bb-b3d4-492f-989d-80155cb88874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dcmitype/"/>
    <ds:schemaRef ds:uri="69d768a5-675f-44b9-bcd1-fe5010ea3e02"/>
    <ds:schemaRef ds:uri="86bffae9-93c7-4009-a037-6290870eb665"/>
  </ds:schemaRefs>
</ds:datastoreItem>
</file>

<file path=customXml/itemProps2.xml><?xml version="1.0" encoding="utf-8"?>
<ds:datastoreItem xmlns:ds="http://schemas.openxmlformats.org/officeDocument/2006/customXml" ds:itemID="{5B342242-F440-4CC4-9943-EAA7498356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FD70A5-BC7D-444F-905E-53C63DAC3C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d768a5-675f-44b9-bcd1-fe5010ea3e02"/>
    <ds:schemaRef ds:uri="86bffae9-93c7-4009-a037-6290870eb6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138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Colt 2024</vt:lpstr>
      <vt:lpstr>Project Orion- ArrowNet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wesleyelder</dc:creator>
  <cp:keywords/>
  <dc:description/>
  <cp:lastModifiedBy>M, Shankaranand (C)</cp:lastModifiedBy>
  <cp:revision>125</cp:revision>
  <dcterms:created xsi:type="dcterms:W3CDTF">2025-07-08T06:42:02Z</dcterms:created>
  <dcterms:modified xsi:type="dcterms:W3CDTF">2026-08-11T02:17:15Z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0x01010046676037947F464B975E43D63A873A25</vt:lpwstr>
  </property>
  <property fmtid="{D5CDD505-2E9C-101B-9397-08002B2CF9AE}" pid="3" name="MediaServiceImageTags">
    <vt:lpwstr/>
  </property>
  <property fmtid="{D5CDD505-2E9C-101B-9397-08002B2CF9AE}" pid="4" name="_dlc_DocIdItemGuid">
    <vt:lpwstr>43011441-4b5e-47bd-ab4d-b8dd6822ea38</vt:lpwstr>
  </property>
</Properties>
</file>