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handoutMasterIdLst>
    <p:handoutMasterId r:id="rId43"/>
  </p:handoutMasterIdLst>
  <p:sldIdLst>
    <p:sldId id="2147483564" r:id="rId5"/>
    <p:sldId id="2147483573" r:id="rId6"/>
    <p:sldId id="2147483575" r:id="rId7"/>
    <p:sldId id="2147483588" r:id="rId8"/>
    <p:sldId id="2147483590" r:id="rId9"/>
    <p:sldId id="2147483591" r:id="rId10"/>
    <p:sldId id="2147483593" r:id="rId11"/>
    <p:sldId id="2147483592" r:id="rId12"/>
    <p:sldId id="2147483594" r:id="rId13"/>
    <p:sldId id="2147483599" r:id="rId14"/>
    <p:sldId id="2147483601" r:id="rId15"/>
    <p:sldId id="2147483600" r:id="rId16"/>
    <p:sldId id="2147483602" r:id="rId17"/>
    <p:sldId id="2147483603" r:id="rId18"/>
    <p:sldId id="2147483604" r:id="rId19"/>
    <p:sldId id="2147483598" r:id="rId20"/>
    <p:sldId id="2147483618" r:id="rId21"/>
    <p:sldId id="2147483608" r:id="rId22"/>
    <p:sldId id="2147483607" r:id="rId23"/>
    <p:sldId id="2147483606" r:id="rId24"/>
    <p:sldId id="2147483610" r:id="rId25"/>
    <p:sldId id="2147483611" r:id="rId26"/>
    <p:sldId id="2147483612" r:id="rId27"/>
    <p:sldId id="2147483613" r:id="rId28"/>
    <p:sldId id="2147483614" r:id="rId29"/>
    <p:sldId id="2147483615" r:id="rId30"/>
    <p:sldId id="2147483616" r:id="rId31"/>
    <p:sldId id="2147483617" r:id="rId32"/>
    <p:sldId id="2147483595" r:id="rId33"/>
    <p:sldId id="2147483596" r:id="rId34"/>
    <p:sldId id="2147483597" r:id="rId35"/>
    <p:sldId id="2147483609" r:id="rId36"/>
    <p:sldId id="2147483584" r:id="rId37"/>
    <p:sldId id="2147483578" r:id="rId38"/>
    <p:sldId id="2147483579" r:id="rId39"/>
    <p:sldId id="2147483583" r:id="rId40"/>
    <p:sldId id="26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45557F1-477F-914F-A314-3C3219312CE4}">
          <p14:sldIdLst/>
        </p14:section>
        <p14:section name="Content" id="{06B7BBCF-4997-C942-93D6-2C398070BB9F}">
          <p14:sldIdLst>
            <p14:sldId id="2147483564"/>
            <p14:sldId id="2147483573"/>
            <p14:sldId id="2147483575"/>
            <p14:sldId id="2147483588"/>
            <p14:sldId id="2147483590"/>
            <p14:sldId id="2147483591"/>
            <p14:sldId id="2147483593"/>
            <p14:sldId id="2147483592"/>
            <p14:sldId id="2147483594"/>
            <p14:sldId id="2147483599"/>
            <p14:sldId id="2147483601"/>
            <p14:sldId id="2147483600"/>
            <p14:sldId id="2147483602"/>
            <p14:sldId id="2147483603"/>
            <p14:sldId id="2147483604"/>
            <p14:sldId id="2147483598"/>
            <p14:sldId id="2147483618"/>
            <p14:sldId id="2147483608"/>
            <p14:sldId id="2147483607"/>
            <p14:sldId id="2147483606"/>
            <p14:sldId id="2147483610"/>
            <p14:sldId id="2147483611"/>
            <p14:sldId id="2147483612"/>
            <p14:sldId id="2147483613"/>
            <p14:sldId id="2147483614"/>
            <p14:sldId id="2147483615"/>
            <p14:sldId id="2147483616"/>
            <p14:sldId id="2147483617"/>
            <p14:sldId id="2147483595"/>
            <p14:sldId id="2147483596"/>
            <p14:sldId id="2147483597"/>
            <p14:sldId id="2147483609"/>
            <p14:sldId id="2147483584"/>
          </p14:sldIdLst>
        </p14:section>
        <p14:section name="Statement Text" id="{9BF9BD4B-51FB-4747-95DD-18509DBB08EE}">
          <p14:sldIdLst>
            <p14:sldId id="2147483578"/>
            <p14:sldId id="2147483579"/>
            <p14:sldId id="2147483583"/>
          </p14:sldIdLst>
        </p14:section>
        <p14:section name="CALL OUT + IMAGE" id="{108FC569-4B27-5042-BCE9-56CFEE0FCCA3}">
          <p14:sldIdLst>
            <p14:sldId id="263"/>
          </p14:sldIdLst>
        </p14:section>
        <p14:section name="OTHER OPTIONS" id="{457FCB7E-8C03-4282-A05D-65430CC11F36}">
          <p14:sldIdLst/>
        </p14:section>
      </p14:sectionLst>
    </p:ext>
    <p:ext uri="{EFAFB233-063F-42B5-8137-9DF3F51BA10A}">
      <p15:sldGuideLst xmlns:p15="http://schemas.microsoft.com/office/powerpoint/2012/main">
        <p15:guide id="1" orient="horz" pos="3067"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6FF66"/>
    <a:srgbClr val="FFFFFF"/>
    <a:srgbClr val="C1B8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164B71-2D02-E611-90D0-E2D85668EF96}" v="42" dt="2026-07-16T19:45:53.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067"/>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karla, Victor" userId="8556dead-650d-4b0f-81b6-d6c1b75eb26c" providerId="ADAL" clId="{10EA6428-FCCB-4676-A4D0-098C16AD2118}"/>
    <pc:docChg chg="undo custSel addSld delSld modSld sldOrd modSection">
      <pc:chgData name="Kakarla, Victor" userId="8556dead-650d-4b0f-81b6-d6c1b75eb26c" providerId="ADAL" clId="{10EA6428-FCCB-4676-A4D0-098C16AD2118}" dt="2026-07-07T17:09:08.406" v="3601" actId="1076"/>
      <pc:docMkLst>
        <pc:docMk/>
      </pc:docMkLst>
      <pc:sldChg chg="modSp mod">
        <pc:chgData name="Kakarla, Victor" userId="8556dead-650d-4b0f-81b6-d6c1b75eb26c" providerId="ADAL" clId="{10EA6428-FCCB-4676-A4D0-098C16AD2118}" dt="2026-07-07T17:08:00.971" v="3600" actId="20577"/>
        <pc:sldMkLst>
          <pc:docMk/>
          <pc:sldMk cId="4292776282" sldId="2147483564"/>
        </pc:sldMkLst>
        <pc:spChg chg="mod">
          <ac:chgData name="Kakarla, Victor" userId="8556dead-650d-4b0f-81b6-d6c1b75eb26c" providerId="ADAL" clId="{10EA6428-FCCB-4676-A4D0-098C16AD2118}" dt="2026-07-07T17:08:00.971" v="3600" actId="20577"/>
          <ac:spMkLst>
            <pc:docMk/>
            <pc:sldMk cId="4292776282" sldId="2147483564"/>
            <ac:spMk id="3" creationId="{4C7E8171-8D28-C663-F347-76C11F33DD37}"/>
          </ac:spMkLst>
        </pc:spChg>
      </pc:sldChg>
      <pc:sldChg chg="modSp mod">
        <pc:chgData name="Kakarla, Victor" userId="8556dead-650d-4b0f-81b6-d6c1b75eb26c" providerId="ADAL" clId="{10EA6428-FCCB-4676-A4D0-098C16AD2118}" dt="2026-07-07T16:00:14.413" v="3087" actId="20577"/>
        <pc:sldMkLst>
          <pc:docMk/>
          <pc:sldMk cId="1095678078" sldId="2147483573"/>
        </pc:sldMkLst>
        <pc:spChg chg="mod">
          <ac:chgData name="Kakarla, Victor" userId="8556dead-650d-4b0f-81b6-d6c1b75eb26c" providerId="ADAL" clId="{10EA6428-FCCB-4676-A4D0-098C16AD2118}" dt="2026-07-07T16:00:14.413" v="3087" actId="20577"/>
          <ac:spMkLst>
            <pc:docMk/>
            <pc:sldMk cId="1095678078" sldId="2147483573"/>
            <ac:spMk id="2" creationId="{ACAAA895-C779-0401-D9E1-6C5C6E987F7E}"/>
          </ac:spMkLst>
        </pc:spChg>
      </pc:sldChg>
      <pc:sldChg chg="ord">
        <pc:chgData name="Kakarla, Victor" userId="8556dead-650d-4b0f-81b6-d6c1b75eb26c" providerId="ADAL" clId="{10EA6428-FCCB-4676-A4D0-098C16AD2118}" dt="2026-06-16T18:23:02.834" v="2987"/>
        <pc:sldMkLst>
          <pc:docMk/>
          <pc:sldMk cId="660283621" sldId="2147483595"/>
        </pc:sldMkLst>
      </pc:sldChg>
      <pc:sldChg chg="ord">
        <pc:chgData name="Kakarla, Victor" userId="8556dead-650d-4b0f-81b6-d6c1b75eb26c" providerId="ADAL" clId="{10EA6428-FCCB-4676-A4D0-098C16AD2118}" dt="2026-06-16T18:23:02.834" v="2987"/>
        <pc:sldMkLst>
          <pc:docMk/>
          <pc:sldMk cId="4084630237" sldId="2147483596"/>
        </pc:sldMkLst>
      </pc:sldChg>
      <pc:sldChg chg="ord">
        <pc:chgData name="Kakarla, Victor" userId="8556dead-650d-4b0f-81b6-d6c1b75eb26c" providerId="ADAL" clId="{10EA6428-FCCB-4676-A4D0-098C16AD2118}" dt="2026-06-16T18:23:02.834" v="2987"/>
        <pc:sldMkLst>
          <pc:docMk/>
          <pc:sldMk cId="1251828576" sldId="2147483597"/>
        </pc:sldMkLst>
      </pc:sldChg>
      <pc:sldChg chg="addSp modSp new mod">
        <pc:chgData name="Kakarla, Victor" userId="8556dead-650d-4b0f-81b6-d6c1b75eb26c" providerId="ADAL" clId="{10EA6428-FCCB-4676-A4D0-098C16AD2118}" dt="2026-06-16T18:14:30.519" v="2985" actId="20577"/>
        <pc:sldMkLst>
          <pc:docMk/>
          <pc:sldMk cId="3991864730" sldId="2147483604"/>
        </pc:sldMkLst>
        <pc:spChg chg="add mod">
          <ac:chgData name="Kakarla, Victor" userId="8556dead-650d-4b0f-81b6-d6c1b75eb26c" providerId="ADAL" clId="{10EA6428-FCCB-4676-A4D0-098C16AD2118}" dt="2026-06-16T18:14:30.519" v="2985" actId="20577"/>
          <ac:spMkLst>
            <pc:docMk/>
            <pc:sldMk cId="3991864730" sldId="2147483604"/>
            <ac:spMk id="5" creationId="{48AFDB88-1B52-407D-34EE-6219AED93AE9}"/>
          </ac:spMkLst>
        </pc:spChg>
      </pc:sldChg>
      <pc:sldChg chg="addSp delSp modSp new mod ord">
        <pc:chgData name="Kakarla, Victor" userId="8556dead-650d-4b0f-81b6-d6c1b75eb26c" providerId="ADAL" clId="{10EA6428-FCCB-4676-A4D0-098C16AD2118}" dt="2026-06-16T17:20:18.213" v="2647" actId="20577"/>
        <pc:sldMkLst>
          <pc:docMk/>
          <pc:sldMk cId="3841661731" sldId="2147483606"/>
        </pc:sldMkLst>
        <pc:spChg chg="add mod">
          <ac:chgData name="Kakarla, Victor" userId="8556dead-650d-4b0f-81b6-d6c1b75eb26c" providerId="ADAL" clId="{10EA6428-FCCB-4676-A4D0-098C16AD2118}" dt="2026-06-16T17:13:50.249" v="2392" actId="255"/>
          <ac:spMkLst>
            <pc:docMk/>
            <pc:sldMk cId="3841661731" sldId="2147483606"/>
            <ac:spMk id="3" creationId="{C53C8A4B-4D27-A113-DC60-DB37006CA942}"/>
          </ac:spMkLst>
        </pc:spChg>
        <pc:spChg chg="add mod">
          <ac:chgData name="Kakarla, Victor" userId="8556dead-650d-4b0f-81b6-d6c1b75eb26c" providerId="ADAL" clId="{10EA6428-FCCB-4676-A4D0-098C16AD2118}" dt="2026-06-16T17:13:50.249" v="2392" actId="255"/>
          <ac:spMkLst>
            <pc:docMk/>
            <pc:sldMk cId="3841661731" sldId="2147483606"/>
            <ac:spMk id="5" creationId="{5B808AE2-81F5-FC51-0611-05F992645872}"/>
          </ac:spMkLst>
        </pc:spChg>
        <pc:spChg chg="add mod">
          <ac:chgData name="Kakarla, Victor" userId="8556dead-650d-4b0f-81b6-d6c1b75eb26c" providerId="ADAL" clId="{10EA6428-FCCB-4676-A4D0-098C16AD2118}" dt="2026-06-16T17:13:50.249" v="2392" actId="255"/>
          <ac:spMkLst>
            <pc:docMk/>
            <pc:sldMk cId="3841661731" sldId="2147483606"/>
            <ac:spMk id="8" creationId="{DBCE7269-3779-75E0-8B4E-4F5AF50160D5}"/>
          </ac:spMkLst>
        </pc:spChg>
        <pc:spChg chg="add mod">
          <ac:chgData name="Kakarla, Victor" userId="8556dead-650d-4b0f-81b6-d6c1b75eb26c" providerId="ADAL" clId="{10EA6428-FCCB-4676-A4D0-098C16AD2118}" dt="2026-06-16T17:13:50.249" v="2392" actId="255"/>
          <ac:spMkLst>
            <pc:docMk/>
            <pc:sldMk cId="3841661731" sldId="2147483606"/>
            <ac:spMk id="14" creationId="{B07FC1C4-F3DF-FEE1-6A98-C96A811D9E7D}"/>
          </ac:spMkLst>
        </pc:spChg>
        <pc:spChg chg="add mod">
          <ac:chgData name="Kakarla, Victor" userId="8556dead-650d-4b0f-81b6-d6c1b75eb26c" providerId="ADAL" clId="{10EA6428-FCCB-4676-A4D0-098C16AD2118}" dt="2026-06-16T17:13:50.249" v="2392" actId="255"/>
          <ac:spMkLst>
            <pc:docMk/>
            <pc:sldMk cId="3841661731" sldId="2147483606"/>
            <ac:spMk id="26" creationId="{F289BE0E-B469-082B-A679-0DA5210864BD}"/>
          </ac:spMkLst>
        </pc:spChg>
        <pc:spChg chg="add mod">
          <ac:chgData name="Kakarla, Victor" userId="8556dead-650d-4b0f-81b6-d6c1b75eb26c" providerId="ADAL" clId="{10EA6428-FCCB-4676-A4D0-098C16AD2118}" dt="2026-06-16T17:02:43.658" v="2141" actId="164"/>
          <ac:spMkLst>
            <pc:docMk/>
            <pc:sldMk cId="3841661731" sldId="2147483606"/>
            <ac:spMk id="62" creationId="{9B978814-4E0A-D94C-E4AA-31C03C4F4490}"/>
          </ac:spMkLst>
        </pc:spChg>
        <pc:spChg chg="add mod topLvl">
          <ac:chgData name="Kakarla, Victor" userId="8556dead-650d-4b0f-81b6-d6c1b75eb26c" providerId="ADAL" clId="{10EA6428-FCCB-4676-A4D0-098C16AD2118}" dt="2026-06-16T17:13:35.966" v="2390" actId="164"/>
          <ac:spMkLst>
            <pc:docMk/>
            <pc:sldMk cId="3841661731" sldId="2147483606"/>
            <ac:spMk id="65" creationId="{77FA9C1A-A6DC-8FB7-F067-B636F6CFBBA4}"/>
          </ac:spMkLst>
        </pc:spChg>
        <pc:spChg chg="add mod topLvl">
          <ac:chgData name="Kakarla, Victor" userId="8556dead-650d-4b0f-81b6-d6c1b75eb26c" providerId="ADAL" clId="{10EA6428-FCCB-4676-A4D0-098C16AD2118}" dt="2026-06-16T17:13:35.966" v="2390" actId="164"/>
          <ac:spMkLst>
            <pc:docMk/>
            <pc:sldMk cId="3841661731" sldId="2147483606"/>
            <ac:spMk id="66" creationId="{88CAB926-401A-1DA4-0E8C-FB32F0A0BF18}"/>
          </ac:spMkLst>
        </pc:spChg>
        <pc:spChg chg="add mod topLvl">
          <ac:chgData name="Kakarla, Victor" userId="8556dead-650d-4b0f-81b6-d6c1b75eb26c" providerId="ADAL" clId="{10EA6428-FCCB-4676-A4D0-098C16AD2118}" dt="2026-06-16T17:13:35.966" v="2390" actId="164"/>
          <ac:spMkLst>
            <pc:docMk/>
            <pc:sldMk cId="3841661731" sldId="2147483606"/>
            <ac:spMk id="67" creationId="{F1C60E54-C000-C0E3-B6A3-7E8D86DC52DA}"/>
          </ac:spMkLst>
        </pc:spChg>
        <pc:spChg chg="add mod topLvl">
          <ac:chgData name="Kakarla, Victor" userId="8556dead-650d-4b0f-81b6-d6c1b75eb26c" providerId="ADAL" clId="{10EA6428-FCCB-4676-A4D0-098C16AD2118}" dt="2026-06-16T17:13:35.966" v="2390" actId="164"/>
          <ac:spMkLst>
            <pc:docMk/>
            <pc:sldMk cId="3841661731" sldId="2147483606"/>
            <ac:spMk id="68" creationId="{D511B837-2305-268C-C43B-C645E978C44B}"/>
          </ac:spMkLst>
        </pc:spChg>
        <pc:spChg chg="add mod topLvl">
          <ac:chgData name="Kakarla, Victor" userId="8556dead-650d-4b0f-81b6-d6c1b75eb26c" providerId="ADAL" clId="{10EA6428-FCCB-4676-A4D0-098C16AD2118}" dt="2026-06-16T17:02:43.658" v="2141" actId="164"/>
          <ac:spMkLst>
            <pc:docMk/>
            <pc:sldMk cId="3841661731" sldId="2147483606"/>
            <ac:spMk id="75" creationId="{119F196A-0886-3EB0-9C6E-AD2B3D7F97F1}"/>
          </ac:spMkLst>
        </pc:spChg>
        <pc:spChg chg="add mod">
          <ac:chgData name="Kakarla, Victor" userId="8556dead-650d-4b0f-81b6-d6c1b75eb26c" providerId="ADAL" clId="{10EA6428-FCCB-4676-A4D0-098C16AD2118}" dt="2026-06-16T17:13:35.966" v="2390" actId="164"/>
          <ac:spMkLst>
            <pc:docMk/>
            <pc:sldMk cId="3841661731" sldId="2147483606"/>
            <ac:spMk id="76" creationId="{11FC70DD-A30F-76CA-5E22-ADDAF2C5DB58}"/>
          </ac:spMkLst>
        </pc:spChg>
        <pc:spChg chg="add mod topLvl">
          <ac:chgData name="Kakarla, Victor" userId="8556dead-650d-4b0f-81b6-d6c1b75eb26c" providerId="ADAL" clId="{10EA6428-FCCB-4676-A4D0-098C16AD2118}" dt="2026-06-16T17:13:35.966" v="2390" actId="164"/>
          <ac:spMkLst>
            <pc:docMk/>
            <pc:sldMk cId="3841661731" sldId="2147483606"/>
            <ac:spMk id="77" creationId="{10BA8417-F604-DF48-5E2F-22230F868EF8}"/>
          </ac:spMkLst>
        </pc:spChg>
        <pc:spChg chg="add mod topLvl">
          <ac:chgData name="Kakarla, Victor" userId="8556dead-650d-4b0f-81b6-d6c1b75eb26c" providerId="ADAL" clId="{10EA6428-FCCB-4676-A4D0-098C16AD2118}" dt="2026-06-16T17:02:43.658" v="2141" actId="164"/>
          <ac:spMkLst>
            <pc:docMk/>
            <pc:sldMk cId="3841661731" sldId="2147483606"/>
            <ac:spMk id="82" creationId="{3265E400-D2AA-8D2C-E023-E062640C880F}"/>
          </ac:spMkLst>
        </pc:spChg>
        <pc:spChg chg="add mod">
          <ac:chgData name="Kakarla, Victor" userId="8556dead-650d-4b0f-81b6-d6c1b75eb26c" providerId="ADAL" clId="{10EA6428-FCCB-4676-A4D0-098C16AD2118}" dt="2026-06-16T17:13:35.966" v="2390" actId="164"/>
          <ac:spMkLst>
            <pc:docMk/>
            <pc:sldMk cId="3841661731" sldId="2147483606"/>
            <ac:spMk id="83" creationId="{E171FC2B-3FE2-CE51-2A49-87B248464D68}"/>
          </ac:spMkLst>
        </pc:spChg>
        <pc:spChg chg="add mod topLvl">
          <ac:chgData name="Kakarla, Victor" userId="8556dead-650d-4b0f-81b6-d6c1b75eb26c" providerId="ADAL" clId="{10EA6428-FCCB-4676-A4D0-098C16AD2118}" dt="2026-06-16T17:13:35.966" v="2390" actId="164"/>
          <ac:spMkLst>
            <pc:docMk/>
            <pc:sldMk cId="3841661731" sldId="2147483606"/>
            <ac:spMk id="84" creationId="{D7F675B1-A04C-A544-9672-4B827D92AF4D}"/>
          </ac:spMkLst>
        </pc:spChg>
        <pc:spChg chg="add mod topLvl">
          <ac:chgData name="Kakarla, Victor" userId="8556dead-650d-4b0f-81b6-d6c1b75eb26c" providerId="ADAL" clId="{10EA6428-FCCB-4676-A4D0-098C16AD2118}" dt="2026-06-16T17:02:43.658" v="2141" actId="164"/>
          <ac:spMkLst>
            <pc:docMk/>
            <pc:sldMk cId="3841661731" sldId="2147483606"/>
            <ac:spMk id="85" creationId="{D3D56F97-985E-2B82-651E-9FA21200AAEB}"/>
          </ac:spMkLst>
        </pc:spChg>
        <pc:spChg chg="add mod topLvl">
          <ac:chgData name="Kakarla, Victor" userId="8556dead-650d-4b0f-81b6-d6c1b75eb26c" providerId="ADAL" clId="{10EA6428-FCCB-4676-A4D0-098C16AD2118}" dt="2026-06-16T17:13:35.966" v="2390" actId="164"/>
          <ac:spMkLst>
            <pc:docMk/>
            <pc:sldMk cId="3841661731" sldId="2147483606"/>
            <ac:spMk id="86" creationId="{B0E27F46-BAB0-D8FB-4CA0-CD04A83A4384}"/>
          </ac:spMkLst>
        </pc:spChg>
        <pc:spChg chg="add mod">
          <ac:chgData name="Kakarla, Victor" userId="8556dead-650d-4b0f-81b6-d6c1b75eb26c" providerId="ADAL" clId="{10EA6428-FCCB-4676-A4D0-098C16AD2118}" dt="2026-06-16T16:56:27.578" v="2078" actId="207"/>
          <ac:spMkLst>
            <pc:docMk/>
            <pc:sldMk cId="3841661731" sldId="2147483606"/>
            <ac:spMk id="87" creationId="{40EC69FA-CFE8-88FA-649D-1D43BF0E6B32}"/>
          </ac:spMkLst>
        </pc:spChg>
        <pc:spChg chg="add mod">
          <ac:chgData name="Kakarla, Victor" userId="8556dead-650d-4b0f-81b6-d6c1b75eb26c" providerId="ADAL" clId="{10EA6428-FCCB-4676-A4D0-098C16AD2118}" dt="2026-06-16T17:13:50.249" v="2392" actId="255"/>
          <ac:spMkLst>
            <pc:docMk/>
            <pc:sldMk cId="3841661731" sldId="2147483606"/>
            <ac:spMk id="91" creationId="{35FBF0E6-9ED8-3F69-2BA4-4E5B0A91009A}"/>
          </ac:spMkLst>
        </pc:spChg>
        <pc:spChg chg="mod">
          <ac:chgData name="Kakarla, Victor" userId="8556dead-650d-4b0f-81b6-d6c1b75eb26c" providerId="ADAL" clId="{10EA6428-FCCB-4676-A4D0-098C16AD2118}" dt="2026-06-16T17:13:50.249" v="2392" actId="255"/>
          <ac:spMkLst>
            <pc:docMk/>
            <pc:sldMk cId="3841661731" sldId="2147483606"/>
            <ac:spMk id="117" creationId="{B11BF13A-AEAC-D59F-B4EA-0BC147D9E3DB}"/>
          </ac:spMkLst>
        </pc:spChg>
        <pc:spChg chg="add mod">
          <ac:chgData name="Kakarla, Victor" userId="8556dead-650d-4b0f-81b6-d6c1b75eb26c" providerId="ADAL" clId="{10EA6428-FCCB-4676-A4D0-098C16AD2118}" dt="2026-06-16T17:14:21.358" v="2398" actId="1076"/>
          <ac:spMkLst>
            <pc:docMk/>
            <pc:sldMk cId="3841661731" sldId="2147483606"/>
            <ac:spMk id="122" creationId="{8D67AA0E-1B7B-76E1-4962-B1EDA2894173}"/>
          </ac:spMkLst>
        </pc:spChg>
        <pc:spChg chg="add mod">
          <ac:chgData name="Kakarla, Victor" userId="8556dead-650d-4b0f-81b6-d6c1b75eb26c" providerId="ADAL" clId="{10EA6428-FCCB-4676-A4D0-098C16AD2118}" dt="2026-06-16T17:13:35.966" v="2390" actId="164"/>
          <ac:spMkLst>
            <pc:docMk/>
            <pc:sldMk cId="3841661731" sldId="2147483606"/>
            <ac:spMk id="123" creationId="{CCAAD02F-464A-226C-C648-D4B3D1641D5F}"/>
          </ac:spMkLst>
        </pc:spChg>
        <pc:spChg chg="add mod">
          <ac:chgData name="Kakarla, Victor" userId="8556dead-650d-4b0f-81b6-d6c1b75eb26c" providerId="ADAL" clId="{10EA6428-FCCB-4676-A4D0-098C16AD2118}" dt="2026-06-16T17:00:40.782" v="2132" actId="164"/>
          <ac:spMkLst>
            <pc:docMk/>
            <pc:sldMk cId="3841661731" sldId="2147483606"/>
            <ac:spMk id="124" creationId="{9488F988-273A-DD9B-02AB-226B8BB34360}"/>
          </ac:spMkLst>
        </pc:spChg>
        <pc:spChg chg="add mod">
          <ac:chgData name="Kakarla, Victor" userId="8556dead-650d-4b0f-81b6-d6c1b75eb26c" providerId="ADAL" clId="{10EA6428-FCCB-4676-A4D0-098C16AD2118}" dt="2026-06-16T17:00:40.782" v="2132" actId="164"/>
          <ac:spMkLst>
            <pc:docMk/>
            <pc:sldMk cId="3841661731" sldId="2147483606"/>
            <ac:spMk id="125" creationId="{30445289-188E-BEA2-FCF8-633B2AC43B0E}"/>
          </ac:spMkLst>
        </pc:spChg>
        <pc:spChg chg="add mod">
          <ac:chgData name="Kakarla, Victor" userId="8556dead-650d-4b0f-81b6-d6c1b75eb26c" providerId="ADAL" clId="{10EA6428-FCCB-4676-A4D0-098C16AD2118}" dt="2026-06-16T17:00:40.782" v="2132" actId="164"/>
          <ac:spMkLst>
            <pc:docMk/>
            <pc:sldMk cId="3841661731" sldId="2147483606"/>
            <ac:spMk id="126" creationId="{5EE33721-1EC8-B02D-22F5-E35FAE11DF68}"/>
          </ac:spMkLst>
        </pc:spChg>
        <pc:spChg chg="add mod">
          <ac:chgData name="Kakarla, Victor" userId="8556dead-650d-4b0f-81b6-d6c1b75eb26c" providerId="ADAL" clId="{10EA6428-FCCB-4676-A4D0-098C16AD2118}" dt="2026-06-16T17:00:40.782" v="2132" actId="164"/>
          <ac:spMkLst>
            <pc:docMk/>
            <pc:sldMk cId="3841661731" sldId="2147483606"/>
            <ac:spMk id="127" creationId="{54CDAD09-58FB-726E-7FE8-421087E98EEB}"/>
          </ac:spMkLst>
        </pc:spChg>
        <pc:spChg chg="add mod">
          <ac:chgData name="Kakarla, Victor" userId="8556dead-650d-4b0f-81b6-d6c1b75eb26c" providerId="ADAL" clId="{10EA6428-FCCB-4676-A4D0-098C16AD2118}" dt="2026-06-16T17:00:40.782" v="2132" actId="164"/>
          <ac:spMkLst>
            <pc:docMk/>
            <pc:sldMk cId="3841661731" sldId="2147483606"/>
            <ac:spMk id="128" creationId="{40AC4D68-60A1-90E4-34D1-5DF4BBBA7DB5}"/>
          </ac:spMkLst>
        </pc:spChg>
        <pc:spChg chg="add mod">
          <ac:chgData name="Kakarla, Victor" userId="8556dead-650d-4b0f-81b6-d6c1b75eb26c" providerId="ADAL" clId="{10EA6428-FCCB-4676-A4D0-098C16AD2118}" dt="2026-06-16T17:01:48.834" v="2137" actId="164"/>
          <ac:spMkLst>
            <pc:docMk/>
            <pc:sldMk cId="3841661731" sldId="2147483606"/>
            <ac:spMk id="129" creationId="{2017F9F5-D3F4-D7E4-0E44-6C1DB2E62DC9}"/>
          </ac:spMkLst>
        </pc:spChg>
        <pc:spChg chg="add mod">
          <ac:chgData name="Kakarla, Victor" userId="8556dead-650d-4b0f-81b6-d6c1b75eb26c" providerId="ADAL" clId="{10EA6428-FCCB-4676-A4D0-098C16AD2118}" dt="2026-06-16T17:01:48.834" v="2137" actId="164"/>
          <ac:spMkLst>
            <pc:docMk/>
            <pc:sldMk cId="3841661731" sldId="2147483606"/>
            <ac:spMk id="130" creationId="{5222D93B-D689-7BDC-9178-D628B3C35280}"/>
          </ac:spMkLst>
        </pc:spChg>
        <pc:spChg chg="add mod">
          <ac:chgData name="Kakarla, Victor" userId="8556dead-650d-4b0f-81b6-d6c1b75eb26c" providerId="ADAL" clId="{10EA6428-FCCB-4676-A4D0-098C16AD2118}" dt="2026-06-16T17:13:50.249" v="2392" actId="255"/>
          <ac:spMkLst>
            <pc:docMk/>
            <pc:sldMk cId="3841661731" sldId="2147483606"/>
            <ac:spMk id="131" creationId="{05378D02-7E14-615D-AC00-8B72AB1F6132}"/>
          </ac:spMkLst>
        </pc:spChg>
        <pc:spChg chg="add mod">
          <ac:chgData name="Kakarla, Victor" userId="8556dead-650d-4b0f-81b6-d6c1b75eb26c" providerId="ADAL" clId="{10EA6428-FCCB-4676-A4D0-098C16AD2118}" dt="2026-06-16T17:13:50.249" v="2392" actId="255"/>
          <ac:spMkLst>
            <pc:docMk/>
            <pc:sldMk cId="3841661731" sldId="2147483606"/>
            <ac:spMk id="132" creationId="{512B541F-17E6-1EC0-41FC-E936AF4D9216}"/>
          </ac:spMkLst>
        </pc:spChg>
        <pc:spChg chg="add mod">
          <ac:chgData name="Kakarla, Victor" userId="8556dead-650d-4b0f-81b6-d6c1b75eb26c" providerId="ADAL" clId="{10EA6428-FCCB-4676-A4D0-098C16AD2118}" dt="2026-06-16T17:13:50.249" v="2392" actId="255"/>
          <ac:spMkLst>
            <pc:docMk/>
            <pc:sldMk cId="3841661731" sldId="2147483606"/>
            <ac:spMk id="133" creationId="{2E0B0C4F-5E35-C96D-3126-45F9BF7C4ACF}"/>
          </ac:spMkLst>
        </pc:spChg>
        <pc:spChg chg="add mod">
          <ac:chgData name="Kakarla, Victor" userId="8556dead-650d-4b0f-81b6-d6c1b75eb26c" providerId="ADAL" clId="{10EA6428-FCCB-4676-A4D0-098C16AD2118}" dt="2026-06-16T17:02:43.658" v="2141" actId="164"/>
          <ac:spMkLst>
            <pc:docMk/>
            <pc:sldMk cId="3841661731" sldId="2147483606"/>
            <ac:spMk id="141" creationId="{43771746-EA4F-17CD-180B-CE9D7E25340C}"/>
          </ac:spMkLst>
        </pc:spChg>
        <pc:spChg chg="add mod">
          <ac:chgData name="Kakarla, Victor" userId="8556dead-650d-4b0f-81b6-d6c1b75eb26c" providerId="ADAL" clId="{10EA6428-FCCB-4676-A4D0-098C16AD2118}" dt="2026-06-16T17:20:18.213" v="2647" actId="20577"/>
          <ac:spMkLst>
            <pc:docMk/>
            <pc:sldMk cId="3841661731" sldId="2147483606"/>
            <ac:spMk id="143" creationId="{3B04AD5C-7C97-7D0B-222A-9C2D82AB8B71}"/>
          </ac:spMkLst>
        </pc:spChg>
        <pc:spChg chg="add mod">
          <ac:chgData name="Kakarla, Victor" userId="8556dead-650d-4b0f-81b6-d6c1b75eb26c" providerId="ADAL" clId="{10EA6428-FCCB-4676-A4D0-098C16AD2118}" dt="2026-06-16T17:15:19.832" v="2406" actId="1076"/>
          <ac:spMkLst>
            <pc:docMk/>
            <pc:sldMk cId="3841661731" sldId="2147483606"/>
            <ac:spMk id="150" creationId="{CF902986-5D48-17AE-7827-3845F3335531}"/>
          </ac:spMkLst>
        </pc:spChg>
        <pc:spChg chg="mod">
          <ac:chgData name="Kakarla, Victor" userId="8556dead-650d-4b0f-81b6-d6c1b75eb26c" providerId="ADAL" clId="{10EA6428-FCCB-4676-A4D0-098C16AD2118}" dt="2026-06-16T17:15:00.405" v="2402"/>
          <ac:spMkLst>
            <pc:docMk/>
            <pc:sldMk cId="3841661731" sldId="2147483606"/>
            <ac:spMk id="153" creationId="{5413731C-51E0-CDB1-7D4B-38B335FC8DC2}"/>
          </ac:spMkLst>
        </pc:spChg>
        <pc:spChg chg="mod">
          <ac:chgData name="Kakarla, Victor" userId="8556dead-650d-4b0f-81b6-d6c1b75eb26c" providerId="ADAL" clId="{10EA6428-FCCB-4676-A4D0-098C16AD2118}" dt="2026-06-16T17:15:00.405" v="2402"/>
          <ac:spMkLst>
            <pc:docMk/>
            <pc:sldMk cId="3841661731" sldId="2147483606"/>
            <ac:spMk id="154" creationId="{90839EFE-9D09-62AA-679B-EB40C916A32E}"/>
          </ac:spMkLst>
        </pc:spChg>
        <pc:spChg chg="mod">
          <ac:chgData name="Kakarla, Victor" userId="8556dead-650d-4b0f-81b6-d6c1b75eb26c" providerId="ADAL" clId="{10EA6428-FCCB-4676-A4D0-098C16AD2118}" dt="2026-06-16T17:15:00.405" v="2402"/>
          <ac:spMkLst>
            <pc:docMk/>
            <pc:sldMk cId="3841661731" sldId="2147483606"/>
            <ac:spMk id="157" creationId="{B3254664-ADCC-1572-C0FD-B5474B261D04}"/>
          </ac:spMkLst>
        </pc:spChg>
        <pc:spChg chg="mod">
          <ac:chgData name="Kakarla, Victor" userId="8556dead-650d-4b0f-81b6-d6c1b75eb26c" providerId="ADAL" clId="{10EA6428-FCCB-4676-A4D0-098C16AD2118}" dt="2026-06-16T17:15:00.405" v="2402"/>
          <ac:spMkLst>
            <pc:docMk/>
            <pc:sldMk cId="3841661731" sldId="2147483606"/>
            <ac:spMk id="166" creationId="{84AB048D-8718-5EEE-1CD5-49E6E1DAA11F}"/>
          </ac:spMkLst>
        </pc:spChg>
        <pc:spChg chg="mod">
          <ac:chgData name="Kakarla, Victor" userId="8556dead-650d-4b0f-81b6-d6c1b75eb26c" providerId="ADAL" clId="{10EA6428-FCCB-4676-A4D0-098C16AD2118}" dt="2026-06-16T17:15:00.405" v="2402"/>
          <ac:spMkLst>
            <pc:docMk/>
            <pc:sldMk cId="3841661731" sldId="2147483606"/>
            <ac:spMk id="172" creationId="{077D2009-1022-4988-A18C-D3AA0D72A4F3}"/>
          </ac:spMkLst>
        </pc:spChg>
        <pc:spChg chg="mod">
          <ac:chgData name="Kakarla, Victor" userId="8556dead-650d-4b0f-81b6-d6c1b75eb26c" providerId="ADAL" clId="{10EA6428-FCCB-4676-A4D0-098C16AD2118}" dt="2026-06-16T17:15:00.405" v="2402"/>
          <ac:spMkLst>
            <pc:docMk/>
            <pc:sldMk cId="3841661731" sldId="2147483606"/>
            <ac:spMk id="173" creationId="{D001D4E0-8B31-EA29-106A-C3C33E6BC755}"/>
          </ac:spMkLst>
        </pc:spChg>
        <pc:spChg chg="mod">
          <ac:chgData name="Kakarla, Victor" userId="8556dead-650d-4b0f-81b6-d6c1b75eb26c" providerId="ADAL" clId="{10EA6428-FCCB-4676-A4D0-098C16AD2118}" dt="2026-06-16T17:15:00.405" v="2402"/>
          <ac:spMkLst>
            <pc:docMk/>
            <pc:sldMk cId="3841661731" sldId="2147483606"/>
            <ac:spMk id="176" creationId="{9ECF286D-3C79-F359-76B0-9A12D3E6729C}"/>
          </ac:spMkLst>
        </pc:spChg>
        <pc:spChg chg="mod">
          <ac:chgData name="Kakarla, Victor" userId="8556dead-650d-4b0f-81b6-d6c1b75eb26c" providerId="ADAL" clId="{10EA6428-FCCB-4676-A4D0-098C16AD2118}" dt="2026-06-16T17:15:00.405" v="2402"/>
          <ac:spMkLst>
            <pc:docMk/>
            <pc:sldMk cId="3841661731" sldId="2147483606"/>
            <ac:spMk id="178" creationId="{CAB382A7-0D24-64E9-BCD8-0DCC08E58709}"/>
          </ac:spMkLst>
        </pc:spChg>
        <pc:spChg chg="mod">
          <ac:chgData name="Kakarla, Victor" userId="8556dead-650d-4b0f-81b6-d6c1b75eb26c" providerId="ADAL" clId="{10EA6428-FCCB-4676-A4D0-098C16AD2118}" dt="2026-06-16T17:15:00.405" v="2402"/>
          <ac:spMkLst>
            <pc:docMk/>
            <pc:sldMk cId="3841661731" sldId="2147483606"/>
            <ac:spMk id="184" creationId="{63C9E6D2-3A8C-9869-0232-C7B7049AFEFB}"/>
          </ac:spMkLst>
        </pc:spChg>
        <pc:spChg chg="add mod">
          <ac:chgData name="Kakarla, Victor" userId="8556dead-650d-4b0f-81b6-d6c1b75eb26c" providerId="ADAL" clId="{10EA6428-FCCB-4676-A4D0-098C16AD2118}" dt="2026-06-16T17:15:14.969" v="2405" actId="1076"/>
          <ac:spMkLst>
            <pc:docMk/>
            <pc:sldMk cId="3841661731" sldId="2147483606"/>
            <ac:spMk id="191" creationId="{1F3E5E29-7450-8E22-F9B5-DBC1EA774711}"/>
          </ac:spMkLst>
        </pc:spChg>
        <pc:spChg chg="add mod">
          <ac:chgData name="Kakarla, Victor" userId="8556dead-650d-4b0f-81b6-d6c1b75eb26c" providerId="ADAL" clId="{10EA6428-FCCB-4676-A4D0-098C16AD2118}" dt="2026-06-16T17:15:41.393" v="2408" actId="1076"/>
          <ac:spMkLst>
            <pc:docMk/>
            <pc:sldMk cId="3841661731" sldId="2147483606"/>
            <ac:spMk id="192" creationId="{127E2334-E819-1C68-F190-82816619F9D6}"/>
          </ac:spMkLst>
        </pc:spChg>
        <pc:spChg chg="add mod">
          <ac:chgData name="Kakarla, Victor" userId="8556dead-650d-4b0f-81b6-d6c1b75eb26c" providerId="ADAL" clId="{10EA6428-FCCB-4676-A4D0-098C16AD2118}" dt="2026-06-16T17:15:47.348" v="2409" actId="1076"/>
          <ac:spMkLst>
            <pc:docMk/>
            <pc:sldMk cId="3841661731" sldId="2147483606"/>
            <ac:spMk id="193" creationId="{8DFF56E9-AA0C-E9FB-888C-843698D78A93}"/>
          </ac:spMkLst>
        </pc:spChg>
        <pc:spChg chg="add mod">
          <ac:chgData name="Kakarla, Victor" userId="8556dead-650d-4b0f-81b6-d6c1b75eb26c" providerId="ADAL" clId="{10EA6428-FCCB-4676-A4D0-098C16AD2118}" dt="2026-06-16T17:19:54.382" v="2641" actId="20577"/>
          <ac:spMkLst>
            <pc:docMk/>
            <pc:sldMk cId="3841661731" sldId="2147483606"/>
            <ac:spMk id="194" creationId="{8E4B315F-1598-2960-9FED-0C88A44D6774}"/>
          </ac:spMkLst>
        </pc:spChg>
        <pc:grpChg chg="add mod">
          <ac:chgData name="Kakarla, Victor" userId="8556dead-650d-4b0f-81b6-d6c1b75eb26c" providerId="ADAL" clId="{10EA6428-FCCB-4676-A4D0-098C16AD2118}" dt="2026-06-16T17:00:40.782" v="2132" actId="164"/>
          <ac:grpSpMkLst>
            <pc:docMk/>
            <pc:sldMk cId="3841661731" sldId="2147483606"/>
            <ac:grpSpMk id="90" creationId="{35DF78D9-4285-A602-C1AE-B11728EF3B38}"/>
          </ac:grpSpMkLst>
        </pc:grpChg>
        <pc:grpChg chg="mod">
          <ac:chgData name="Kakarla, Victor" userId="8556dead-650d-4b0f-81b6-d6c1b75eb26c" providerId="ADAL" clId="{10EA6428-FCCB-4676-A4D0-098C16AD2118}" dt="2026-06-16T17:02:05.122" v="2138" actId="164"/>
          <ac:grpSpMkLst>
            <pc:docMk/>
            <pc:sldMk cId="3841661731" sldId="2147483606"/>
            <ac:grpSpMk id="92" creationId="{8021BA98-8770-99DA-DDBE-9A096A01FD54}"/>
          </ac:grpSpMkLst>
        </pc:grpChg>
        <pc:grpChg chg="add mod">
          <ac:chgData name="Kakarla, Victor" userId="8556dead-650d-4b0f-81b6-d6c1b75eb26c" providerId="ADAL" clId="{10EA6428-FCCB-4676-A4D0-098C16AD2118}" dt="2026-06-16T17:00:40.782" v="2132" actId="164"/>
          <ac:grpSpMkLst>
            <pc:docMk/>
            <pc:sldMk cId="3841661731" sldId="2147483606"/>
            <ac:grpSpMk id="144" creationId="{2C7A5191-8C4D-ECFE-4386-F2DBE390438D}"/>
          </ac:grpSpMkLst>
        </pc:grpChg>
        <pc:grpChg chg="add mod">
          <ac:chgData name="Kakarla, Victor" userId="8556dead-650d-4b0f-81b6-d6c1b75eb26c" providerId="ADAL" clId="{10EA6428-FCCB-4676-A4D0-098C16AD2118}" dt="2026-06-16T17:02:05.122" v="2138" actId="164"/>
          <ac:grpSpMkLst>
            <pc:docMk/>
            <pc:sldMk cId="3841661731" sldId="2147483606"/>
            <ac:grpSpMk id="145" creationId="{CC5B8210-FFB0-49AA-479D-BFF3B6D47029}"/>
          </ac:grpSpMkLst>
        </pc:grpChg>
        <pc:grpChg chg="add mod">
          <ac:chgData name="Kakarla, Victor" userId="8556dead-650d-4b0f-81b6-d6c1b75eb26c" providerId="ADAL" clId="{10EA6428-FCCB-4676-A4D0-098C16AD2118}" dt="2026-06-16T17:02:05.122" v="2138" actId="164"/>
          <ac:grpSpMkLst>
            <pc:docMk/>
            <pc:sldMk cId="3841661731" sldId="2147483606"/>
            <ac:grpSpMk id="146" creationId="{C9E65332-015F-7875-2730-2ED3C9880A28}"/>
          </ac:grpSpMkLst>
        </pc:grpChg>
        <pc:grpChg chg="add mod">
          <ac:chgData name="Kakarla, Victor" userId="8556dead-650d-4b0f-81b6-d6c1b75eb26c" providerId="ADAL" clId="{10EA6428-FCCB-4676-A4D0-098C16AD2118}" dt="2026-06-16T17:02:43.658" v="2141" actId="164"/>
          <ac:grpSpMkLst>
            <pc:docMk/>
            <pc:sldMk cId="3841661731" sldId="2147483606"/>
            <ac:grpSpMk id="147" creationId="{3D77512C-7828-80C2-E908-27AAAB5F2E7D}"/>
          </ac:grpSpMkLst>
        </pc:grpChg>
        <pc:grpChg chg="mod">
          <ac:chgData name="Kakarla, Victor" userId="8556dead-650d-4b0f-81b6-d6c1b75eb26c" providerId="ADAL" clId="{10EA6428-FCCB-4676-A4D0-098C16AD2118}" dt="2026-06-16T17:14:10.809" v="2395" actId="164"/>
          <ac:grpSpMkLst>
            <pc:docMk/>
            <pc:sldMk cId="3841661731" sldId="2147483606"/>
            <ac:grpSpMk id="148" creationId="{D8AB882B-FB7A-A762-AFC7-E27C266B5EE3}"/>
          </ac:grpSpMkLst>
        </pc:grpChg>
        <pc:grpChg chg="add mod">
          <ac:chgData name="Kakarla, Victor" userId="8556dead-650d-4b0f-81b6-d6c1b75eb26c" providerId="ADAL" clId="{10EA6428-FCCB-4676-A4D0-098C16AD2118}" dt="2026-06-16T17:14:41.067" v="2399" actId="14100"/>
          <ac:grpSpMkLst>
            <pc:docMk/>
            <pc:sldMk cId="3841661731" sldId="2147483606"/>
            <ac:grpSpMk id="149" creationId="{6CCE5AF0-D33B-5D34-FC4F-0094DE4370C7}"/>
          </ac:grpSpMkLst>
        </pc:grpChg>
        <pc:cxnChg chg="add mod">
          <ac:chgData name="Kakarla, Victor" userId="8556dead-650d-4b0f-81b6-d6c1b75eb26c" providerId="ADAL" clId="{10EA6428-FCCB-4676-A4D0-098C16AD2118}" dt="2026-06-16T17:02:43.658" v="2141" actId="164"/>
          <ac:cxnSpMkLst>
            <pc:docMk/>
            <pc:sldMk cId="3841661731" sldId="2147483606"/>
            <ac:cxnSpMk id="70" creationId="{B1E00B15-CCA1-0E91-988F-EE7673F347A3}"/>
          </ac:cxnSpMkLst>
        </pc:cxnChg>
        <pc:cxnChg chg="add mod">
          <ac:chgData name="Kakarla, Victor" userId="8556dead-650d-4b0f-81b6-d6c1b75eb26c" providerId="ADAL" clId="{10EA6428-FCCB-4676-A4D0-098C16AD2118}" dt="2026-06-16T16:57:32.842" v="2103" actId="14100"/>
          <ac:cxnSpMkLst>
            <pc:docMk/>
            <pc:sldMk cId="3841661731" sldId="2147483606"/>
            <ac:cxnSpMk id="135" creationId="{948B5D25-AC2B-A196-890F-1413955763D6}"/>
          </ac:cxnSpMkLst>
        </pc:cxnChg>
        <pc:cxnChg chg="add mod">
          <ac:chgData name="Kakarla, Victor" userId="8556dead-650d-4b0f-81b6-d6c1b75eb26c" providerId="ADAL" clId="{10EA6428-FCCB-4676-A4D0-098C16AD2118}" dt="2026-06-16T17:00:40.782" v="2132" actId="164"/>
          <ac:cxnSpMkLst>
            <pc:docMk/>
            <pc:sldMk cId="3841661731" sldId="2147483606"/>
            <ac:cxnSpMk id="138" creationId="{BEE01604-8B07-A6EB-95F4-04946BDCA4A3}"/>
          </ac:cxnSpMkLst>
        </pc:cxnChg>
        <pc:cxnChg chg="add mod">
          <ac:chgData name="Kakarla, Victor" userId="8556dead-650d-4b0f-81b6-d6c1b75eb26c" providerId="ADAL" clId="{10EA6428-FCCB-4676-A4D0-098C16AD2118}" dt="2026-06-16T17:00:40.782" v="2132" actId="164"/>
          <ac:cxnSpMkLst>
            <pc:docMk/>
            <pc:sldMk cId="3841661731" sldId="2147483606"/>
            <ac:cxnSpMk id="140" creationId="{734964A9-7BFB-F15D-C6FD-C7D73D6AFEC2}"/>
          </ac:cxnSpMkLst>
        </pc:cxnChg>
      </pc:sldChg>
      <pc:sldChg chg="addSp delSp modSp add mod">
        <pc:chgData name="Kakarla, Victor" userId="8556dead-650d-4b0f-81b6-d6c1b75eb26c" providerId="ADAL" clId="{10EA6428-FCCB-4676-A4D0-098C16AD2118}" dt="2026-06-16T17:20:13.861" v="2643" actId="20577"/>
        <pc:sldMkLst>
          <pc:docMk/>
          <pc:sldMk cId="2250643568" sldId="2147483607"/>
        </pc:sldMkLst>
        <pc:spChg chg="mod">
          <ac:chgData name="Kakarla, Victor" userId="8556dead-650d-4b0f-81b6-d6c1b75eb26c" providerId="ADAL" clId="{10EA6428-FCCB-4676-A4D0-098C16AD2118}" dt="2026-06-16T17:10:33.075" v="2285" actId="255"/>
          <ac:spMkLst>
            <pc:docMk/>
            <pc:sldMk cId="2250643568" sldId="2147483607"/>
            <ac:spMk id="24" creationId="{A395742A-D2EA-6541-1266-8B73DB67F9B4}"/>
          </ac:spMkLst>
        </pc:spChg>
        <pc:spChg chg="mod">
          <ac:chgData name="Kakarla, Victor" userId="8556dead-650d-4b0f-81b6-d6c1b75eb26c" providerId="ADAL" clId="{10EA6428-FCCB-4676-A4D0-098C16AD2118}" dt="2026-06-16T17:00:46.746" v="2133"/>
          <ac:spMkLst>
            <pc:docMk/>
            <pc:sldMk cId="2250643568" sldId="2147483607"/>
            <ac:spMk id="27" creationId="{9CC24192-CBA3-D709-5F73-5E19CE45833A}"/>
          </ac:spMkLst>
        </pc:spChg>
        <pc:spChg chg="mod">
          <ac:chgData name="Kakarla, Victor" userId="8556dead-650d-4b0f-81b6-d6c1b75eb26c" providerId="ADAL" clId="{10EA6428-FCCB-4676-A4D0-098C16AD2118}" dt="2026-06-16T17:00:46.746" v="2133"/>
          <ac:spMkLst>
            <pc:docMk/>
            <pc:sldMk cId="2250643568" sldId="2147483607"/>
            <ac:spMk id="29" creationId="{ADADF206-8308-27AF-D478-267808B50980}"/>
          </ac:spMkLst>
        </pc:spChg>
        <pc:spChg chg="mod">
          <ac:chgData name="Kakarla, Victor" userId="8556dead-650d-4b0f-81b6-d6c1b75eb26c" providerId="ADAL" clId="{10EA6428-FCCB-4676-A4D0-098C16AD2118}" dt="2026-06-16T17:00:46.746" v="2133"/>
          <ac:spMkLst>
            <pc:docMk/>
            <pc:sldMk cId="2250643568" sldId="2147483607"/>
            <ac:spMk id="31" creationId="{2E19E27C-AD31-6D67-F8F8-F1DC4AD22DE7}"/>
          </ac:spMkLst>
        </pc:spChg>
        <pc:spChg chg="mod">
          <ac:chgData name="Kakarla, Victor" userId="8556dead-650d-4b0f-81b6-d6c1b75eb26c" providerId="ADAL" clId="{10EA6428-FCCB-4676-A4D0-098C16AD2118}" dt="2026-06-16T17:10:33.075" v="2285" actId="255"/>
          <ac:spMkLst>
            <pc:docMk/>
            <pc:sldMk cId="2250643568" sldId="2147483607"/>
            <ac:spMk id="35" creationId="{891683A5-FC94-B8D6-9C24-CC05BC6ADE44}"/>
          </ac:spMkLst>
        </pc:spChg>
        <pc:spChg chg="mod">
          <ac:chgData name="Kakarla, Victor" userId="8556dead-650d-4b0f-81b6-d6c1b75eb26c" providerId="ADAL" clId="{10EA6428-FCCB-4676-A4D0-098C16AD2118}" dt="2026-06-16T17:00:46.746" v="2133"/>
          <ac:spMkLst>
            <pc:docMk/>
            <pc:sldMk cId="2250643568" sldId="2147483607"/>
            <ac:spMk id="40" creationId="{71275DE5-1D44-239F-3CF1-5748572FF1D6}"/>
          </ac:spMkLst>
        </pc:spChg>
        <pc:spChg chg="mod">
          <ac:chgData name="Kakarla, Victor" userId="8556dead-650d-4b0f-81b6-d6c1b75eb26c" providerId="ADAL" clId="{10EA6428-FCCB-4676-A4D0-098C16AD2118}" dt="2026-06-16T17:00:46.746" v="2133"/>
          <ac:spMkLst>
            <pc:docMk/>
            <pc:sldMk cId="2250643568" sldId="2147483607"/>
            <ac:spMk id="41" creationId="{D73191EE-79FA-3088-AFF0-3B7941C12D0D}"/>
          </ac:spMkLst>
        </pc:spChg>
        <pc:spChg chg="mod">
          <ac:chgData name="Kakarla, Victor" userId="8556dead-650d-4b0f-81b6-d6c1b75eb26c" providerId="ADAL" clId="{10EA6428-FCCB-4676-A4D0-098C16AD2118}" dt="2026-06-16T17:10:33.075" v="2285" actId="255"/>
          <ac:spMkLst>
            <pc:docMk/>
            <pc:sldMk cId="2250643568" sldId="2147483607"/>
            <ac:spMk id="42" creationId="{7680473D-F0EF-EBDF-E2FE-72082D3622FB}"/>
          </ac:spMkLst>
        </pc:spChg>
        <pc:spChg chg="mod">
          <ac:chgData name="Kakarla, Victor" userId="8556dead-650d-4b0f-81b6-d6c1b75eb26c" providerId="ADAL" clId="{10EA6428-FCCB-4676-A4D0-098C16AD2118}" dt="2026-06-16T17:00:46.746" v="2133"/>
          <ac:spMkLst>
            <pc:docMk/>
            <pc:sldMk cId="2250643568" sldId="2147483607"/>
            <ac:spMk id="52" creationId="{6BD6072B-FAB6-62F3-288A-B5FDFF7BCFF7}"/>
          </ac:spMkLst>
        </pc:spChg>
        <pc:spChg chg="mod">
          <ac:chgData name="Kakarla, Victor" userId="8556dead-650d-4b0f-81b6-d6c1b75eb26c" providerId="ADAL" clId="{10EA6428-FCCB-4676-A4D0-098C16AD2118}" dt="2026-06-16T17:00:46.746" v="2133"/>
          <ac:spMkLst>
            <pc:docMk/>
            <pc:sldMk cId="2250643568" sldId="2147483607"/>
            <ac:spMk id="54" creationId="{B8C2C895-11C6-143A-C5B5-50C1FE67ABAB}"/>
          </ac:spMkLst>
        </pc:spChg>
        <pc:spChg chg="mod">
          <ac:chgData name="Kakarla, Victor" userId="8556dead-650d-4b0f-81b6-d6c1b75eb26c" providerId="ADAL" clId="{10EA6428-FCCB-4676-A4D0-098C16AD2118}" dt="2026-06-16T17:00:46.746" v="2133"/>
          <ac:spMkLst>
            <pc:docMk/>
            <pc:sldMk cId="2250643568" sldId="2147483607"/>
            <ac:spMk id="63" creationId="{5408560D-9F44-1B7A-6173-71F0829749E5}"/>
          </ac:spMkLst>
        </pc:spChg>
        <pc:spChg chg="mod">
          <ac:chgData name="Kakarla, Victor" userId="8556dead-650d-4b0f-81b6-d6c1b75eb26c" providerId="ADAL" clId="{10EA6428-FCCB-4676-A4D0-098C16AD2118}" dt="2026-06-16T17:00:46.746" v="2133"/>
          <ac:spMkLst>
            <pc:docMk/>
            <pc:sldMk cId="2250643568" sldId="2147483607"/>
            <ac:spMk id="64" creationId="{434571DB-9CF6-E542-934D-CDABEB13A9B6}"/>
          </ac:spMkLst>
        </pc:spChg>
        <pc:spChg chg="add mod">
          <ac:chgData name="Kakarla, Victor" userId="8556dead-650d-4b0f-81b6-d6c1b75eb26c" providerId="ADAL" clId="{10EA6428-FCCB-4676-A4D0-098C16AD2118}" dt="2026-06-16T17:06:39.162" v="2244" actId="164"/>
          <ac:spMkLst>
            <pc:docMk/>
            <pc:sldMk cId="2250643568" sldId="2147483607"/>
            <ac:spMk id="98" creationId="{B38236E5-4462-6752-5D8E-EA3B78DA419B}"/>
          </ac:spMkLst>
        </pc:spChg>
        <pc:spChg chg="mod">
          <ac:chgData name="Kakarla, Victor" userId="8556dead-650d-4b0f-81b6-d6c1b75eb26c" providerId="ADAL" clId="{10EA6428-FCCB-4676-A4D0-098C16AD2118}" dt="2026-06-16T17:10:33.075" v="2285" actId="255"/>
          <ac:spMkLst>
            <pc:docMk/>
            <pc:sldMk cId="2250643568" sldId="2147483607"/>
            <ac:spMk id="103" creationId="{808F0F42-7753-6A3C-60EF-D710A63F4C7C}"/>
          </ac:spMkLst>
        </pc:spChg>
        <pc:spChg chg="mod">
          <ac:chgData name="Kakarla, Victor" userId="8556dead-650d-4b0f-81b6-d6c1b75eb26c" providerId="ADAL" clId="{10EA6428-FCCB-4676-A4D0-098C16AD2118}" dt="2026-06-16T17:10:33.075" v="2285" actId="255"/>
          <ac:spMkLst>
            <pc:docMk/>
            <pc:sldMk cId="2250643568" sldId="2147483607"/>
            <ac:spMk id="136" creationId="{18092DAC-D52A-993A-0198-DD3D13F4C06D}"/>
          </ac:spMkLst>
        </pc:spChg>
        <pc:spChg chg="mod">
          <ac:chgData name="Kakarla, Victor" userId="8556dead-650d-4b0f-81b6-d6c1b75eb26c" providerId="ADAL" clId="{10EA6428-FCCB-4676-A4D0-098C16AD2118}" dt="2026-06-16T17:02:10.176" v="2139"/>
          <ac:spMkLst>
            <pc:docMk/>
            <pc:sldMk cId="2250643568" sldId="2147483607"/>
            <ac:spMk id="137" creationId="{BDBB779F-1EA1-028E-C0E1-AC3A493D9542}"/>
          </ac:spMkLst>
        </pc:spChg>
        <pc:spChg chg="mod">
          <ac:chgData name="Kakarla, Victor" userId="8556dead-650d-4b0f-81b6-d6c1b75eb26c" providerId="ADAL" clId="{10EA6428-FCCB-4676-A4D0-098C16AD2118}" dt="2026-06-16T17:02:10.176" v="2139"/>
          <ac:spMkLst>
            <pc:docMk/>
            <pc:sldMk cId="2250643568" sldId="2147483607"/>
            <ac:spMk id="139" creationId="{D36B2933-8037-6553-5F53-0E96B70AE659}"/>
          </ac:spMkLst>
        </pc:spChg>
        <pc:spChg chg="mod">
          <ac:chgData name="Kakarla, Victor" userId="8556dead-650d-4b0f-81b6-d6c1b75eb26c" providerId="ADAL" clId="{10EA6428-FCCB-4676-A4D0-098C16AD2118}" dt="2026-06-16T17:02:10.176" v="2139"/>
          <ac:spMkLst>
            <pc:docMk/>
            <pc:sldMk cId="2250643568" sldId="2147483607"/>
            <ac:spMk id="142" creationId="{9D9D7926-896F-FC91-BB7D-C4677F2C8E62}"/>
          </ac:spMkLst>
        </pc:spChg>
        <pc:spChg chg="mod">
          <ac:chgData name="Kakarla, Victor" userId="8556dead-650d-4b0f-81b6-d6c1b75eb26c" providerId="ADAL" clId="{10EA6428-FCCB-4676-A4D0-098C16AD2118}" dt="2026-06-16T17:20:13.861" v="2643" actId="20577"/>
          <ac:spMkLst>
            <pc:docMk/>
            <pc:sldMk cId="2250643568" sldId="2147483607"/>
            <ac:spMk id="143" creationId="{4132E66E-6B22-8B72-094F-BB5A22EC2AD5}"/>
          </ac:spMkLst>
        </pc:spChg>
        <pc:spChg chg="mod">
          <ac:chgData name="Kakarla, Victor" userId="8556dead-650d-4b0f-81b6-d6c1b75eb26c" providerId="ADAL" clId="{10EA6428-FCCB-4676-A4D0-098C16AD2118}" dt="2026-06-16T17:10:33.075" v="2285" actId="255"/>
          <ac:spMkLst>
            <pc:docMk/>
            <pc:sldMk cId="2250643568" sldId="2147483607"/>
            <ac:spMk id="144" creationId="{34A7AA84-E3CF-09C2-26CB-732B8E688D4F}"/>
          </ac:spMkLst>
        </pc:spChg>
        <pc:spChg chg="mod">
          <ac:chgData name="Kakarla, Victor" userId="8556dead-650d-4b0f-81b6-d6c1b75eb26c" providerId="ADAL" clId="{10EA6428-FCCB-4676-A4D0-098C16AD2118}" dt="2026-06-16T17:02:10.176" v="2139"/>
          <ac:spMkLst>
            <pc:docMk/>
            <pc:sldMk cId="2250643568" sldId="2147483607"/>
            <ac:spMk id="147" creationId="{9245738F-5F84-295B-297D-CBB02F11493D}"/>
          </ac:spMkLst>
        </pc:spChg>
        <pc:spChg chg="mod">
          <ac:chgData name="Kakarla, Victor" userId="8556dead-650d-4b0f-81b6-d6c1b75eb26c" providerId="ADAL" clId="{10EA6428-FCCB-4676-A4D0-098C16AD2118}" dt="2026-06-16T17:10:33.075" v="2285" actId="255"/>
          <ac:spMkLst>
            <pc:docMk/>
            <pc:sldMk cId="2250643568" sldId="2147483607"/>
            <ac:spMk id="148" creationId="{3AFF2AF5-0DA0-8B9A-F2DA-66196A8E94AC}"/>
          </ac:spMkLst>
        </pc:spChg>
        <pc:spChg chg="mod">
          <ac:chgData name="Kakarla, Victor" userId="8556dead-650d-4b0f-81b6-d6c1b75eb26c" providerId="ADAL" clId="{10EA6428-FCCB-4676-A4D0-098C16AD2118}" dt="2026-06-16T17:02:10.176" v="2139"/>
          <ac:spMkLst>
            <pc:docMk/>
            <pc:sldMk cId="2250643568" sldId="2147483607"/>
            <ac:spMk id="153" creationId="{5B43CCCF-D12F-6F35-ED09-343EE1F4F728}"/>
          </ac:spMkLst>
        </pc:spChg>
        <pc:spChg chg="mod">
          <ac:chgData name="Kakarla, Victor" userId="8556dead-650d-4b0f-81b6-d6c1b75eb26c" providerId="ADAL" clId="{10EA6428-FCCB-4676-A4D0-098C16AD2118}" dt="2026-06-16T17:02:10.176" v="2139"/>
          <ac:spMkLst>
            <pc:docMk/>
            <pc:sldMk cId="2250643568" sldId="2147483607"/>
            <ac:spMk id="154" creationId="{7C31A358-1DDA-CD48-7B32-41F020B0D6A7}"/>
          </ac:spMkLst>
        </pc:spChg>
        <pc:spChg chg="mod">
          <ac:chgData name="Kakarla, Victor" userId="8556dead-650d-4b0f-81b6-d6c1b75eb26c" providerId="ADAL" clId="{10EA6428-FCCB-4676-A4D0-098C16AD2118}" dt="2026-06-16T17:02:10.176" v="2139"/>
          <ac:spMkLst>
            <pc:docMk/>
            <pc:sldMk cId="2250643568" sldId="2147483607"/>
            <ac:spMk id="155" creationId="{EBEC60AF-3142-0A93-6826-F19FCDB299DC}"/>
          </ac:spMkLst>
        </pc:spChg>
        <pc:spChg chg="mod topLvl">
          <ac:chgData name="Kakarla, Victor" userId="8556dead-650d-4b0f-81b6-d6c1b75eb26c" providerId="ADAL" clId="{10EA6428-FCCB-4676-A4D0-098C16AD2118}" dt="2026-06-16T17:05:35.942" v="2241" actId="164"/>
          <ac:spMkLst>
            <pc:docMk/>
            <pc:sldMk cId="2250643568" sldId="2147483607"/>
            <ac:spMk id="160" creationId="{AF979B8C-5207-C5EB-3B79-C4314150B61A}"/>
          </ac:spMkLst>
        </pc:spChg>
        <pc:spChg chg="mod topLvl">
          <ac:chgData name="Kakarla, Victor" userId="8556dead-650d-4b0f-81b6-d6c1b75eb26c" providerId="ADAL" clId="{10EA6428-FCCB-4676-A4D0-098C16AD2118}" dt="2026-06-16T17:10:33.075" v="2285" actId="255"/>
          <ac:spMkLst>
            <pc:docMk/>
            <pc:sldMk cId="2250643568" sldId="2147483607"/>
            <ac:spMk id="162" creationId="{6D3EFD28-BD62-B29A-C1AF-5212FB4B4FEA}"/>
          </ac:spMkLst>
        </pc:spChg>
        <pc:spChg chg="mod topLvl">
          <ac:chgData name="Kakarla, Victor" userId="8556dead-650d-4b0f-81b6-d6c1b75eb26c" providerId="ADAL" clId="{10EA6428-FCCB-4676-A4D0-098C16AD2118}" dt="2026-06-16T17:10:33.075" v="2285" actId="255"/>
          <ac:spMkLst>
            <pc:docMk/>
            <pc:sldMk cId="2250643568" sldId="2147483607"/>
            <ac:spMk id="164" creationId="{8EE97AC1-CA5B-1559-4BC7-9E043450E2B9}"/>
          </ac:spMkLst>
        </pc:spChg>
        <pc:spChg chg="add mod">
          <ac:chgData name="Kakarla, Victor" userId="8556dead-650d-4b0f-81b6-d6c1b75eb26c" providerId="ADAL" clId="{10EA6428-FCCB-4676-A4D0-098C16AD2118}" dt="2026-06-16T17:05:35.942" v="2241" actId="164"/>
          <ac:spMkLst>
            <pc:docMk/>
            <pc:sldMk cId="2250643568" sldId="2147483607"/>
            <ac:spMk id="166" creationId="{B8968B13-6861-16D9-1951-898FB67E3644}"/>
          </ac:spMkLst>
        </pc:spChg>
        <pc:spChg chg="add mod">
          <ac:chgData name="Kakarla, Victor" userId="8556dead-650d-4b0f-81b6-d6c1b75eb26c" providerId="ADAL" clId="{10EA6428-FCCB-4676-A4D0-098C16AD2118}" dt="2026-06-16T17:10:33.075" v="2285" actId="255"/>
          <ac:spMkLst>
            <pc:docMk/>
            <pc:sldMk cId="2250643568" sldId="2147483607"/>
            <ac:spMk id="171" creationId="{154E44C0-4268-FB23-2883-9642627D2381}"/>
          </ac:spMkLst>
        </pc:spChg>
        <pc:spChg chg="add mod">
          <ac:chgData name="Kakarla, Victor" userId="8556dead-650d-4b0f-81b6-d6c1b75eb26c" providerId="ADAL" clId="{10EA6428-FCCB-4676-A4D0-098C16AD2118}" dt="2026-06-16T17:06:39.162" v="2244" actId="164"/>
          <ac:spMkLst>
            <pc:docMk/>
            <pc:sldMk cId="2250643568" sldId="2147483607"/>
            <ac:spMk id="173" creationId="{81D715F3-6E15-CB19-0209-698D96BE7AC0}"/>
          </ac:spMkLst>
        </pc:spChg>
        <pc:spChg chg="add mod">
          <ac:chgData name="Kakarla, Victor" userId="8556dead-650d-4b0f-81b6-d6c1b75eb26c" providerId="ADAL" clId="{10EA6428-FCCB-4676-A4D0-098C16AD2118}" dt="2026-06-16T17:09:22.468" v="2261" actId="1076"/>
          <ac:spMkLst>
            <pc:docMk/>
            <pc:sldMk cId="2250643568" sldId="2147483607"/>
            <ac:spMk id="176" creationId="{D5123773-8571-8812-2CFA-802FDA766160}"/>
          </ac:spMkLst>
        </pc:spChg>
        <pc:spChg chg="mod">
          <ac:chgData name="Kakarla, Victor" userId="8556dead-650d-4b0f-81b6-d6c1b75eb26c" providerId="ADAL" clId="{10EA6428-FCCB-4676-A4D0-098C16AD2118}" dt="2026-06-16T17:08:58.499" v="2257" actId="255"/>
          <ac:spMkLst>
            <pc:docMk/>
            <pc:sldMk cId="2250643568" sldId="2147483607"/>
            <ac:spMk id="180" creationId="{AFC15DC9-1E70-893A-B898-0A45125683BE}"/>
          </ac:spMkLst>
        </pc:spChg>
        <pc:spChg chg="mod">
          <ac:chgData name="Kakarla, Victor" userId="8556dead-650d-4b0f-81b6-d6c1b75eb26c" providerId="ADAL" clId="{10EA6428-FCCB-4676-A4D0-098C16AD2118}" dt="2026-06-16T17:08:58.499" v="2257" actId="255"/>
          <ac:spMkLst>
            <pc:docMk/>
            <pc:sldMk cId="2250643568" sldId="2147483607"/>
            <ac:spMk id="181" creationId="{2A224E0C-302D-BC07-0083-E2B42630B1A3}"/>
          </ac:spMkLst>
        </pc:spChg>
        <pc:spChg chg="mod">
          <ac:chgData name="Kakarla, Victor" userId="8556dead-650d-4b0f-81b6-d6c1b75eb26c" providerId="ADAL" clId="{10EA6428-FCCB-4676-A4D0-098C16AD2118}" dt="2026-06-16T17:08:58.499" v="2257" actId="255"/>
          <ac:spMkLst>
            <pc:docMk/>
            <pc:sldMk cId="2250643568" sldId="2147483607"/>
            <ac:spMk id="189" creationId="{5C1CF31F-8532-54BA-15FD-18C25C5CD4F1}"/>
          </ac:spMkLst>
        </pc:spChg>
        <pc:spChg chg="mod">
          <ac:chgData name="Kakarla, Victor" userId="8556dead-650d-4b0f-81b6-d6c1b75eb26c" providerId="ADAL" clId="{10EA6428-FCCB-4676-A4D0-098C16AD2118}" dt="2026-06-16T17:08:58.499" v="2257" actId="255"/>
          <ac:spMkLst>
            <pc:docMk/>
            <pc:sldMk cId="2250643568" sldId="2147483607"/>
            <ac:spMk id="190" creationId="{3CD700ED-C71C-69FD-5DD4-5FB52C94CFAF}"/>
          </ac:spMkLst>
        </pc:spChg>
        <pc:spChg chg="mod">
          <ac:chgData name="Kakarla, Victor" userId="8556dead-650d-4b0f-81b6-d6c1b75eb26c" providerId="ADAL" clId="{10EA6428-FCCB-4676-A4D0-098C16AD2118}" dt="2026-06-16T17:08:58.499" v="2257" actId="255"/>
          <ac:spMkLst>
            <pc:docMk/>
            <pc:sldMk cId="2250643568" sldId="2147483607"/>
            <ac:spMk id="191" creationId="{A7C27331-584A-7A8A-113E-5CDA04F4ED0C}"/>
          </ac:spMkLst>
        </pc:spChg>
        <pc:spChg chg="mod">
          <ac:chgData name="Kakarla, Victor" userId="8556dead-650d-4b0f-81b6-d6c1b75eb26c" providerId="ADAL" clId="{10EA6428-FCCB-4676-A4D0-098C16AD2118}" dt="2026-06-16T17:08:58.499" v="2257" actId="255"/>
          <ac:spMkLst>
            <pc:docMk/>
            <pc:sldMk cId="2250643568" sldId="2147483607"/>
            <ac:spMk id="198" creationId="{5D208461-7DB7-E080-2CC4-1E3CE1497341}"/>
          </ac:spMkLst>
        </pc:spChg>
        <pc:spChg chg="mod">
          <ac:chgData name="Kakarla, Victor" userId="8556dead-650d-4b0f-81b6-d6c1b75eb26c" providerId="ADAL" clId="{10EA6428-FCCB-4676-A4D0-098C16AD2118}" dt="2026-06-16T17:08:58.499" v="2257" actId="255"/>
          <ac:spMkLst>
            <pc:docMk/>
            <pc:sldMk cId="2250643568" sldId="2147483607"/>
            <ac:spMk id="200" creationId="{7A08B5AD-B072-DE68-CC50-06576BA0A4B6}"/>
          </ac:spMkLst>
        </pc:spChg>
        <pc:spChg chg="mod">
          <ac:chgData name="Kakarla, Victor" userId="8556dead-650d-4b0f-81b6-d6c1b75eb26c" providerId="ADAL" clId="{10EA6428-FCCB-4676-A4D0-098C16AD2118}" dt="2026-06-16T17:08:58.499" v="2257" actId="255"/>
          <ac:spMkLst>
            <pc:docMk/>
            <pc:sldMk cId="2250643568" sldId="2147483607"/>
            <ac:spMk id="201" creationId="{B47D1E13-B28B-2F00-CC6F-28BB4E4C7812}"/>
          </ac:spMkLst>
        </pc:spChg>
        <pc:spChg chg="mod">
          <ac:chgData name="Kakarla, Victor" userId="8556dead-650d-4b0f-81b6-d6c1b75eb26c" providerId="ADAL" clId="{10EA6428-FCCB-4676-A4D0-098C16AD2118}" dt="2026-06-16T17:08:58.499" v="2257" actId="255"/>
          <ac:spMkLst>
            <pc:docMk/>
            <pc:sldMk cId="2250643568" sldId="2147483607"/>
            <ac:spMk id="203" creationId="{4CF41BD9-0E72-BDDE-C148-9E196741B26D}"/>
          </ac:spMkLst>
        </pc:spChg>
        <pc:spChg chg="mod">
          <ac:chgData name="Kakarla, Victor" userId="8556dead-650d-4b0f-81b6-d6c1b75eb26c" providerId="ADAL" clId="{10EA6428-FCCB-4676-A4D0-098C16AD2118}" dt="2026-06-16T17:08:58.499" v="2257" actId="255"/>
          <ac:spMkLst>
            <pc:docMk/>
            <pc:sldMk cId="2250643568" sldId="2147483607"/>
            <ac:spMk id="204" creationId="{E0246D1B-E45B-B3FE-F512-A09747BC63D7}"/>
          </ac:spMkLst>
        </pc:spChg>
        <pc:spChg chg="add mod">
          <ac:chgData name="Kakarla, Victor" userId="8556dead-650d-4b0f-81b6-d6c1b75eb26c" providerId="ADAL" clId="{10EA6428-FCCB-4676-A4D0-098C16AD2118}" dt="2026-06-16T17:10:00.296" v="2280" actId="255"/>
          <ac:spMkLst>
            <pc:docMk/>
            <pc:sldMk cId="2250643568" sldId="2147483607"/>
            <ac:spMk id="217" creationId="{D5903070-3EE3-C5A5-0843-3A5F776AADC2}"/>
          </ac:spMkLst>
        </pc:spChg>
        <pc:spChg chg="add mod">
          <ac:chgData name="Kakarla, Victor" userId="8556dead-650d-4b0f-81b6-d6c1b75eb26c" providerId="ADAL" clId="{10EA6428-FCCB-4676-A4D0-098C16AD2118}" dt="2026-06-16T17:10:12.937" v="2284" actId="6549"/>
          <ac:spMkLst>
            <pc:docMk/>
            <pc:sldMk cId="2250643568" sldId="2147483607"/>
            <ac:spMk id="218" creationId="{9A50D780-89F5-9262-767A-237CD659F1FA}"/>
          </ac:spMkLst>
        </pc:spChg>
        <pc:spChg chg="add mod">
          <ac:chgData name="Kakarla, Victor" userId="8556dead-650d-4b0f-81b6-d6c1b75eb26c" providerId="ADAL" clId="{10EA6428-FCCB-4676-A4D0-098C16AD2118}" dt="2026-06-16T17:12:25.731" v="2330" actId="20577"/>
          <ac:spMkLst>
            <pc:docMk/>
            <pc:sldMk cId="2250643568" sldId="2147483607"/>
            <ac:spMk id="219" creationId="{CA5BB86B-2C6F-BCAE-3B54-856FFFEA7E4C}"/>
          </ac:spMkLst>
        </pc:spChg>
        <pc:spChg chg="add mod">
          <ac:chgData name="Kakarla, Victor" userId="8556dead-650d-4b0f-81b6-d6c1b75eb26c" providerId="ADAL" clId="{10EA6428-FCCB-4676-A4D0-098C16AD2118}" dt="2026-06-16T17:12:35.923" v="2343" actId="20577"/>
          <ac:spMkLst>
            <pc:docMk/>
            <pc:sldMk cId="2250643568" sldId="2147483607"/>
            <ac:spMk id="220" creationId="{58FD61CD-06C3-28D6-4D36-8DE84DC907B6}"/>
          </ac:spMkLst>
        </pc:spChg>
        <pc:spChg chg="add mod">
          <ac:chgData name="Kakarla, Victor" userId="8556dead-650d-4b0f-81b6-d6c1b75eb26c" providerId="ADAL" clId="{10EA6428-FCCB-4676-A4D0-098C16AD2118}" dt="2026-06-16T17:12:42.983" v="2356" actId="20577"/>
          <ac:spMkLst>
            <pc:docMk/>
            <pc:sldMk cId="2250643568" sldId="2147483607"/>
            <ac:spMk id="221" creationId="{59EB2CDB-937B-6933-7333-B77F2A4B62BE}"/>
          </ac:spMkLst>
        </pc:spChg>
        <pc:spChg chg="add mod">
          <ac:chgData name="Kakarla, Victor" userId="8556dead-650d-4b0f-81b6-d6c1b75eb26c" providerId="ADAL" clId="{10EA6428-FCCB-4676-A4D0-098C16AD2118}" dt="2026-06-16T17:17:38.825" v="2538" actId="20577"/>
          <ac:spMkLst>
            <pc:docMk/>
            <pc:sldMk cId="2250643568" sldId="2147483607"/>
            <ac:spMk id="222" creationId="{00A452EB-22F9-166F-1887-2EA99C0256F3}"/>
          </ac:spMkLst>
        </pc:spChg>
        <pc:grpChg chg="mod">
          <ac:chgData name="Kakarla, Victor" userId="8556dead-650d-4b0f-81b6-d6c1b75eb26c" providerId="ADAL" clId="{10EA6428-FCCB-4676-A4D0-098C16AD2118}" dt="2026-06-16T17:06:39.162" v="2244" actId="164"/>
          <ac:grpSpMkLst>
            <pc:docMk/>
            <pc:sldMk cId="2250643568" sldId="2147483607"/>
            <ac:grpSpMk id="21" creationId="{E96A8D86-507E-ADC5-1437-A675C31C7596}"/>
          </ac:grpSpMkLst>
        </pc:grpChg>
        <pc:grpChg chg="mod">
          <ac:chgData name="Kakarla, Victor" userId="8556dead-650d-4b0f-81b6-d6c1b75eb26c" providerId="ADAL" clId="{10EA6428-FCCB-4676-A4D0-098C16AD2118}" dt="2026-06-16T17:07:22.058" v="2247" actId="164"/>
          <ac:grpSpMkLst>
            <pc:docMk/>
            <pc:sldMk cId="2250643568" sldId="2147483607"/>
            <ac:grpSpMk id="99" creationId="{EB2F0861-74BD-9A18-CDE1-E0A56A7D8FCA}"/>
          </ac:grpSpMkLst>
        </pc:grpChg>
        <pc:grpChg chg="add mod">
          <ac:chgData name="Kakarla, Victor" userId="8556dead-650d-4b0f-81b6-d6c1b75eb26c" providerId="ADAL" clId="{10EA6428-FCCB-4676-A4D0-098C16AD2118}" dt="2026-06-16T17:06:39.162" v="2244" actId="164"/>
          <ac:grpSpMkLst>
            <pc:docMk/>
            <pc:sldMk cId="2250643568" sldId="2147483607"/>
            <ac:grpSpMk id="172" creationId="{EEE478B8-A374-201E-E304-DC11CD5469DA}"/>
          </ac:grpSpMkLst>
        </pc:grpChg>
        <pc:grpChg chg="add mod">
          <ac:chgData name="Kakarla, Victor" userId="8556dead-650d-4b0f-81b6-d6c1b75eb26c" providerId="ADAL" clId="{10EA6428-FCCB-4676-A4D0-098C16AD2118}" dt="2026-06-16T17:07:22.058" v="2247" actId="164"/>
          <ac:grpSpMkLst>
            <pc:docMk/>
            <pc:sldMk cId="2250643568" sldId="2147483607"/>
            <ac:grpSpMk id="174" creationId="{9D528C00-A981-1104-5882-9A9F5370F3D0}"/>
          </ac:grpSpMkLst>
        </pc:grpChg>
        <pc:grpChg chg="add mod">
          <ac:chgData name="Kakarla, Victor" userId="8556dead-650d-4b0f-81b6-d6c1b75eb26c" providerId="ADAL" clId="{10EA6428-FCCB-4676-A4D0-098C16AD2118}" dt="2026-06-16T17:09:17.754" v="2260" actId="14100"/>
          <ac:grpSpMkLst>
            <pc:docMk/>
            <pc:sldMk cId="2250643568" sldId="2147483607"/>
            <ac:grpSpMk id="175" creationId="{9EAB6E35-0267-D552-8038-C016A53195C6}"/>
          </ac:grpSpMkLst>
        </pc:grpChg>
        <pc:grpChg chg="mod">
          <ac:chgData name="Kakarla, Victor" userId="8556dead-650d-4b0f-81b6-d6c1b75eb26c" providerId="ADAL" clId="{10EA6428-FCCB-4676-A4D0-098C16AD2118}" dt="2026-06-16T17:09:05.505" v="2259" actId="1076"/>
          <ac:grpSpMkLst>
            <pc:docMk/>
            <pc:sldMk cId="2250643568" sldId="2147483607"/>
            <ac:grpSpMk id="177" creationId="{8A5A9176-E531-1E8D-A334-746C0D3103DA}"/>
          </ac:grpSpMkLst>
        </pc:grpChg>
        <pc:cxnChg chg="add mod">
          <ac:chgData name="Kakarla, Victor" userId="8556dead-650d-4b0f-81b6-d6c1b75eb26c" providerId="ADAL" clId="{10EA6428-FCCB-4676-A4D0-098C16AD2118}" dt="2026-06-16T17:05:35.942" v="2241" actId="164"/>
          <ac:cxnSpMkLst>
            <pc:docMk/>
            <pc:sldMk cId="2250643568" sldId="2147483607"/>
            <ac:cxnSpMk id="168" creationId="{26221F62-979B-69BB-498B-A40E223447FA}"/>
          </ac:cxnSpMkLst>
        </pc:cxnChg>
        <pc:cxnChg chg="add mod">
          <ac:chgData name="Kakarla, Victor" userId="8556dead-650d-4b0f-81b6-d6c1b75eb26c" providerId="ADAL" clId="{10EA6428-FCCB-4676-A4D0-098C16AD2118}" dt="2026-06-16T17:05:35.942" v="2241" actId="164"/>
          <ac:cxnSpMkLst>
            <pc:docMk/>
            <pc:sldMk cId="2250643568" sldId="2147483607"/>
            <ac:cxnSpMk id="170" creationId="{262A33F2-DDE3-B999-5039-2C9E185A087E}"/>
          </ac:cxnSpMkLst>
        </pc:cxnChg>
      </pc:sldChg>
      <pc:sldChg chg="addSp delSp modSp add mod">
        <pc:chgData name="Kakarla, Victor" userId="8556dead-650d-4b0f-81b6-d6c1b75eb26c" providerId="ADAL" clId="{10EA6428-FCCB-4676-A4D0-098C16AD2118}" dt="2026-07-07T15:58:39.193" v="3063" actId="14100"/>
        <pc:sldMkLst>
          <pc:docMk/>
          <pc:sldMk cId="1612019307" sldId="2147483608"/>
        </pc:sldMkLst>
        <pc:spChg chg="mod">
          <ac:chgData name="Kakarla, Victor" userId="8556dead-650d-4b0f-81b6-d6c1b75eb26c" providerId="ADAL" clId="{10EA6428-FCCB-4676-A4D0-098C16AD2118}" dt="2026-06-16T17:21:05.692" v="2651" actId="165"/>
          <ac:spMkLst>
            <pc:docMk/>
            <pc:sldMk cId="1612019307" sldId="2147483608"/>
            <ac:spMk id="27" creationId="{D41422E5-F000-5804-BB9E-808A27C3DF68}"/>
          </ac:spMkLst>
        </pc:spChg>
        <pc:spChg chg="mod">
          <ac:chgData name="Kakarla, Victor" userId="8556dead-650d-4b0f-81b6-d6c1b75eb26c" providerId="ADAL" clId="{10EA6428-FCCB-4676-A4D0-098C16AD2118}" dt="2026-06-16T17:21:05.692" v="2651" actId="165"/>
          <ac:spMkLst>
            <pc:docMk/>
            <pc:sldMk cId="1612019307" sldId="2147483608"/>
            <ac:spMk id="29" creationId="{23CC1102-3DDB-43AA-7D5F-595352B97366}"/>
          </ac:spMkLst>
        </pc:spChg>
        <pc:spChg chg="mod">
          <ac:chgData name="Kakarla, Victor" userId="8556dead-650d-4b0f-81b6-d6c1b75eb26c" providerId="ADAL" clId="{10EA6428-FCCB-4676-A4D0-098C16AD2118}" dt="2026-06-16T17:21:05.692" v="2651" actId="165"/>
          <ac:spMkLst>
            <pc:docMk/>
            <pc:sldMk cId="1612019307" sldId="2147483608"/>
            <ac:spMk id="42" creationId="{137A0A37-402E-C165-D776-DD425A46C17B}"/>
          </ac:spMkLst>
        </pc:spChg>
        <pc:spChg chg="mod">
          <ac:chgData name="Kakarla, Victor" userId="8556dead-650d-4b0f-81b6-d6c1b75eb26c" providerId="ADAL" clId="{10EA6428-FCCB-4676-A4D0-098C16AD2118}" dt="2026-06-16T17:21:05.692" v="2651" actId="165"/>
          <ac:spMkLst>
            <pc:docMk/>
            <pc:sldMk cId="1612019307" sldId="2147483608"/>
            <ac:spMk id="50" creationId="{393ACF72-3AF8-BE6E-FAEA-76518D1C730F}"/>
          </ac:spMkLst>
        </pc:spChg>
        <pc:spChg chg="mod">
          <ac:chgData name="Kakarla, Victor" userId="8556dead-650d-4b0f-81b6-d6c1b75eb26c" providerId="ADAL" clId="{10EA6428-FCCB-4676-A4D0-098C16AD2118}" dt="2026-06-16T17:21:05.692" v="2651" actId="165"/>
          <ac:spMkLst>
            <pc:docMk/>
            <pc:sldMk cId="1612019307" sldId="2147483608"/>
            <ac:spMk id="51" creationId="{0B3C2C56-956F-BD37-C72C-1EA86A20EDCB}"/>
          </ac:spMkLst>
        </pc:spChg>
        <pc:spChg chg="mod">
          <ac:chgData name="Kakarla, Victor" userId="8556dead-650d-4b0f-81b6-d6c1b75eb26c" providerId="ADAL" clId="{10EA6428-FCCB-4676-A4D0-098C16AD2118}" dt="2026-06-16T17:21:05.692" v="2651" actId="165"/>
          <ac:spMkLst>
            <pc:docMk/>
            <pc:sldMk cId="1612019307" sldId="2147483608"/>
            <ac:spMk id="63" creationId="{43025264-1E27-3F9B-1DDD-6C6D06B3868C}"/>
          </ac:spMkLst>
        </pc:spChg>
        <pc:spChg chg="mod">
          <ac:chgData name="Kakarla, Victor" userId="8556dead-650d-4b0f-81b6-d6c1b75eb26c" providerId="ADAL" clId="{10EA6428-FCCB-4676-A4D0-098C16AD2118}" dt="2026-06-16T17:20:39.766" v="2649" actId="20577"/>
          <ac:spMkLst>
            <pc:docMk/>
            <pc:sldMk cId="1612019307" sldId="2147483608"/>
            <ac:spMk id="143" creationId="{BDB6F2B8-192C-97AB-6B9B-4BCD3A8C8923}"/>
          </ac:spMkLst>
        </pc:spChg>
        <pc:spChg chg="mod">
          <ac:chgData name="Kakarla, Victor" userId="8556dead-650d-4b0f-81b6-d6c1b75eb26c" providerId="ADAL" clId="{10EA6428-FCCB-4676-A4D0-098C16AD2118}" dt="2026-07-07T15:58:39.193" v="3063" actId="14100"/>
          <ac:spMkLst>
            <pc:docMk/>
            <pc:sldMk cId="1612019307" sldId="2147483608"/>
            <ac:spMk id="198" creationId="{D383EFFD-4416-D5B7-0874-7F255FC04D25}"/>
          </ac:spMkLst>
        </pc:spChg>
        <pc:spChg chg="mod">
          <ac:chgData name="Kakarla, Victor" userId="8556dead-650d-4b0f-81b6-d6c1b75eb26c" providerId="ADAL" clId="{10EA6428-FCCB-4676-A4D0-098C16AD2118}" dt="2026-06-16T17:21:44.955" v="2659" actId="6549"/>
          <ac:spMkLst>
            <pc:docMk/>
            <pc:sldMk cId="1612019307" sldId="2147483608"/>
            <ac:spMk id="217" creationId="{50C52B0A-15EE-2D24-5219-204CE5D9437B}"/>
          </ac:spMkLst>
        </pc:spChg>
        <pc:spChg chg="mod">
          <ac:chgData name="Kakarla, Victor" userId="8556dead-650d-4b0f-81b6-d6c1b75eb26c" providerId="ADAL" clId="{10EA6428-FCCB-4676-A4D0-098C16AD2118}" dt="2026-06-16T17:21:35.185" v="2657" actId="164"/>
          <ac:spMkLst>
            <pc:docMk/>
            <pc:sldMk cId="1612019307" sldId="2147483608"/>
            <ac:spMk id="221" creationId="{A8DBC6B2-F01A-4B76-3DA7-2B7D037D7773}"/>
          </ac:spMkLst>
        </pc:spChg>
        <pc:spChg chg="mod">
          <ac:chgData name="Kakarla, Victor" userId="8556dead-650d-4b0f-81b6-d6c1b75eb26c" providerId="ADAL" clId="{10EA6428-FCCB-4676-A4D0-098C16AD2118}" dt="2026-06-16T17:31:44.367" v="2879" actId="20577"/>
          <ac:spMkLst>
            <pc:docMk/>
            <pc:sldMk cId="1612019307" sldId="2147483608"/>
            <ac:spMk id="222" creationId="{1F1510FC-B1C2-7D7A-0377-126E6A1A6DD1}"/>
          </ac:spMkLst>
        </pc:spChg>
        <pc:grpChg chg="add mod">
          <ac:chgData name="Kakarla, Victor" userId="8556dead-650d-4b0f-81b6-d6c1b75eb26c" providerId="ADAL" clId="{10EA6428-FCCB-4676-A4D0-098C16AD2118}" dt="2026-06-16T17:21:40.054" v="2658" actId="1076"/>
          <ac:grpSpMkLst>
            <pc:docMk/>
            <pc:sldMk cId="1612019307" sldId="2147483608"/>
            <ac:grpSpMk id="3" creationId="{E77D775A-97FE-2EDB-0E7D-5C018AD08708}"/>
          </ac:grpSpMkLst>
        </pc:grpChg>
        <pc:grpChg chg="mod">
          <ac:chgData name="Kakarla, Victor" userId="8556dead-650d-4b0f-81b6-d6c1b75eb26c" providerId="ADAL" clId="{10EA6428-FCCB-4676-A4D0-098C16AD2118}" dt="2026-06-16T17:21:35.185" v="2657" actId="164"/>
          <ac:grpSpMkLst>
            <pc:docMk/>
            <pc:sldMk cId="1612019307" sldId="2147483608"/>
            <ac:grpSpMk id="177" creationId="{9DCEC566-F026-3BD5-0C3E-3946A04C2812}"/>
          </ac:grpSpMkLst>
        </pc:grpChg>
      </pc:sldChg>
      <pc:sldChg chg="addSp modSp mod">
        <pc:chgData name="Kakarla, Victor" userId="8556dead-650d-4b0f-81b6-d6c1b75eb26c" providerId="ADAL" clId="{10EA6428-FCCB-4676-A4D0-098C16AD2118}" dt="2026-07-07T16:55:30.859" v="3377" actId="255"/>
        <pc:sldMkLst>
          <pc:docMk/>
          <pc:sldMk cId="2350733781" sldId="2147483610"/>
        </pc:sldMkLst>
        <pc:spChg chg="add mod">
          <ac:chgData name="Kakarla, Victor" userId="8556dead-650d-4b0f-81b6-d6c1b75eb26c" providerId="ADAL" clId="{10EA6428-FCCB-4676-A4D0-098C16AD2118}" dt="2026-07-07T11:13:54.623" v="3061" actId="20577"/>
          <ac:spMkLst>
            <pc:docMk/>
            <pc:sldMk cId="2350733781" sldId="2147483610"/>
            <ac:spMk id="4" creationId="{AC9CA41D-6FCA-4D59-69CD-F3D1342DAE1B}"/>
          </ac:spMkLst>
        </pc:spChg>
        <pc:spChg chg="mod">
          <ac:chgData name="Kakarla, Victor" userId="8556dead-650d-4b0f-81b6-d6c1b75eb26c" providerId="ADAL" clId="{10EA6428-FCCB-4676-A4D0-098C16AD2118}" dt="2026-07-07T16:55:30.859" v="3377" actId="255"/>
          <ac:spMkLst>
            <pc:docMk/>
            <pc:sldMk cId="2350733781" sldId="2147483610"/>
            <ac:spMk id="222" creationId="{4030D20E-3621-E693-1F01-7FA7B58B92F1}"/>
          </ac:spMkLst>
        </pc:spChg>
      </pc:sldChg>
      <pc:sldChg chg="addSp delSp modSp mod">
        <pc:chgData name="Kakarla, Victor" userId="8556dead-650d-4b0f-81b6-d6c1b75eb26c" providerId="ADAL" clId="{10EA6428-FCCB-4676-A4D0-098C16AD2118}" dt="2026-07-07T17:09:08.406" v="3601" actId="1076"/>
        <pc:sldMkLst>
          <pc:docMk/>
          <pc:sldMk cId="3304104782" sldId="2147483611"/>
        </pc:sldMkLst>
        <pc:spChg chg="add mod">
          <ac:chgData name="Kakarla, Victor" userId="8556dead-650d-4b0f-81b6-d6c1b75eb26c" providerId="ADAL" clId="{10EA6428-FCCB-4676-A4D0-098C16AD2118}" dt="2026-07-07T11:07:29.273" v="3023" actId="255"/>
          <ac:spMkLst>
            <pc:docMk/>
            <pc:sldMk cId="3304104782" sldId="2147483611"/>
            <ac:spMk id="6" creationId="{EA8B6DFD-C2B9-ADFF-85D3-5AACD9CAAE30}"/>
          </ac:spMkLst>
        </pc:spChg>
        <pc:spChg chg="add mod">
          <ac:chgData name="Kakarla, Victor" userId="8556dead-650d-4b0f-81b6-d6c1b75eb26c" providerId="ADAL" clId="{10EA6428-FCCB-4676-A4D0-098C16AD2118}" dt="2026-07-07T11:07:41.948" v="3026" actId="14100"/>
          <ac:spMkLst>
            <pc:docMk/>
            <pc:sldMk cId="3304104782" sldId="2147483611"/>
            <ac:spMk id="7" creationId="{B612C7AA-36FB-18C5-F7B6-A45AA2D6F668}"/>
          </ac:spMkLst>
        </pc:spChg>
        <pc:spChg chg="add mod">
          <ac:chgData name="Kakarla, Victor" userId="8556dead-650d-4b0f-81b6-d6c1b75eb26c" providerId="ADAL" clId="{10EA6428-FCCB-4676-A4D0-098C16AD2118}" dt="2026-07-07T17:09:08.406" v="3601" actId="1076"/>
          <ac:spMkLst>
            <pc:docMk/>
            <pc:sldMk cId="3304104782" sldId="2147483611"/>
            <ac:spMk id="8" creationId="{7A06B188-581F-131B-1E02-53D4995142DD}"/>
          </ac:spMkLst>
        </pc:spChg>
        <pc:spChg chg="add mod">
          <ac:chgData name="Kakarla, Victor" userId="8556dead-650d-4b0f-81b6-d6c1b75eb26c" providerId="ADAL" clId="{10EA6428-FCCB-4676-A4D0-098C16AD2118}" dt="2026-07-07T16:59:59.957" v="3572" actId="14100"/>
          <ac:spMkLst>
            <pc:docMk/>
            <pc:sldMk cId="3304104782" sldId="2147483611"/>
            <ac:spMk id="9" creationId="{51818599-5FCF-3138-FACB-412076A45A4D}"/>
          </ac:spMkLst>
        </pc:spChg>
        <pc:picChg chg="mod">
          <ac:chgData name="Kakarla, Victor" userId="8556dead-650d-4b0f-81b6-d6c1b75eb26c" providerId="ADAL" clId="{10EA6428-FCCB-4676-A4D0-098C16AD2118}" dt="2026-07-07T16:57:53.279" v="3378" actId="1076"/>
          <ac:picMkLst>
            <pc:docMk/>
            <pc:sldMk cId="3304104782" sldId="2147483611"/>
            <ac:picMk id="3" creationId="{01612D8A-7D51-E9AD-8894-6983C56A661A}"/>
          </ac:picMkLst>
        </pc:picChg>
      </pc:sldChg>
      <pc:sldChg chg="modSp new mod">
        <pc:chgData name="Kakarla, Victor" userId="8556dead-650d-4b0f-81b6-d6c1b75eb26c" providerId="ADAL" clId="{10EA6428-FCCB-4676-A4D0-098C16AD2118}" dt="2026-07-07T16:24:41.811" v="3115" actId="20577"/>
        <pc:sldMkLst>
          <pc:docMk/>
          <pc:sldMk cId="3844637330" sldId="2147483612"/>
        </pc:sldMkLst>
        <pc:spChg chg="mod">
          <ac:chgData name="Kakarla, Victor" userId="8556dead-650d-4b0f-81b6-d6c1b75eb26c" providerId="ADAL" clId="{10EA6428-FCCB-4676-A4D0-098C16AD2118}" dt="2026-07-07T16:01:47.650" v="3113" actId="20577"/>
          <ac:spMkLst>
            <pc:docMk/>
            <pc:sldMk cId="3844637330" sldId="2147483612"/>
            <ac:spMk id="2" creationId="{FD706EF5-10CB-481E-FC49-C90A168FC6B7}"/>
          </ac:spMkLst>
        </pc:spChg>
        <pc:spChg chg="mod">
          <ac:chgData name="Kakarla, Victor" userId="8556dead-650d-4b0f-81b6-d6c1b75eb26c" providerId="ADAL" clId="{10EA6428-FCCB-4676-A4D0-098C16AD2118}" dt="2026-07-07T16:24:41.811" v="3115" actId="20577"/>
          <ac:spMkLst>
            <pc:docMk/>
            <pc:sldMk cId="3844637330" sldId="2147483612"/>
            <ac:spMk id="3" creationId="{49269E9C-21D5-699E-A088-CAFFE6FA196F}"/>
          </ac:spMkLst>
        </pc:spChg>
      </pc:sldChg>
      <pc:sldChg chg="modSp new mod">
        <pc:chgData name="Kakarla, Victor" userId="8556dead-650d-4b0f-81b6-d6c1b75eb26c" providerId="ADAL" clId="{10EA6428-FCCB-4676-A4D0-098C16AD2118}" dt="2026-07-07T16:49:55.559" v="3307" actId="15"/>
        <pc:sldMkLst>
          <pc:docMk/>
          <pc:sldMk cId="1701723379" sldId="2147483613"/>
        </pc:sldMkLst>
        <pc:spChg chg="mod">
          <ac:chgData name="Kakarla, Victor" userId="8556dead-650d-4b0f-81b6-d6c1b75eb26c" providerId="ADAL" clId="{10EA6428-FCCB-4676-A4D0-098C16AD2118}" dt="2026-07-07T16:28:07.547" v="3144" actId="20577"/>
          <ac:spMkLst>
            <pc:docMk/>
            <pc:sldMk cId="1701723379" sldId="2147483613"/>
            <ac:spMk id="2" creationId="{54AAAAF9-FC1F-AFF5-0DC1-21F830841E85}"/>
          </ac:spMkLst>
        </pc:spChg>
        <pc:spChg chg="mod">
          <ac:chgData name="Kakarla, Victor" userId="8556dead-650d-4b0f-81b6-d6c1b75eb26c" providerId="ADAL" clId="{10EA6428-FCCB-4676-A4D0-098C16AD2118}" dt="2026-07-07T16:49:55.559" v="3307" actId="15"/>
          <ac:spMkLst>
            <pc:docMk/>
            <pc:sldMk cId="1701723379" sldId="2147483613"/>
            <ac:spMk id="3" creationId="{F91F464C-6AB0-4813-1823-9DFEA9DB37F0}"/>
          </ac:spMkLst>
        </pc:spChg>
      </pc:sldChg>
      <pc:sldChg chg="addSp modSp new mod">
        <pc:chgData name="Kakarla, Victor" userId="8556dead-650d-4b0f-81b6-d6c1b75eb26c" providerId="ADAL" clId="{10EA6428-FCCB-4676-A4D0-098C16AD2118}" dt="2026-07-07T16:45:11.055" v="3279" actId="20577"/>
        <pc:sldMkLst>
          <pc:docMk/>
          <pc:sldMk cId="1442235704" sldId="2147483614"/>
        </pc:sldMkLst>
        <pc:spChg chg="mod">
          <ac:chgData name="Kakarla, Victor" userId="8556dead-650d-4b0f-81b6-d6c1b75eb26c" providerId="ADAL" clId="{10EA6428-FCCB-4676-A4D0-098C16AD2118}" dt="2026-07-07T16:45:11.055" v="3279" actId="20577"/>
          <ac:spMkLst>
            <pc:docMk/>
            <pc:sldMk cId="1442235704" sldId="2147483614"/>
            <ac:spMk id="2" creationId="{FF3C5392-BDF9-CA9C-9990-91B9F5CB2A50}"/>
          </ac:spMkLst>
        </pc:spChg>
        <pc:picChg chg="add">
          <ac:chgData name="Kakarla, Victor" userId="8556dead-650d-4b0f-81b6-d6c1b75eb26c" providerId="ADAL" clId="{10EA6428-FCCB-4676-A4D0-098C16AD2118}" dt="2026-07-07T16:42:35.596" v="3227" actId="22"/>
          <ac:picMkLst>
            <pc:docMk/>
            <pc:sldMk cId="1442235704" sldId="2147483614"/>
            <ac:picMk id="4" creationId="{168CC337-3A03-7932-24A3-77776006E1B2}"/>
          </ac:picMkLst>
        </pc:picChg>
      </pc:sldChg>
      <pc:sldChg chg="addSp delSp modSp add mod">
        <pc:chgData name="Kakarla, Victor" userId="8556dead-650d-4b0f-81b6-d6c1b75eb26c" providerId="ADAL" clId="{10EA6428-FCCB-4676-A4D0-098C16AD2118}" dt="2026-07-07T16:45:31.099" v="3282" actId="1076"/>
        <pc:sldMkLst>
          <pc:docMk/>
          <pc:sldMk cId="667450958" sldId="2147483615"/>
        </pc:sldMkLst>
        <pc:spChg chg="mod">
          <ac:chgData name="Kakarla, Victor" userId="8556dead-650d-4b0f-81b6-d6c1b75eb26c" providerId="ADAL" clId="{10EA6428-FCCB-4676-A4D0-098C16AD2118}" dt="2026-07-07T16:45:04.947" v="3272" actId="20577"/>
          <ac:spMkLst>
            <pc:docMk/>
            <pc:sldMk cId="667450958" sldId="2147483615"/>
            <ac:spMk id="2" creationId="{70633299-EFD2-30E2-2FC5-1AFE2EA8E353}"/>
          </ac:spMkLst>
        </pc:spChg>
        <pc:picChg chg="add mod">
          <ac:chgData name="Kakarla, Victor" userId="8556dead-650d-4b0f-81b6-d6c1b75eb26c" providerId="ADAL" clId="{10EA6428-FCCB-4676-A4D0-098C16AD2118}" dt="2026-07-07T16:45:31.099" v="3282" actId="1076"/>
          <ac:picMkLst>
            <pc:docMk/>
            <pc:sldMk cId="667450958" sldId="2147483615"/>
            <ac:picMk id="5" creationId="{BC5CF907-1681-96F1-0B26-C8EC3DD0118F}"/>
          </ac:picMkLst>
        </pc:picChg>
      </pc:sldChg>
    </pc:docChg>
  </pc:docChgLst>
  <pc:docChgLst>
    <pc:chgData name="Fujiwara, Yoshitaka (C)" userId="S::yfujiwara@internal.colt.net::d51ecc55-1dca-4190-a20e-1c342f4ba3a8" providerId="AD" clId="Web-{086CD915-585F-CE6D-98BA-5B17098DE1D7}"/>
    <pc:docChg chg="sldOrd">
      <pc:chgData name="Fujiwara, Yoshitaka (C)" userId="S::yfujiwara@internal.colt.net::d51ecc55-1dca-4190-a20e-1c342f4ba3a8" providerId="AD" clId="Web-{086CD915-585F-CE6D-98BA-5B17098DE1D7}" dt="2026-06-19T04:41:23.311" v="0"/>
      <pc:docMkLst>
        <pc:docMk/>
      </pc:docMkLst>
      <pc:sldChg chg="ord">
        <pc:chgData name="Fujiwara, Yoshitaka (C)" userId="S::yfujiwara@internal.colt.net::d51ecc55-1dca-4190-a20e-1c342f4ba3a8" providerId="AD" clId="Web-{086CD915-585F-CE6D-98BA-5B17098DE1D7}" dt="2026-06-19T04:41:23.311" v="0"/>
        <pc:sldMkLst>
          <pc:docMk/>
          <pc:sldMk cId="4292776282" sldId="2147483564"/>
        </pc:sldMkLst>
      </pc:sldChg>
    </pc:docChg>
  </pc:docChgLst>
  <pc:docChgLst>
    <pc:chgData name="Kakarla, Victor" userId="S::vkakarla1@internal.colt.net::8556dead-650d-4b0f-81b6-d6c1b75eb26c" providerId="AD" clId="Web-{6B164B71-2D02-E611-90D0-E2D85668EF96}"/>
    <pc:docChg chg="modSld">
      <pc:chgData name="Kakarla, Victor" userId="S::vkakarla1@internal.colt.net::8556dead-650d-4b0f-81b6-d6c1b75eb26c" providerId="AD" clId="Web-{6B164B71-2D02-E611-90D0-E2D85668EF96}" dt="2026-07-16T19:45:53.084" v="25" actId="20577"/>
      <pc:docMkLst>
        <pc:docMk/>
      </pc:docMkLst>
      <pc:sldChg chg="addSp modSp">
        <pc:chgData name="Kakarla, Victor" userId="S::vkakarla1@internal.colt.net::8556dead-650d-4b0f-81b6-d6c1b75eb26c" providerId="AD" clId="Web-{6B164B71-2D02-E611-90D0-E2D85668EF96}" dt="2026-07-16T17:56:19.695" v="8" actId="1076"/>
        <pc:sldMkLst>
          <pc:docMk/>
          <pc:sldMk cId="3841661731" sldId="2147483606"/>
        </pc:sldMkLst>
        <pc:spChg chg="add mod">
          <ac:chgData name="Kakarla, Victor" userId="S::vkakarla1@internal.colt.net::8556dead-650d-4b0f-81b6-d6c1b75eb26c" providerId="AD" clId="Web-{6B164B71-2D02-E611-90D0-E2D85668EF96}" dt="2026-07-16T17:56:19.695" v="8" actId="1076"/>
          <ac:spMkLst>
            <pc:docMk/>
            <pc:sldMk cId="3841661731" sldId="2147483606"/>
            <ac:spMk id="22" creationId="{004B450E-6BBD-6064-5F8E-6BB1B2254CD4}"/>
          </ac:spMkLst>
        </pc:spChg>
      </pc:sldChg>
      <pc:sldChg chg="addSp">
        <pc:chgData name="Kakarla, Victor" userId="S::vkakarla1@internal.colt.net::8556dead-650d-4b0f-81b6-d6c1b75eb26c" providerId="AD" clId="Web-{6B164B71-2D02-E611-90D0-E2D85668EF96}" dt="2026-07-16T17:56:08.710" v="6"/>
        <pc:sldMkLst>
          <pc:docMk/>
          <pc:sldMk cId="2250643568" sldId="2147483607"/>
        </pc:sldMkLst>
        <pc:spChg chg="add">
          <ac:chgData name="Kakarla, Victor" userId="S::vkakarla1@internal.colt.net::8556dead-650d-4b0f-81b6-d6c1b75eb26c" providerId="AD" clId="Web-{6B164B71-2D02-E611-90D0-E2D85668EF96}" dt="2026-07-16T17:56:08.710" v="6"/>
          <ac:spMkLst>
            <pc:docMk/>
            <pc:sldMk cId="2250643568" sldId="2147483607"/>
            <ac:spMk id="4" creationId="{C3A537B6-8371-F8C1-BD10-5807B3FA980C}"/>
          </ac:spMkLst>
        </pc:spChg>
      </pc:sldChg>
      <pc:sldChg chg="addSp modSp">
        <pc:chgData name="Kakarla, Victor" userId="S::vkakarla1@internal.colt.net::8556dead-650d-4b0f-81b6-d6c1b75eb26c" providerId="AD" clId="Web-{6B164B71-2D02-E611-90D0-E2D85668EF96}" dt="2026-07-16T17:56:08.523" v="5"/>
        <pc:sldMkLst>
          <pc:docMk/>
          <pc:sldMk cId="1612019307" sldId="2147483608"/>
        </pc:sldMkLst>
        <pc:spChg chg="add mod">
          <ac:chgData name="Kakarla, Victor" userId="S::vkakarla1@internal.colt.net::8556dead-650d-4b0f-81b6-d6c1b75eb26c" providerId="AD" clId="Web-{6B164B71-2D02-E611-90D0-E2D85668EF96}" dt="2026-07-16T17:56:08.523" v="5"/>
          <ac:spMkLst>
            <pc:docMk/>
            <pc:sldMk cId="1612019307" sldId="2147483608"/>
            <ac:spMk id="4" creationId="{5E28A89C-3408-1C67-D6E1-DC6B6A20A779}"/>
          </ac:spMkLst>
        </pc:spChg>
      </pc:sldChg>
      <pc:sldChg chg="addSp modSp">
        <pc:chgData name="Kakarla, Victor" userId="S::vkakarla1@internal.colt.net::8556dead-650d-4b0f-81b6-d6c1b75eb26c" providerId="AD" clId="Web-{6B164B71-2D02-E611-90D0-E2D85668EF96}" dt="2026-07-16T19:45:53.084" v="25" actId="20577"/>
        <pc:sldMkLst>
          <pc:docMk/>
          <pc:sldMk cId="2350733781" sldId="2147483610"/>
        </pc:sldMkLst>
        <pc:spChg chg="add mod">
          <ac:chgData name="Kakarla, Victor" userId="S::vkakarla1@internal.colt.net::8556dead-650d-4b0f-81b6-d6c1b75eb26c" providerId="AD" clId="Web-{6B164B71-2D02-E611-90D0-E2D85668EF96}" dt="2026-07-16T17:56:47.462" v="19" actId="1076"/>
          <ac:spMkLst>
            <pc:docMk/>
            <pc:sldMk cId="2350733781" sldId="2147483610"/>
            <ac:spMk id="6" creationId="{AB08BF84-105F-6700-488C-C3E980F18BE6}"/>
          </ac:spMkLst>
        </pc:spChg>
        <pc:spChg chg="mod">
          <ac:chgData name="Kakarla, Victor" userId="S::vkakarla1@internal.colt.net::8556dead-650d-4b0f-81b6-d6c1b75eb26c" providerId="AD" clId="Web-{6B164B71-2D02-E611-90D0-E2D85668EF96}" dt="2026-07-16T19:45:53.084" v="25" actId="20577"/>
          <ac:spMkLst>
            <pc:docMk/>
            <pc:sldMk cId="2350733781" sldId="2147483610"/>
            <ac:spMk id="222" creationId="{4030D20E-3621-E693-1F01-7FA7B58B92F1}"/>
          </ac:spMkLst>
        </pc:spChg>
      </pc:sldChg>
    </pc:docChg>
  </pc:docChgLst>
  <pc:docChgLst>
    <pc:chgData name="Kakarla, Victor" userId="S::vkakarla1@internal.colt.net::8556dead-650d-4b0f-81b6-d6c1b75eb26c" providerId="AD" clId="Web-{85450DCE-2D26-1C83-EA1E-62F550D979E2}"/>
    <pc:docChg chg="addSld modSld modSection">
      <pc:chgData name="Kakarla, Victor" userId="S::vkakarla1@internal.colt.net::8556dead-650d-4b0f-81b6-d6c1b75eb26c" providerId="AD" clId="Web-{85450DCE-2D26-1C83-EA1E-62F550D979E2}" dt="2026-07-07T11:03:22.637" v="27" actId="14100"/>
      <pc:docMkLst>
        <pc:docMk/>
      </pc:docMkLst>
      <pc:sldChg chg="addSp modSp new">
        <pc:chgData name="Kakarla, Victor" userId="S::vkakarla1@internal.colt.net::8556dead-650d-4b0f-81b6-d6c1b75eb26c" providerId="AD" clId="Web-{85450DCE-2D26-1C83-EA1E-62F550D979E2}" dt="2026-07-07T11:03:22.637" v="27" actId="14100"/>
        <pc:sldMkLst>
          <pc:docMk/>
          <pc:sldMk cId="3304104782" sldId="2147483611"/>
        </pc:sldMkLst>
        <pc:spChg chg="mod">
          <ac:chgData name="Kakarla, Victor" userId="S::vkakarla1@internal.colt.net::8556dead-650d-4b0f-81b6-d6c1b75eb26c" providerId="AD" clId="Web-{85450DCE-2D26-1C83-EA1E-62F550D979E2}" dt="2026-07-07T10:44:01.631" v="21" actId="20577"/>
          <ac:spMkLst>
            <pc:docMk/>
            <pc:sldMk cId="3304104782" sldId="2147483611"/>
            <ac:spMk id="2" creationId="{7021C77A-72E0-E604-05F0-80F635BE0CFC}"/>
          </ac:spMkLst>
        </pc:spChg>
        <pc:picChg chg="add mod">
          <ac:chgData name="Kakarla, Victor" userId="S::vkakarla1@internal.colt.net::8556dead-650d-4b0f-81b6-d6c1b75eb26c" providerId="AD" clId="Web-{85450DCE-2D26-1C83-EA1E-62F550D979E2}" dt="2026-07-07T11:03:22.637" v="27" actId="14100"/>
          <ac:picMkLst>
            <pc:docMk/>
            <pc:sldMk cId="3304104782" sldId="2147483611"/>
            <ac:picMk id="3" creationId="{01612D8A-7D51-E9AD-8894-6983C56A661A}"/>
          </ac:picMkLst>
        </pc:picChg>
      </pc:sldChg>
    </pc:docChg>
  </pc:docChgLst>
  <pc:docChgLst>
    <pc:chgData name="Kakarla, Victor" userId="S::vkakarla1@internal.colt.net::8556dead-650d-4b0f-81b6-d6c1b75eb26c" providerId="AD" clId="Web-{CF9BD1A1-E249-7558-6A06-172B50B27DD3}"/>
    <pc:docChg chg="addSld modSection">
      <pc:chgData name="Kakarla, Victor" userId="S::vkakarla1@internal.colt.net::8556dead-650d-4b0f-81b6-d6c1b75eb26c" providerId="AD" clId="Web-{CF9BD1A1-E249-7558-6A06-172B50B27DD3}" dt="2026-07-02T06:40:22.484" v="0"/>
      <pc:docMkLst>
        <pc:docMk/>
      </pc:docMkLst>
      <pc:sldChg chg="new">
        <pc:chgData name="Kakarla, Victor" userId="S::vkakarla1@internal.colt.net::8556dead-650d-4b0f-81b6-d6c1b75eb26c" providerId="AD" clId="Web-{CF9BD1A1-E249-7558-6A06-172B50B27DD3}" dt="2026-07-02T06:40:22.484" v="0"/>
        <pc:sldMkLst>
          <pc:docMk/>
          <pc:sldMk cId="1273892361" sldId="2147483609"/>
        </pc:sldMkLst>
      </pc:sldChg>
    </pc:docChg>
  </pc:docChgLst>
  <pc:docChgLst>
    <pc:chgData name="Kakarla, Victor" userId="S::vkakarla1@internal.colt.net::8556dead-650d-4b0f-81b6-d6c1b75eb26c" providerId="AD" clId="Web-{D5E5A1B9-DCA4-C0C2-7177-06B8AFF69481}"/>
    <pc:docChg chg="addSld modSld modSection">
      <pc:chgData name="Kakarla, Victor" userId="S::vkakarla1@internal.colt.net::8556dead-650d-4b0f-81b6-d6c1b75eb26c" providerId="AD" clId="Web-{D5E5A1B9-DCA4-C0C2-7177-06B8AFF69481}" dt="2026-07-07T01:54:20.307" v="495" actId="1076"/>
      <pc:docMkLst>
        <pc:docMk/>
      </pc:docMkLst>
      <pc:sldChg chg="modSp">
        <pc:chgData name="Kakarla, Victor" userId="S::vkakarla1@internal.colt.net::8556dead-650d-4b0f-81b6-d6c1b75eb26c" providerId="AD" clId="Web-{D5E5A1B9-DCA4-C0C2-7177-06B8AFF69481}" dt="2026-07-07T01:47:10.383" v="8" actId="20577"/>
        <pc:sldMkLst>
          <pc:docMk/>
          <pc:sldMk cId="1095678078" sldId="2147483573"/>
        </pc:sldMkLst>
        <pc:spChg chg="mod">
          <ac:chgData name="Kakarla, Victor" userId="S::vkakarla1@internal.colt.net::8556dead-650d-4b0f-81b6-d6c1b75eb26c" providerId="AD" clId="Web-{D5E5A1B9-DCA4-C0C2-7177-06B8AFF69481}" dt="2026-07-07T01:47:10.383" v="8" actId="20577"/>
          <ac:spMkLst>
            <pc:docMk/>
            <pc:sldMk cId="1095678078" sldId="2147483573"/>
            <ac:spMk id="2" creationId="{ACAAA895-C779-0401-D9E1-6C5C6E987F7E}"/>
          </ac:spMkLst>
        </pc:spChg>
      </pc:sldChg>
      <pc:sldChg chg="delSp modSp add replId">
        <pc:chgData name="Kakarla, Victor" userId="S::vkakarla1@internal.colt.net::8556dead-650d-4b0f-81b6-d6c1b75eb26c" providerId="AD" clId="Web-{D5E5A1B9-DCA4-C0C2-7177-06B8AFF69481}" dt="2026-07-07T01:54:20.307" v="495" actId="1076"/>
        <pc:sldMkLst>
          <pc:docMk/>
          <pc:sldMk cId="2350733781" sldId="2147483610"/>
        </pc:sldMkLst>
        <pc:spChg chg="mod">
          <ac:chgData name="Kakarla, Victor" userId="S::vkakarla1@internal.colt.net::8556dead-650d-4b0f-81b6-d6c1b75eb26c" providerId="AD" clId="Web-{D5E5A1B9-DCA4-C0C2-7177-06B8AFF69481}" dt="2026-07-07T01:47:53.432" v="11" actId="20577"/>
          <ac:spMkLst>
            <pc:docMk/>
            <pc:sldMk cId="2350733781" sldId="2147483610"/>
            <ac:spMk id="143" creationId="{6CD1BE78-BD28-B76A-2965-250A61793290}"/>
          </ac:spMkLst>
        </pc:spChg>
        <pc:spChg chg="mod">
          <ac:chgData name="Kakarla, Victor" userId="S::vkakarla1@internal.colt.net::8556dead-650d-4b0f-81b6-d6c1b75eb26c" providerId="AD" clId="Web-{D5E5A1B9-DCA4-C0C2-7177-06B8AFF69481}" dt="2026-07-07T01:54:20.307" v="495" actId="1076"/>
          <ac:spMkLst>
            <pc:docMk/>
            <pc:sldMk cId="2350733781" sldId="2147483610"/>
            <ac:spMk id="222" creationId="{4030D20E-3621-E693-1F01-7FA7B58B92F1}"/>
          </ac:spMkLst>
        </pc:spChg>
      </pc:sldChg>
    </pc:docChg>
  </pc:docChgLst>
  <pc:docChgLst>
    <pc:chgData name="Kakarla, Victor" userId="S::vkakarla1@internal.colt.net::8556dead-650d-4b0f-81b6-d6c1b75eb26c" providerId="AD" clId="Web-{DF5C40CE-BBED-7B1A-553C-82B6C27185B9}"/>
    <pc:docChg chg="addSld modSld modSection">
      <pc:chgData name="Kakarla, Victor" userId="S::vkakarla1@internal.colt.net::8556dead-650d-4b0f-81b6-d6c1b75eb26c" providerId="AD" clId="Web-{DF5C40CE-BBED-7B1A-553C-82B6C27185B9}" dt="2026-07-08T03:25:39.801" v="158" actId="20577"/>
      <pc:docMkLst>
        <pc:docMk/>
      </pc:docMkLst>
      <pc:sldChg chg="modSp">
        <pc:chgData name="Kakarla, Victor" userId="S::vkakarla1@internal.colt.net::8556dead-650d-4b0f-81b6-d6c1b75eb26c" providerId="AD" clId="Web-{DF5C40CE-BBED-7B1A-553C-82B6C27185B9}" dt="2026-07-08T03:07:50.962" v="155" actId="20577"/>
        <pc:sldMkLst>
          <pc:docMk/>
          <pc:sldMk cId="2350733781" sldId="2147483610"/>
        </pc:sldMkLst>
        <pc:spChg chg="mod">
          <ac:chgData name="Kakarla, Victor" userId="S::vkakarla1@internal.colt.net::8556dead-650d-4b0f-81b6-d6c1b75eb26c" providerId="AD" clId="Web-{DF5C40CE-BBED-7B1A-553C-82B6C27185B9}" dt="2026-07-08T03:07:50.962" v="155" actId="20577"/>
          <ac:spMkLst>
            <pc:docMk/>
            <pc:sldMk cId="2350733781" sldId="2147483610"/>
            <ac:spMk id="222" creationId="{4030D20E-3621-E693-1F01-7FA7B58B92F1}"/>
          </ac:spMkLst>
        </pc:spChg>
      </pc:sldChg>
      <pc:sldChg chg="modSp">
        <pc:chgData name="Kakarla, Victor" userId="S::vkakarla1@internal.colt.net::8556dead-650d-4b0f-81b6-d6c1b75eb26c" providerId="AD" clId="Web-{DF5C40CE-BBED-7B1A-553C-82B6C27185B9}" dt="2026-07-08T03:25:39.801" v="158" actId="20577"/>
        <pc:sldMkLst>
          <pc:docMk/>
          <pc:sldMk cId="3304104782" sldId="2147483611"/>
        </pc:sldMkLst>
        <pc:spChg chg="mod">
          <ac:chgData name="Kakarla, Victor" userId="S::vkakarla1@internal.colt.net::8556dead-650d-4b0f-81b6-d6c1b75eb26c" providerId="AD" clId="Web-{DF5C40CE-BBED-7B1A-553C-82B6C27185B9}" dt="2026-07-08T03:25:39.801" v="158" actId="20577"/>
          <ac:spMkLst>
            <pc:docMk/>
            <pc:sldMk cId="3304104782" sldId="2147483611"/>
            <ac:spMk id="7" creationId="{B612C7AA-36FB-18C5-F7B6-A45AA2D6F668}"/>
          </ac:spMkLst>
        </pc:spChg>
        <pc:spChg chg="mod">
          <ac:chgData name="Kakarla, Victor" userId="S::vkakarla1@internal.colt.net::8556dead-650d-4b0f-81b6-d6c1b75eb26c" providerId="AD" clId="Web-{DF5C40CE-BBED-7B1A-553C-82B6C27185B9}" dt="2026-07-08T02:05:55.272" v="28" actId="20577"/>
          <ac:spMkLst>
            <pc:docMk/>
            <pc:sldMk cId="3304104782" sldId="2147483611"/>
            <ac:spMk id="9" creationId="{51818599-5FCF-3138-FACB-412076A45A4D}"/>
          </ac:spMkLst>
        </pc:spChg>
      </pc:sldChg>
      <pc:sldChg chg="modSp new">
        <pc:chgData name="Kakarla, Victor" userId="S::vkakarla1@internal.colt.net::8556dead-650d-4b0f-81b6-d6c1b75eb26c" providerId="AD" clId="Web-{DF5C40CE-BBED-7B1A-553C-82B6C27185B9}" dt="2026-07-08T02:07:25.493" v="31" actId="20577"/>
        <pc:sldMkLst>
          <pc:docMk/>
          <pc:sldMk cId="1472923767" sldId="2147483616"/>
        </pc:sldMkLst>
        <pc:spChg chg="mod">
          <ac:chgData name="Kakarla, Victor" userId="S::vkakarla1@internal.colt.net::8556dead-650d-4b0f-81b6-d6c1b75eb26c" providerId="AD" clId="Web-{DF5C40CE-BBED-7B1A-553C-82B6C27185B9}" dt="2026-07-08T02:07:25.493" v="31" actId="20577"/>
          <ac:spMkLst>
            <pc:docMk/>
            <pc:sldMk cId="1472923767" sldId="2147483616"/>
            <ac:spMk id="2" creationId="{76299F8E-5C62-5AB1-9ABB-E4D786C5ABC6}"/>
          </ac:spMkLst>
        </pc:spChg>
      </pc:sldChg>
      <pc:sldChg chg="modSp add replId">
        <pc:chgData name="Kakarla, Victor" userId="S::vkakarla1@internal.colt.net::8556dead-650d-4b0f-81b6-d6c1b75eb26c" providerId="AD" clId="Web-{DF5C40CE-BBED-7B1A-553C-82B6C27185B9}" dt="2026-07-08T02:07:36.821" v="35" actId="20577"/>
        <pc:sldMkLst>
          <pc:docMk/>
          <pc:sldMk cId="2591543763" sldId="2147483617"/>
        </pc:sldMkLst>
        <pc:spChg chg="mod">
          <ac:chgData name="Kakarla, Victor" userId="S::vkakarla1@internal.colt.net::8556dead-650d-4b0f-81b6-d6c1b75eb26c" providerId="AD" clId="Web-{DF5C40CE-BBED-7B1A-553C-82B6C27185B9}" dt="2026-07-08T02:07:36.821" v="35" actId="20577"/>
          <ac:spMkLst>
            <pc:docMk/>
            <pc:sldMk cId="2591543763" sldId="2147483617"/>
            <ac:spMk id="2" creationId="{215308BE-0909-0EF9-5DC6-A81503D2CB61}"/>
          </ac:spMkLst>
        </pc:spChg>
      </pc:sldChg>
      <pc:sldChg chg="modSp new">
        <pc:chgData name="Kakarla, Victor" userId="S::vkakarla1@internal.colt.net::8556dead-650d-4b0f-81b6-d6c1b75eb26c" providerId="AD" clId="Web-{DF5C40CE-BBED-7B1A-553C-82B6C27185B9}" dt="2026-07-08T02:24:37.741" v="67" actId="20577"/>
        <pc:sldMkLst>
          <pc:docMk/>
          <pc:sldMk cId="3480555283" sldId="2147483618"/>
        </pc:sldMkLst>
        <pc:spChg chg="mod">
          <ac:chgData name="Kakarla, Victor" userId="S::vkakarla1@internal.colt.net::8556dead-650d-4b0f-81b6-d6c1b75eb26c" providerId="AD" clId="Web-{DF5C40CE-BBED-7B1A-553C-82B6C27185B9}" dt="2026-07-08T02:24:37.741" v="67" actId="20577"/>
          <ac:spMkLst>
            <pc:docMk/>
            <pc:sldMk cId="3480555283" sldId="2147483618"/>
            <ac:spMk id="2" creationId="{878ABAED-9BAF-0363-7736-024DA31E3003}"/>
          </ac:spMkLst>
        </pc:spChg>
      </pc:sldChg>
    </pc:docChg>
  </pc:docChgLst>
  <pc:docChgLst>
    <pc:chgData name="Jain, Amit (T)" userId="40d88ffb-c034-4921-b675-78702de91596" providerId="ADAL" clId="{1C56DF7C-B44E-4963-ACCF-5FDB625C48E0}"/>
    <pc:docChg chg="modSld">
      <pc:chgData name="Jain, Amit (T)" userId="40d88ffb-c034-4921-b675-78702de91596" providerId="ADAL" clId="{1C56DF7C-B44E-4963-ACCF-5FDB625C48E0}" dt="2026-06-18T11:05:36.810" v="0" actId="14100"/>
      <pc:docMkLst>
        <pc:docMk/>
      </pc:docMkLst>
      <pc:sldChg chg="modSp mod">
        <pc:chgData name="Jain, Amit (T)" userId="40d88ffb-c034-4921-b675-78702de91596" providerId="ADAL" clId="{1C56DF7C-B44E-4963-ACCF-5FDB625C48E0}" dt="2026-06-18T11:05:36.810" v="0" actId="14100"/>
        <pc:sldMkLst>
          <pc:docMk/>
          <pc:sldMk cId="2250643568" sldId="2147483607"/>
        </pc:sldMkLst>
        <pc:spChg chg="mod">
          <ac:chgData name="Jain, Amit (T)" userId="40d88ffb-c034-4921-b675-78702de91596" providerId="ADAL" clId="{1C56DF7C-B44E-4963-ACCF-5FDB625C48E0}" dt="2026-06-18T11:05:36.810" v="0" actId="14100"/>
          <ac:spMkLst>
            <pc:docMk/>
            <pc:sldMk cId="2250643568" sldId="2147483607"/>
            <ac:spMk id="198" creationId="{5D208461-7DB7-E080-2CC4-1E3CE149734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043E01-C8B9-2407-C335-15773C9DE6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DC3B3F2-191C-F064-D7CD-EC0D8E8C4D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8D1CA9-5377-3746-81A6-A525FA86F9C2}" type="datetimeFigureOut">
              <a:rPr lang="en-GB" smtClean="0"/>
              <a:t>16/07/2026</a:t>
            </a:fld>
            <a:endParaRPr lang="en-GB"/>
          </a:p>
        </p:txBody>
      </p:sp>
      <p:sp>
        <p:nvSpPr>
          <p:cNvPr id="4" name="Footer Placeholder 3">
            <a:extLst>
              <a:ext uri="{FF2B5EF4-FFF2-40B4-BE49-F238E27FC236}">
                <a16:creationId xmlns:a16="http://schemas.microsoft.com/office/drawing/2014/main" id="{9877B8CD-6CC2-55C4-CE64-1B284EF087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CCF248E0-45F8-F269-CA60-B6C0C194F1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8D8C88-E602-E24B-BAEA-ECC4BB175B87}" type="slidenum">
              <a:rPr lang="en-GB" smtClean="0"/>
              <a:t>‹#›</a:t>
            </a:fld>
            <a:endParaRPr lang="en-GB"/>
          </a:p>
        </p:txBody>
      </p:sp>
    </p:spTree>
    <p:extLst>
      <p:ext uri="{BB962C8B-B14F-4D97-AF65-F5344CB8AC3E}">
        <p14:creationId xmlns:p14="http://schemas.microsoft.com/office/powerpoint/2010/main" val="29710398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99C2B7-1FCE-0249-8C07-D571E9137F6A}" type="datetimeFigureOut">
              <a:rPr lang="en-GB" smtClean="0"/>
              <a:t>16/07/2026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FFC6E8-00AC-9045-A782-A4C0522E2ECF}" type="slidenum">
              <a:rPr lang="en-GB" smtClean="0"/>
              <a:t>‹#›</a:t>
            </a:fld>
            <a:endParaRPr lang="en-GB"/>
          </a:p>
        </p:txBody>
      </p:sp>
    </p:spTree>
    <p:extLst>
      <p:ext uri="{BB962C8B-B14F-4D97-AF65-F5344CB8AC3E}">
        <p14:creationId xmlns:p14="http://schemas.microsoft.com/office/powerpoint/2010/main" val="1237969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FFC6E8-00AC-9045-A782-A4C0522E2ECF}" type="slidenum">
              <a:rPr lang="en-GB" smtClean="0"/>
              <a:t>1</a:t>
            </a:fld>
            <a:endParaRPr lang="en-GB"/>
          </a:p>
        </p:txBody>
      </p:sp>
    </p:spTree>
    <p:extLst>
      <p:ext uri="{BB962C8B-B14F-4D97-AF65-F5344CB8AC3E}">
        <p14:creationId xmlns:p14="http://schemas.microsoft.com/office/powerpoint/2010/main" val="1510120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FFC6E8-00AC-9045-A782-A4C0522E2ECF}" type="slidenum">
              <a:rPr lang="en-GB" smtClean="0"/>
              <a:t>35</a:t>
            </a:fld>
            <a:endParaRPr lang="en-GB"/>
          </a:p>
        </p:txBody>
      </p:sp>
    </p:spTree>
    <p:extLst>
      <p:ext uri="{BB962C8B-B14F-4D97-AF65-F5344CB8AC3E}">
        <p14:creationId xmlns:p14="http://schemas.microsoft.com/office/powerpoint/2010/main" val="3791338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2FFC6E8-00AC-9045-A782-A4C0522E2ECF}" type="slidenum">
              <a:rPr lang="en-GB" smtClean="0"/>
              <a:t>37</a:t>
            </a:fld>
            <a:endParaRPr lang="en-GB"/>
          </a:p>
        </p:txBody>
      </p:sp>
    </p:spTree>
    <p:extLst>
      <p:ext uri="{BB962C8B-B14F-4D97-AF65-F5344CB8AC3E}">
        <p14:creationId xmlns:p14="http://schemas.microsoft.com/office/powerpoint/2010/main" val="31978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8.sv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_02">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5AE9089-5269-A5C6-C902-E716DAAD5D21}"/>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83402" y="1549398"/>
            <a:ext cx="6857998" cy="3759199"/>
          </a:xfrm>
          <a:prstGeom prst="rect">
            <a:avLst/>
          </a:prstGeom>
        </p:spPr>
      </p:pic>
      <p:sp>
        <p:nvSpPr>
          <p:cNvPr id="2" name="Title 1">
            <a:extLst>
              <a:ext uri="{FF2B5EF4-FFF2-40B4-BE49-F238E27FC236}">
                <a16:creationId xmlns:a16="http://schemas.microsoft.com/office/drawing/2014/main" id="{3518BD03-B180-3A93-EB92-247C2E59556E}"/>
              </a:ext>
            </a:extLst>
          </p:cNvPr>
          <p:cNvSpPr>
            <a:spLocks noGrp="1"/>
          </p:cNvSpPr>
          <p:nvPr>
            <p:ph type="ctrTitle" hasCustomPrompt="1"/>
          </p:nvPr>
        </p:nvSpPr>
        <p:spPr>
          <a:xfrm>
            <a:off x="1524000" y="914059"/>
            <a:ext cx="9144000" cy="4186638"/>
          </a:xfrm>
        </p:spPr>
        <p:txBody>
          <a:bodyPr anchor="b">
            <a:normAutofit/>
          </a:bodyPr>
          <a:lstStyle>
            <a:lvl1pPr algn="l">
              <a:lnSpc>
                <a:spcPct val="70000"/>
              </a:lnSpc>
              <a:defRPr sz="800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29F4F6F-80DA-12B0-1211-AF7BD44AD6FC}"/>
              </a:ext>
            </a:extLst>
          </p:cNvPr>
          <p:cNvSpPr>
            <a:spLocks noGrp="1"/>
          </p:cNvSpPr>
          <p:nvPr>
            <p:ph type="subTitle" idx="1"/>
          </p:nvPr>
        </p:nvSpPr>
        <p:spPr>
          <a:xfrm>
            <a:off x="6096000" y="5192772"/>
            <a:ext cx="4932363"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Graphic 6">
            <a:extLst>
              <a:ext uri="{FF2B5EF4-FFF2-40B4-BE49-F238E27FC236}">
                <a16:creationId xmlns:a16="http://schemas.microsoft.com/office/drawing/2014/main" id="{DE1C32C4-FE73-FBDE-6E28-1D416A24AF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4" name="Slide Number Placeholder 1">
            <a:extLst>
              <a:ext uri="{FF2B5EF4-FFF2-40B4-BE49-F238E27FC236}">
                <a16:creationId xmlns:a16="http://schemas.microsoft.com/office/drawing/2014/main" id="{79854BF3-3C62-4173-ACC0-A950CABA63A3}"/>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tx1"/>
                </a:solidFill>
              </a:rPr>
              <a:pPr marL="0" indent="0">
                <a:buNone/>
              </a:pPr>
              <a:t>‹#›</a:t>
            </a:fld>
            <a:endParaRPr lang="en-GB" sz="1400" b="1">
              <a:solidFill>
                <a:schemeClr val="tx1"/>
              </a:solidFill>
            </a:endParaRPr>
          </a:p>
        </p:txBody>
      </p:sp>
    </p:spTree>
    <p:extLst>
      <p:ext uri="{BB962C8B-B14F-4D97-AF65-F5344CB8AC3E}">
        <p14:creationId xmlns:p14="http://schemas.microsoft.com/office/powerpoint/2010/main" val="18995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_02">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5AE9089-5269-A5C6-C902-E716DAAD5D21}"/>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83402" y="1549398"/>
            <a:ext cx="6857998" cy="3759199"/>
          </a:xfrm>
          <a:prstGeom prst="rect">
            <a:avLst/>
          </a:prstGeom>
        </p:spPr>
      </p:pic>
      <p:sp>
        <p:nvSpPr>
          <p:cNvPr id="2" name="Title 1">
            <a:extLst>
              <a:ext uri="{FF2B5EF4-FFF2-40B4-BE49-F238E27FC236}">
                <a16:creationId xmlns:a16="http://schemas.microsoft.com/office/drawing/2014/main" id="{3518BD03-B180-3A93-EB92-247C2E59556E}"/>
              </a:ext>
            </a:extLst>
          </p:cNvPr>
          <p:cNvSpPr>
            <a:spLocks noGrp="1"/>
          </p:cNvSpPr>
          <p:nvPr>
            <p:ph type="ctrTitle" hasCustomPrompt="1"/>
          </p:nvPr>
        </p:nvSpPr>
        <p:spPr>
          <a:xfrm>
            <a:off x="1524000" y="914059"/>
            <a:ext cx="5565169" cy="4186638"/>
          </a:xfrm>
        </p:spPr>
        <p:txBody>
          <a:bodyPr anchor="b">
            <a:normAutofit/>
          </a:bodyPr>
          <a:lstStyle>
            <a:lvl1pPr algn="l">
              <a:lnSpc>
                <a:spcPct val="70000"/>
              </a:lnSpc>
              <a:defRPr sz="800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29F4F6F-80DA-12B0-1211-AF7BD44AD6FC}"/>
              </a:ext>
            </a:extLst>
          </p:cNvPr>
          <p:cNvSpPr>
            <a:spLocks noGrp="1"/>
          </p:cNvSpPr>
          <p:nvPr>
            <p:ph type="subTitle" idx="1"/>
          </p:nvPr>
        </p:nvSpPr>
        <p:spPr>
          <a:xfrm>
            <a:off x="1524000" y="5192772"/>
            <a:ext cx="4932363" cy="117786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Graphic 6">
            <a:extLst>
              <a:ext uri="{FF2B5EF4-FFF2-40B4-BE49-F238E27FC236}">
                <a16:creationId xmlns:a16="http://schemas.microsoft.com/office/drawing/2014/main" id="{DE1C32C4-FE73-FBDE-6E28-1D416A24AF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4" name="Slide Number Placeholder 1">
            <a:extLst>
              <a:ext uri="{FF2B5EF4-FFF2-40B4-BE49-F238E27FC236}">
                <a16:creationId xmlns:a16="http://schemas.microsoft.com/office/drawing/2014/main" id="{79854BF3-3C62-4173-ACC0-A950CABA63A3}"/>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tx1"/>
                </a:solidFill>
              </a:rPr>
              <a:pPr marL="0" indent="0">
                <a:buNone/>
              </a:pPr>
              <a:t>‹#›</a:t>
            </a:fld>
            <a:endParaRPr lang="en-GB" sz="1400" b="1">
              <a:solidFill>
                <a:schemeClr val="tx1"/>
              </a:solidFill>
            </a:endParaRPr>
          </a:p>
        </p:txBody>
      </p:sp>
      <p:pic>
        <p:nvPicPr>
          <p:cNvPr id="5" name="Picture 4">
            <a:extLst>
              <a:ext uri="{FF2B5EF4-FFF2-40B4-BE49-F238E27FC236}">
                <a16:creationId xmlns:a16="http://schemas.microsoft.com/office/drawing/2014/main" id="{E52E6BFE-F4D7-A57E-4286-A5F66D21935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7577132" y="330619"/>
            <a:ext cx="2869524" cy="6527381"/>
          </a:xfrm>
          <a:prstGeom prst="rect">
            <a:avLst/>
          </a:prstGeom>
        </p:spPr>
      </p:pic>
    </p:spTree>
    <p:extLst>
      <p:ext uri="{BB962C8B-B14F-4D97-AF65-F5344CB8AC3E}">
        <p14:creationId xmlns:p14="http://schemas.microsoft.com/office/powerpoint/2010/main" val="2848376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4_Title Slide_02">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5AE9089-5269-A5C6-C902-E716DAAD5D21}"/>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83402" y="1549398"/>
            <a:ext cx="6857998" cy="3759199"/>
          </a:xfrm>
          <a:prstGeom prst="rect">
            <a:avLst/>
          </a:prstGeom>
        </p:spPr>
      </p:pic>
      <p:sp>
        <p:nvSpPr>
          <p:cNvPr id="2" name="Title 1">
            <a:extLst>
              <a:ext uri="{FF2B5EF4-FFF2-40B4-BE49-F238E27FC236}">
                <a16:creationId xmlns:a16="http://schemas.microsoft.com/office/drawing/2014/main" id="{3518BD03-B180-3A93-EB92-247C2E59556E}"/>
              </a:ext>
            </a:extLst>
          </p:cNvPr>
          <p:cNvSpPr>
            <a:spLocks noGrp="1"/>
          </p:cNvSpPr>
          <p:nvPr>
            <p:ph type="ctrTitle" hasCustomPrompt="1"/>
          </p:nvPr>
        </p:nvSpPr>
        <p:spPr>
          <a:xfrm>
            <a:off x="1524000" y="914059"/>
            <a:ext cx="5565169" cy="4186638"/>
          </a:xfrm>
        </p:spPr>
        <p:txBody>
          <a:bodyPr anchor="b">
            <a:normAutofit/>
          </a:bodyPr>
          <a:lstStyle>
            <a:lvl1pPr algn="l">
              <a:lnSpc>
                <a:spcPct val="70000"/>
              </a:lnSpc>
              <a:defRPr sz="800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29F4F6F-80DA-12B0-1211-AF7BD44AD6FC}"/>
              </a:ext>
            </a:extLst>
          </p:cNvPr>
          <p:cNvSpPr>
            <a:spLocks noGrp="1"/>
          </p:cNvSpPr>
          <p:nvPr>
            <p:ph type="subTitle" idx="1"/>
          </p:nvPr>
        </p:nvSpPr>
        <p:spPr>
          <a:xfrm>
            <a:off x="1524000" y="5192772"/>
            <a:ext cx="4932363" cy="117786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Graphic 6">
            <a:extLst>
              <a:ext uri="{FF2B5EF4-FFF2-40B4-BE49-F238E27FC236}">
                <a16:creationId xmlns:a16="http://schemas.microsoft.com/office/drawing/2014/main" id="{DE1C32C4-FE73-FBDE-6E28-1D416A24AF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4" name="Slide Number Placeholder 1">
            <a:extLst>
              <a:ext uri="{FF2B5EF4-FFF2-40B4-BE49-F238E27FC236}">
                <a16:creationId xmlns:a16="http://schemas.microsoft.com/office/drawing/2014/main" id="{79854BF3-3C62-4173-ACC0-A950CABA63A3}"/>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tx1"/>
                </a:solidFill>
              </a:rPr>
              <a:pPr marL="0" indent="0">
                <a:buNone/>
              </a:pPr>
              <a:t>‹#›</a:t>
            </a:fld>
            <a:endParaRPr lang="en-GB" sz="1400" b="1">
              <a:solidFill>
                <a:schemeClr val="tx1"/>
              </a:solidFill>
            </a:endParaRPr>
          </a:p>
        </p:txBody>
      </p:sp>
      <p:pic>
        <p:nvPicPr>
          <p:cNvPr id="5" name="Picture Placeholder 6" descr="A planet earth with clouds and water&#10;&#10;AI-generated content may be incorrect.">
            <a:extLst>
              <a:ext uri="{FF2B5EF4-FFF2-40B4-BE49-F238E27FC236}">
                <a16:creationId xmlns:a16="http://schemas.microsoft.com/office/drawing/2014/main" id="{34C57A9B-76DB-DA9E-9F18-0AB5AF670C31}"/>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rcRect l="-1082" t="-149" r="-1074" b="-149"/>
          <a:stretch>
            <a:fillRect/>
          </a:stretch>
        </p:blipFill>
        <p:spPr>
          <a:xfrm>
            <a:off x="7247825" y="1416722"/>
            <a:ext cx="4052024" cy="4024550"/>
          </a:xfrm>
          <a:prstGeom prst="rect">
            <a:avLst/>
          </a:prstGeom>
        </p:spPr>
      </p:pic>
    </p:spTree>
    <p:extLst>
      <p:ext uri="{BB962C8B-B14F-4D97-AF65-F5344CB8AC3E}">
        <p14:creationId xmlns:p14="http://schemas.microsoft.com/office/powerpoint/2010/main" val="334374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_02">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5AE9089-5269-A5C6-C902-E716DAAD5D21}"/>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83402" y="1549398"/>
            <a:ext cx="6857998" cy="3759199"/>
          </a:xfrm>
          <a:prstGeom prst="rect">
            <a:avLst/>
          </a:prstGeom>
        </p:spPr>
      </p:pic>
      <p:sp>
        <p:nvSpPr>
          <p:cNvPr id="2" name="Title 1">
            <a:extLst>
              <a:ext uri="{FF2B5EF4-FFF2-40B4-BE49-F238E27FC236}">
                <a16:creationId xmlns:a16="http://schemas.microsoft.com/office/drawing/2014/main" id="{3518BD03-B180-3A93-EB92-247C2E59556E}"/>
              </a:ext>
            </a:extLst>
          </p:cNvPr>
          <p:cNvSpPr>
            <a:spLocks noGrp="1"/>
          </p:cNvSpPr>
          <p:nvPr>
            <p:ph type="ctrTitle" hasCustomPrompt="1"/>
          </p:nvPr>
        </p:nvSpPr>
        <p:spPr>
          <a:xfrm>
            <a:off x="1524000" y="914059"/>
            <a:ext cx="6448746" cy="4186638"/>
          </a:xfrm>
        </p:spPr>
        <p:txBody>
          <a:bodyPr anchor="b">
            <a:normAutofit/>
          </a:bodyPr>
          <a:lstStyle>
            <a:lvl1pPr algn="l">
              <a:lnSpc>
                <a:spcPct val="70000"/>
              </a:lnSpc>
              <a:defRPr sz="800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29F4F6F-80DA-12B0-1211-AF7BD44AD6FC}"/>
              </a:ext>
            </a:extLst>
          </p:cNvPr>
          <p:cNvSpPr>
            <a:spLocks noGrp="1"/>
          </p:cNvSpPr>
          <p:nvPr>
            <p:ph type="subTitle" idx="1"/>
          </p:nvPr>
        </p:nvSpPr>
        <p:spPr>
          <a:xfrm>
            <a:off x="1524000" y="5192772"/>
            <a:ext cx="4932363" cy="115919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Graphic 6">
            <a:extLst>
              <a:ext uri="{FF2B5EF4-FFF2-40B4-BE49-F238E27FC236}">
                <a16:creationId xmlns:a16="http://schemas.microsoft.com/office/drawing/2014/main" id="{DE1C32C4-FE73-FBDE-6E28-1D416A24AF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4" name="Slide Number Placeholder 1">
            <a:extLst>
              <a:ext uri="{FF2B5EF4-FFF2-40B4-BE49-F238E27FC236}">
                <a16:creationId xmlns:a16="http://schemas.microsoft.com/office/drawing/2014/main" id="{79854BF3-3C62-4173-ACC0-A950CABA63A3}"/>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tx1"/>
                </a:solidFill>
              </a:rPr>
              <a:pPr marL="0" indent="0">
                <a:buNone/>
              </a:pPr>
              <a:t>‹#›</a:t>
            </a:fld>
            <a:endParaRPr lang="en-GB" sz="1400" b="1">
              <a:solidFill>
                <a:schemeClr val="tx1"/>
              </a:solidFill>
            </a:endParaRPr>
          </a:p>
        </p:txBody>
      </p:sp>
      <p:pic>
        <p:nvPicPr>
          <p:cNvPr id="8" name="Picture Placeholder 8" descr="Low angle view of a skyscraper&#10;&#10;AI-generated content may be incorrect.">
            <a:extLst>
              <a:ext uri="{FF2B5EF4-FFF2-40B4-BE49-F238E27FC236}">
                <a16:creationId xmlns:a16="http://schemas.microsoft.com/office/drawing/2014/main" id="{44A379D8-81F8-639F-CA7D-BE841F41CADF}"/>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a:xfrm>
            <a:off x="5534447" y="1835474"/>
            <a:ext cx="6657553" cy="5022526"/>
          </a:xfrm>
          <a:prstGeom prst="rect">
            <a:avLst/>
          </a:prstGeom>
        </p:spPr>
      </p:pic>
    </p:spTree>
    <p:extLst>
      <p:ext uri="{BB962C8B-B14F-4D97-AF65-F5344CB8AC3E}">
        <p14:creationId xmlns:p14="http://schemas.microsoft.com/office/powerpoint/2010/main" val="53555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_0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8BD03-B180-3A93-EB92-247C2E59556E}"/>
              </a:ext>
            </a:extLst>
          </p:cNvPr>
          <p:cNvSpPr>
            <a:spLocks noGrp="1"/>
          </p:cNvSpPr>
          <p:nvPr>
            <p:ph type="ctrTitle" hasCustomPrompt="1"/>
          </p:nvPr>
        </p:nvSpPr>
        <p:spPr>
          <a:xfrm>
            <a:off x="1524000" y="914059"/>
            <a:ext cx="5565169" cy="4186638"/>
          </a:xfrm>
        </p:spPr>
        <p:txBody>
          <a:bodyPr anchor="b">
            <a:normAutofit/>
          </a:bodyPr>
          <a:lstStyle>
            <a:lvl1pPr algn="l">
              <a:lnSpc>
                <a:spcPct val="70000"/>
              </a:lnSpc>
              <a:defRPr sz="800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29F4F6F-80DA-12B0-1211-AF7BD44AD6FC}"/>
              </a:ext>
            </a:extLst>
          </p:cNvPr>
          <p:cNvSpPr>
            <a:spLocks noGrp="1"/>
          </p:cNvSpPr>
          <p:nvPr>
            <p:ph type="subTitle" idx="1"/>
          </p:nvPr>
        </p:nvSpPr>
        <p:spPr>
          <a:xfrm>
            <a:off x="1524000" y="5192771"/>
            <a:ext cx="4932363" cy="1087893"/>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Slide Number Placeholder 1">
            <a:extLst>
              <a:ext uri="{FF2B5EF4-FFF2-40B4-BE49-F238E27FC236}">
                <a16:creationId xmlns:a16="http://schemas.microsoft.com/office/drawing/2014/main" id="{79854BF3-3C62-4173-ACC0-A950CABA63A3}"/>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tx1"/>
                </a:solidFill>
              </a:rPr>
              <a:pPr marL="0" indent="0">
                <a:buNone/>
              </a:pPr>
              <a:t>‹#›</a:t>
            </a:fld>
            <a:endParaRPr lang="en-GB" sz="1400" b="1">
              <a:solidFill>
                <a:schemeClr val="tx1"/>
              </a:solidFill>
            </a:endParaRPr>
          </a:p>
        </p:txBody>
      </p:sp>
      <p:pic>
        <p:nvPicPr>
          <p:cNvPr id="5" name="Graphic 4">
            <a:extLst>
              <a:ext uri="{FF2B5EF4-FFF2-40B4-BE49-F238E27FC236}">
                <a16:creationId xmlns:a16="http://schemas.microsoft.com/office/drawing/2014/main" id="{F780E0C4-197F-EB12-1884-CCB241A5AB29}"/>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83402" y="1549398"/>
            <a:ext cx="6857998" cy="3759199"/>
          </a:xfrm>
          <a:prstGeom prst="rect">
            <a:avLst/>
          </a:prstGeom>
        </p:spPr>
      </p:pic>
      <p:pic>
        <p:nvPicPr>
          <p:cNvPr id="16" name="Graphic 15">
            <a:extLst>
              <a:ext uri="{FF2B5EF4-FFF2-40B4-BE49-F238E27FC236}">
                <a16:creationId xmlns:a16="http://schemas.microsoft.com/office/drawing/2014/main" id="{970730D1-C92E-F0DB-643C-7DBE03F92BD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8" name="Picture Placeholder 7">
            <a:extLst>
              <a:ext uri="{FF2B5EF4-FFF2-40B4-BE49-F238E27FC236}">
                <a16:creationId xmlns:a16="http://schemas.microsoft.com/office/drawing/2014/main" id="{FDF96F8B-1894-1222-5A77-3EB210D0F583}"/>
              </a:ext>
            </a:extLst>
          </p:cNvPr>
          <p:cNvSpPr>
            <a:spLocks noGrp="1"/>
          </p:cNvSpPr>
          <p:nvPr>
            <p:ph type="pic" sz="quarter" idx="10"/>
          </p:nvPr>
        </p:nvSpPr>
        <p:spPr>
          <a:xfrm>
            <a:off x="7516412" y="926510"/>
            <a:ext cx="3515129" cy="5354155"/>
          </a:xfrm>
          <a:custGeom>
            <a:avLst/>
            <a:gdLst>
              <a:gd name="connsiteX0" fmla="*/ 3515129 w 3515129"/>
              <a:gd name="connsiteY0" fmla="*/ 0 h 5354155"/>
              <a:gd name="connsiteX1" fmla="*/ 3515129 w 3515129"/>
              <a:gd name="connsiteY1" fmla="*/ 3897715 h 5354155"/>
              <a:gd name="connsiteX2" fmla="*/ 0 w 3515129"/>
              <a:gd name="connsiteY2" fmla="*/ 5354155 h 5354155"/>
              <a:gd name="connsiteX3" fmla="*/ 0 w 3515129"/>
              <a:gd name="connsiteY3" fmla="*/ 1456440 h 5354155"/>
            </a:gdLst>
            <a:ahLst/>
            <a:cxnLst>
              <a:cxn ang="0">
                <a:pos x="connsiteX0" y="connsiteY0"/>
              </a:cxn>
              <a:cxn ang="0">
                <a:pos x="connsiteX1" y="connsiteY1"/>
              </a:cxn>
              <a:cxn ang="0">
                <a:pos x="connsiteX2" y="connsiteY2"/>
              </a:cxn>
              <a:cxn ang="0">
                <a:pos x="connsiteX3" y="connsiteY3"/>
              </a:cxn>
            </a:cxnLst>
            <a:rect l="l" t="t" r="r" b="b"/>
            <a:pathLst>
              <a:path w="3515129" h="5354155">
                <a:moveTo>
                  <a:pt x="3515129" y="0"/>
                </a:moveTo>
                <a:lnTo>
                  <a:pt x="3515129" y="3897715"/>
                </a:lnTo>
                <a:lnTo>
                  <a:pt x="0" y="5354155"/>
                </a:lnTo>
                <a:lnTo>
                  <a:pt x="0" y="1456440"/>
                </a:lnTo>
                <a:close/>
              </a:path>
            </a:pathLst>
          </a:custGeom>
          <a:pattFill prst="pct10">
            <a:fgClr>
              <a:schemeClr val="bg1"/>
            </a:fgClr>
            <a:bgClr>
              <a:schemeClr val="accent3"/>
            </a:bgClr>
          </a:pattFill>
        </p:spPr>
        <p:txBody>
          <a:bodyPr wrap="square" tIns="576000" anchor="ctr">
            <a:noAutofit/>
          </a:bodyPr>
          <a:lstStyle>
            <a:lvl1pPr marL="0" marR="0" indent="0" algn="ctr" defTabSz="914400" rtl="0" eaLnBrk="1" fontAlgn="auto" latinLnBrk="0" hangingPunct="1">
              <a:lnSpc>
                <a:spcPct val="85000"/>
              </a:lnSpc>
              <a:spcBef>
                <a:spcPts val="1000"/>
              </a:spcBef>
              <a:spcAft>
                <a:spcPts val="0"/>
              </a:spcAft>
              <a:buClrTx/>
              <a:buSzTx/>
              <a:buFont typeface="Wingdings" pitchFamily="2" charset="2"/>
              <a:buNone/>
              <a:tabLst/>
              <a:defRPr kumimoji="0" lang="en-GB" sz="1200" b="0" i="0" u="none" strike="noStrike" kern="0" cap="none" spc="0" normalizeH="0" baseline="0" noProof="0" smtClean="0">
                <a:ln>
                  <a:noFill/>
                </a:ln>
                <a:solidFill>
                  <a:srgbClr val="FFFFFF"/>
                </a:solidFill>
                <a:effectLst/>
                <a:uLnTx/>
                <a:uFillTx/>
                <a:cs typeface="Segoe UI Light" panose="020B0502040204020203" pitchFamily="34" charset="0"/>
              </a:defRPr>
            </a:lvl1pPr>
          </a:lstStyle>
          <a:p>
            <a:r>
              <a:rPr lang="en-US"/>
              <a:t>Click icon to add picture</a:t>
            </a:r>
            <a:endParaRPr lang="en-GB"/>
          </a:p>
        </p:txBody>
      </p:sp>
    </p:spTree>
    <p:extLst>
      <p:ext uri="{BB962C8B-B14F-4D97-AF65-F5344CB8AC3E}">
        <p14:creationId xmlns:p14="http://schemas.microsoft.com/office/powerpoint/2010/main" val="281195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AC1985-296E-D79A-DE7D-D9D7F3BC6C69}"/>
              </a:ext>
            </a:extLst>
          </p:cNvPr>
          <p:cNvPicPr>
            <a:picLocks noChangeAspect="1"/>
          </p:cNvPicPr>
          <p:nvPr userDrawn="1"/>
        </p:nvPicPr>
        <p:blipFill>
          <a:blip>
            <a:extLst>
              <a:ext uri="{96DAC541-7B7A-43D3-8B79-37D633B846F1}">
                <asvg:svgBlip xmlns:asvg="http://schemas.microsoft.com/office/drawing/2016/SVG/main" r:embed="rId2"/>
              </a:ext>
            </a:extLst>
          </a:blip>
          <a:srcRect t="14664"/>
          <a:stretch>
            <a:fillRect/>
          </a:stretch>
        </p:blipFill>
        <p:spPr>
          <a:xfrm rot="5400000">
            <a:off x="7801938" y="166551"/>
            <a:ext cx="2927838" cy="5852286"/>
          </a:xfrm>
          <a:prstGeom prst="rect">
            <a:avLst/>
          </a:prstGeom>
        </p:spPr>
      </p:pic>
      <p:sp>
        <p:nvSpPr>
          <p:cNvPr id="2" name="Title 1">
            <a:extLst>
              <a:ext uri="{FF2B5EF4-FFF2-40B4-BE49-F238E27FC236}">
                <a16:creationId xmlns:a16="http://schemas.microsoft.com/office/drawing/2014/main" id="{B5647D2C-E97F-2F2F-3A30-FC9921E679A7}"/>
              </a:ext>
            </a:extLst>
          </p:cNvPr>
          <p:cNvSpPr>
            <a:spLocks noGrp="1"/>
          </p:cNvSpPr>
          <p:nvPr>
            <p:ph type="title"/>
          </p:nvPr>
        </p:nvSpPr>
        <p:spPr>
          <a:xfrm>
            <a:off x="1440000" y="1628775"/>
            <a:ext cx="5580062" cy="2927838"/>
          </a:xfrm>
        </p:spPr>
        <p:txBody>
          <a:bodyPr anchor="b">
            <a:normAutofit/>
          </a:bodyPr>
          <a:lstStyle>
            <a:lvl1pPr>
              <a:lnSpc>
                <a:spcPct val="70000"/>
              </a:lnSpc>
              <a:defRPr sz="580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1780AEC-321D-B9ED-4FFB-E74B66C1E421}"/>
              </a:ext>
            </a:extLst>
          </p:cNvPr>
          <p:cNvSpPr>
            <a:spLocks noGrp="1"/>
          </p:cNvSpPr>
          <p:nvPr>
            <p:ph type="body" idx="1"/>
          </p:nvPr>
        </p:nvSpPr>
        <p:spPr>
          <a:xfrm>
            <a:off x="1440000" y="4638202"/>
            <a:ext cx="5580062" cy="1706757"/>
          </a:xfrm>
        </p:spPr>
        <p:txBody>
          <a:bodyPr>
            <a:normAutofit/>
          </a:bodyPr>
          <a:lstStyle>
            <a:lvl1pPr marL="0" indent="0">
              <a:buNone/>
              <a:defRPr sz="2000">
                <a:solidFill>
                  <a:schemeClr val="accent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6" name="Tijdelijke aanduiding voor afbeelding 12">
            <a:extLst>
              <a:ext uri="{FF2B5EF4-FFF2-40B4-BE49-F238E27FC236}">
                <a16:creationId xmlns:a16="http://schemas.microsoft.com/office/drawing/2014/main" id="{F2B3795A-492E-E7DF-EB19-B12496400ACB}"/>
              </a:ext>
            </a:extLst>
          </p:cNvPr>
          <p:cNvSpPr>
            <a:spLocks noGrp="1"/>
          </p:cNvSpPr>
          <p:nvPr>
            <p:ph type="pic" sz="quarter" idx="14"/>
          </p:nvPr>
        </p:nvSpPr>
        <p:spPr>
          <a:xfrm>
            <a:off x="7518409" y="947773"/>
            <a:ext cx="3524963" cy="4330048"/>
          </a:xfrm>
          <a:prstGeom prst="roundRect">
            <a:avLst>
              <a:gd name="adj" fmla="val 805"/>
            </a:avLst>
          </a:prstGeom>
          <a:pattFill prst="pct5">
            <a:fgClr>
              <a:schemeClr val="bg1"/>
            </a:fgClr>
            <a:bgClr>
              <a:schemeClr val="accent3"/>
            </a:bgClr>
          </a:pattFill>
          <a:ln>
            <a:noFill/>
          </a:ln>
        </p:spPr>
        <p:txBody>
          <a:bodyPr tIns="2232000"/>
          <a:lstStyle>
            <a:lvl1pPr marL="0" indent="0" algn="ctr">
              <a:buNone/>
              <a:defRPr sz="1050" b="0" baseline="0">
                <a:solidFill>
                  <a:srgbClr val="FFFFFF"/>
                </a:solidFill>
                <a:latin typeface="Arial" panose="020B0604020202020204" pitchFamily="34" charset="0"/>
                <a:cs typeface="Arial" panose="020B0604020202020204" pitchFamily="34" charset="0"/>
              </a:defRPr>
            </a:lvl1pPr>
          </a:lstStyle>
          <a:p>
            <a:r>
              <a:rPr lang="en-US"/>
              <a:t>Click icon to add picture</a:t>
            </a:r>
            <a:endParaRPr lang="en-GB"/>
          </a:p>
        </p:txBody>
      </p:sp>
    </p:spTree>
    <p:extLst>
      <p:ext uri="{BB962C8B-B14F-4D97-AF65-F5344CB8AC3E}">
        <p14:creationId xmlns:p14="http://schemas.microsoft.com/office/powerpoint/2010/main" val="377990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AC1985-296E-D79A-DE7D-D9D7F3BC6C69}"/>
              </a:ext>
            </a:extLst>
          </p:cNvPr>
          <p:cNvPicPr>
            <a:picLocks noChangeAspect="1"/>
          </p:cNvPicPr>
          <p:nvPr userDrawn="1"/>
        </p:nvPicPr>
        <p:blipFill>
          <a:blip>
            <a:extLst>
              <a:ext uri="{96DAC541-7B7A-43D3-8B79-37D633B846F1}">
                <asvg:svgBlip xmlns:asvg="http://schemas.microsoft.com/office/drawing/2016/SVG/main" r:embed="rId2"/>
              </a:ext>
            </a:extLst>
          </a:blip>
          <a:srcRect t="14664"/>
          <a:stretch>
            <a:fillRect/>
          </a:stretch>
        </p:blipFill>
        <p:spPr>
          <a:xfrm rot="5400000">
            <a:off x="7801938" y="166551"/>
            <a:ext cx="2927838" cy="5852286"/>
          </a:xfrm>
          <a:prstGeom prst="rect">
            <a:avLst/>
          </a:prstGeom>
        </p:spPr>
      </p:pic>
      <p:sp>
        <p:nvSpPr>
          <p:cNvPr id="2" name="Title 1">
            <a:extLst>
              <a:ext uri="{FF2B5EF4-FFF2-40B4-BE49-F238E27FC236}">
                <a16:creationId xmlns:a16="http://schemas.microsoft.com/office/drawing/2014/main" id="{B5647D2C-E97F-2F2F-3A30-FC9921E679A7}"/>
              </a:ext>
            </a:extLst>
          </p:cNvPr>
          <p:cNvSpPr>
            <a:spLocks noGrp="1"/>
          </p:cNvSpPr>
          <p:nvPr>
            <p:ph type="title" hasCustomPrompt="1"/>
          </p:nvPr>
        </p:nvSpPr>
        <p:spPr>
          <a:xfrm>
            <a:off x="1440000" y="1628775"/>
            <a:ext cx="5580062" cy="2927838"/>
          </a:xfrm>
        </p:spPr>
        <p:txBody>
          <a:bodyPr anchor="b">
            <a:normAutofit/>
          </a:bodyPr>
          <a:lstStyle>
            <a:lvl1pPr>
              <a:lnSpc>
                <a:spcPct val="70000"/>
              </a:lnSpc>
              <a:defRPr sz="5800">
                <a:solidFill>
                  <a:schemeClr val="tx1"/>
                </a:solidFill>
              </a:defRPr>
            </a:lvl1pPr>
          </a:lstStyle>
          <a:p>
            <a:r>
              <a:rPr lang="en-GB"/>
              <a:t>Click to edit Master title style.</a:t>
            </a:r>
          </a:p>
        </p:txBody>
      </p:sp>
      <p:sp>
        <p:nvSpPr>
          <p:cNvPr id="3" name="Text Placeholder 2">
            <a:extLst>
              <a:ext uri="{FF2B5EF4-FFF2-40B4-BE49-F238E27FC236}">
                <a16:creationId xmlns:a16="http://schemas.microsoft.com/office/drawing/2014/main" id="{71780AEC-321D-B9ED-4FFB-E74B66C1E421}"/>
              </a:ext>
            </a:extLst>
          </p:cNvPr>
          <p:cNvSpPr>
            <a:spLocks noGrp="1"/>
          </p:cNvSpPr>
          <p:nvPr>
            <p:ph type="body" idx="1"/>
          </p:nvPr>
        </p:nvSpPr>
        <p:spPr>
          <a:xfrm>
            <a:off x="1440000" y="4638202"/>
            <a:ext cx="5580062" cy="1500187"/>
          </a:xfrm>
        </p:spPr>
        <p:txBody>
          <a:bodyPr>
            <a:normAutofit/>
          </a:bodyPr>
          <a:lstStyle>
            <a:lvl1pPr marL="0" indent="0">
              <a:buNone/>
              <a:defRPr sz="2000">
                <a:solidFill>
                  <a:schemeClr val="accent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78360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age_Light Image">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7C99C6B-AD8F-8850-A990-96C038AFBCB1}"/>
              </a:ext>
            </a:extLst>
          </p:cNvPr>
          <p:cNvSpPr/>
          <p:nvPr userDrawn="1"/>
        </p:nvSpPr>
        <p:spPr>
          <a:xfrm>
            <a:off x="10964708" y="-64"/>
            <a:ext cx="1227292" cy="655519"/>
          </a:xfrm>
          <a:prstGeom prst="rect">
            <a:avLst/>
          </a:prstGeom>
          <a:solidFill>
            <a:schemeClr val="tx2"/>
          </a:solidFill>
          <a:ln w="634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GB"/>
          </a:p>
        </p:txBody>
      </p:sp>
      <p:sp>
        <p:nvSpPr>
          <p:cNvPr id="31" name="Picture Placeholder 30">
            <a:extLst>
              <a:ext uri="{FF2B5EF4-FFF2-40B4-BE49-F238E27FC236}">
                <a16:creationId xmlns:a16="http://schemas.microsoft.com/office/drawing/2014/main" id="{4AFB3DE5-DA00-8CC6-E9D5-617844F5922E}"/>
              </a:ext>
            </a:extLst>
          </p:cNvPr>
          <p:cNvSpPr>
            <a:spLocks noGrp="1"/>
          </p:cNvSpPr>
          <p:nvPr>
            <p:ph type="pic" sz="quarter" idx="10"/>
          </p:nvPr>
        </p:nvSpPr>
        <p:spPr>
          <a:xfrm>
            <a:off x="5787407" y="1080"/>
            <a:ext cx="6404593" cy="6856920"/>
          </a:xfrm>
          <a:custGeom>
            <a:avLst/>
            <a:gdLst>
              <a:gd name="connsiteX0" fmla="*/ 1711873 w 6404593"/>
              <a:gd name="connsiteY0" fmla="*/ 4866005 h 6856920"/>
              <a:gd name="connsiteX1" fmla="*/ 1964322 w 6404593"/>
              <a:gd name="connsiteY1" fmla="*/ 5475796 h 6856920"/>
              <a:gd name="connsiteX2" fmla="*/ 1711873 w 6404593"/>
              <a:gd name="connsiteY2" fmla="*/ 6085650 h 6856920"/>
              <a:gd name="connsiteX3" fmla="*/ 2029243 w 6404593"/>
              <a:gd name="connsiteY3" fmla="*/ 6085650 h 6856920"/>
              <a:gd name="connsiteX4" fmla="*/ 2281693 w 6404593"/>
              <a:gd name="connsiteY4" fmla="*/ 5475796 h 6856920"/>
              <a:gd name="connsiteX5" fmla="*/ 2029243 w 6404593"/>
              <a:gd name="connsiteY5" fmla="*/ 4866005 h 6856920"/>
              <a:gd name="connsiteX6" fmla="*/ 1711936 w 6404593"/>
              <a:gd name="connsiteY6" fmla="*/ 4866005 h 6856920"/>
              <a:gd name="connsiteX7" fmla="*/ 1141799 w 6404593"/>
              <a:gd name="connsiteY7" fmla="*/ 4866005 h 6856920"/>
              <a:gd name="connsiteX8" fmla="*/ 1394248 w 6404593"/>
              <a:gd name="connsiteY8" fmla="*/ 5475796 h 6856920"/>
              <a:gd name="connsiteX9" fmla="*/ 1141799 w 6404593"/>
              <a:gd name="connsiteY9" fmla="*/ 6085650 h 6856920"/>
              <a:gd name="connsiteX10" fmla="*/ 1459169 w 6404593"/>
              <a:gd name="connsiteY10" fmla="*/ 6085650 h 6856920"/>
              <a:gd name="connsiteX11" fmla="*/ 1711619 w 6404593"/>
              <a:gd name="connsiteY11" fmla="*/ 5475796 h 6856920"/>
              <a:gd name="connsiteX12" fmla="*/ 1459169 w 6404593"/>
              <a:gd name="connsiteY12" fmla="*/ 4866005 h 6856920"/>
              <a:gd name="connsiteX13" fmla="*/ 1141862 w 6404593"/>
              <a:gd name="connsiteY13" fmla="*/ 4866005 h 6856920"/>
              <a:gd name="connsiteX14" fmla="*/ 5562079 w 6404593"/>
              <a:gd name="connsiteY14" fmla="*/ 421068 h 6856920"/>
              <a:gd name="connsiteX15" fmla="*/ 5620273 w 6404593"/>
              <a:gd name="connsiteY15" fmla="*/ 481266 h 6856920"/>
              <a:gd name="connsiteX16" fmla="*/ 5562079 w 6404593"/>
              <a:gd name="connsiteY16" fmla="*/ 541464 h 6856920"/>
              <a:gd name="connsiteX17" fmla="*/ 5503885 w 6404593"/>
              <a:gd name="connsiteY17" fmla="*/ 481647 h 6856920"/>
              <a:gd name="connsiteX18" fmla="*/ 5503885 w 6404593"/>
              <a:gd name="connsiteY18" fmla="*/ 481266 h 6856920"/>
              <a:gd name="connsiteX19" fmla="*/ 5562079 w 6404593"/>
              <a:gd name="connsiteY19" fmla="*/ 421068 h 6856920"/>
              <a:gd name="connsiteX20" fmla="*/ 5562079 w 6404593"/>
              <a:gd name="connsiteY20" fmla="*/ 377571 h 6856920"/>
              <a:gd name="connsiteX21" fmla="*/ 5456923 w 6404593"/>
              <a:gd name="connsiteY21" fmla="*/ 481267 h 6856920"/>
              <a:gd name="connsiteX22" fmla="*/ 5456923 w 6404593"/>
              <a:gd name="connsiteY22" fmla="*/ 481648 h 6856920"/>
              <a:gd name="connsiteX23" fmla="*/ 5562079 w 6404593"/>
              <a:gd name="connsiteY23" fmla="*/ 585724 h 6856920"/>
              <a:gd name="connsiteX24" fmla="*/ 5667298 w 6404593"/>
              <a:gd name="connsiteY24" fmla="*/ 481648 h 6856920"/>
              <a:gd name="connsiteX25" fmla="*/ 5562079 w 6404593"/>
              <a:gd name="connsiteY25" fmla="*/ 377571 h 6856920"/>
              <a:gd name="connsiteX26" fmla="*/ 5346881 w 6404593"/>
              <a:gd name="connsiteY26" fmla="*/ 377317 h 6856920"/>
              <a:gd name="connsiteX27" fmla="*/ 5243312 w 6404593"/>
              <a:gd name="connsiteY27" fmla="*/ 481521 h 6856920"/>
              <a:gd name="connsiteX28" fmla="*/ 5348404 w 6404593"/>
              <a:gd name="connsiteY28" fmla="*/ 586042 h 6856920"/>
              <a:gd name="connsiteX29" fmla="*/ 5440931 w 6404593"/>
              <a:gd name="connsiteY29" fmla="*/ 530606 h 6856920"/>
              <a:gd name="connsiteX30" fmla="*/ 5402347 w 6404593"/>
              <a:gd name="connsiteY30" fmla="*/ 508508 h 6856920"/>
              <a:gd name="connsiteX31" fmla="*/ 5401458 w 6404593"/>
              <a:gd name="connsiteY31" fmla="*/ 508508 h 6856920"/>
              <a:gd name="connsiteX32" fmla="*/ 5348467 w 6404593"/>
              <a:gd name="connsiteY32" fmla="*/ 542163 h 6856920"/>
              <a:gd name="connsiteX33" fmla="*/ 5290591 w 6404593"/>
              <a:gd name="connsiteY33" fmla="*/ 481711 h 6856920"/>
              <a:gd name="connsiteX34" fmla="*/ 5306774 w 6404593"/>
              <a:gd name="connsiteY34" fmla="*/ 438087 h 6856920"/>
              <a:gd name="connsiteX35" fmla="*/ 5348595 w 6404593"/>
              <a:gd name="connsiteY35" fmla="*/ 421259 h 6856920"/>
              <a:gd name="connsiteX36" fmla="*/ 5401522 w 6404593"/>
              <a:gd name="connsiteY36" fmla="*/ 456438 h 6856920"/>
              <a:gd name="connsiteX37" fmla="*/ 5441058 w 6404593"/>
              <a:gd name="connsiteY37" fmla="*/ 433769 h 6856920"/>
              <a:gd name="connsiteX38" fmla="*/ 5346881 w 6404593"/>
              <a:gd name="connsiteY38" fmla="*/ 377317 h 6856920"/>
              <a:gd name="connsiteX39" fmla="*/ 5802471 w 6404593"/>
              <a:gd name="connsiteY39" fmla="*/ 331534 h 6856920"/>
              <a:gd name="connsiteX40" fmla="*/ 5802471 w 6404593"/>
              <a:gd name="connsiteY40" fmla="*/ 530416 h 6856920"/>
              <a:gd name="connsiteX41" fmla="*/ 5802534 w 6404593"/>
              <a:gd name="connsiteY41" fmla="*/ 530416 h 6856920"/>
              <a:gd name="connsiteX42" fmla="*/ 5845498 w 6404593"/>
              <a:gd name="connsiteY42" fmla="*/ 579755 h 6856920"/>
              <a:gd name="connsiteX43" fmla="*/ 5890682 w 6404593"/>
              <a:gd name="connsiteY43" fmla="*/ 579755 h 6856920"/>
              <a:gd name="connsiteX44" fmla="*/ 5890682 w 6404593"/>
              <a:gd name="connsiteY44" fmla="*/ 543052 h 6856920"/>
              <a:gd name="connsiteX45" fmla="*/ 5863521 w 6404593"/>
              <a:gd name="connsiteY45" fmla="*/ 543052 h 6856920"/>
              <a:gd name="connsiteX46" fmla="*/ 5849496 w 6404593"/>
              <a:gd name="connsiteY46" fmla="*/ 531051 h 6856920"/>
              <a:gd name="connsiteX47" fmla="*/ 5849496 w 6404593"/>
              <a:gd name="connsiteY47" fmla="*/ 424942 h 6856920"/>
              <a:gd name="connsiteX48" fmla="*/ 5887255 w 6404593"/>
              <a:gd name="connsiteY48" fmla="*/ 424942 h 6856920"/>
              <a:gd name="connsiteX49" fmla="*/ 5887255 w 6404593"/>
              <a:gd name="connsiteY49" fmla="*/ 388176 h 6856920"/>
              <a:gd name="connsiteX50" fmla="*/ 5849496 w 6404593"/>
              <a:gd name="connsiteY50" fmla="*/ 388176 h 6856920"/>
              <a:gd name="connsiteX51" fmla="*/ 5849496 w 6404593"/>
              <a:gd name="connsiteY51" fmla="*/ 331534 h 6856920"/>
              <a:gd name="connsiteX52" fmla="*/ 5695602 w 6404593"/>
              <a:gd name="connsiteY52" fmla="*/ 331534 h 6856920"/>
              <a:gd name="connsiteX53" fmla="*/ 5695602 w 6404593"/>
              <a:gd name="connsiteY53" fmla="*/ 530416 h 6856920"/>
              <a:gd name="connsiteX54" fmla="*/ 5695665 w 6404593"/>
              <a:gd name="connsiteY54" fmla="*/ 530416 h 6856920"/>
              <a:gd name="connsiteX55" fmla="*/ 5738692 w 6404593"/>
              <a:gd name="connsiteY55" fmla="*/ 579755 h 6856920"/>
              <a:gd name="connsiteX56" fmla="*/ 5776198 w 6404593"/>
              <a:gd name="connsiteY56" fmla="*/ 579755 h 6856920"/>
              <a:gd name="connsiteX57" fmla="*/ 5776198 w 6404593"/>
              <a:gd name="connsiteY57" fmla="*/ 543052 h 6856920"/>
              <a:gd name="connsiteX58" fmla="*/ 5756652 w 6404593"/>
              <a:gd name="connsiteY58" fmla="*/ 543052 h 6856920"/>
              <a:gd name="connsiteX59" fmla="*/ 5742627 w 6404593"/>
              <a:gd name="connsiteY59" fmla="*/ 531051 h 6856920"/>
              <a:gd name="connsiteX60" fmla="*/ 5742627 w 6404593"/>
              <a:gd name="connsiteY60" fmla="*/ 331534 h 6856920"/>
              <a:gd name="connsiteX61" fmla="*/ 0 w 6404593"/>
              <a:gd name="connsiteY61" fmla="*/ 0 h 6856920"/>
              <a:gd name="connsiteX62" fmla="*/ 6404593 w 6404593"/>
              <a:gd name="connsiteY62" fmla="*/ 0 h 6856920"/>
              <a:gd name="connsiteX63" fmla="*/ 6404593 w 6404593"/>
              <a:gd name="connsiteY63" fmla="*/ 6856920 h 6856920"/>
              <a:gd name="connsiteX64" fmla="*/ 0 w 6404593"/>
              <a:gd name="connsiteY64" fmla="*/ 6856920 h 6856920"/>
              <a:gd name="connsiteX65" fmla="*/ 697949 w 6404593"/>
              <a:gd name="connsiteY65" fmla="*/ 5170869 h 6856920"/>
              <a:gd name="connsiteX66" fmla="*/ 697949 w 6404593"/>
              <a:gd name="connsiteY66" fmla="*/ 5170805 h 6856920"/>
              <a:gd name="connsiteX67" fmla="*/ 824174 w 6404593"/>
              <a:gd name="connsiteY67" fmla="*/ 5475732 h 6856920"/>
              <a:gd name="connsiteX68" fmla="*/ 571724 w 6404593"/>
              <a:gd name="connsiteY68" fmla="*/ 6085586 h 6856920"/>
              <a:gd name="connsiteX69" fmla="*/ 889095 w 6404593"/>
              <a:gd name="connsiteY69" fmla="*/ 6085586 h 6856920"/>
              <a:gd name="connsiteX70" fmla="*/ 1141545 w 6404593"/>
              <a:gd name="connsiteY70" fmla="*/ 5475732 h 6856920"/>
              <a:gd name="connsiteX71" fmla="*/ 889095 w 6404593"/>
              <a:gd name="connsiteY71" fmla="*/ 4865942 h 6856920"/>
              <a:gd name="connsiteX72" fmla="*/ 824174 w 6404593"/>
              <a:gd name="connsiteY72" fmla="*/ 4865942 h 6856920"/>
              <a:gd name="connsiteX73" fmla="*/ 1419252 w 6404593"/>
              <a:gd name="connsiteY73" fmla="*/ 3428428 h 685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404593" h="6856920">
                <a:moveTo>
                  <a:pt x="1711873" y="4866005"/>
                </a:moveTo>
                <a:lnTo>
                  <a:pt x="1964322" y="5475796"/>
                </a:lnTo>
                <a:lnTo>
                  <a:pt x="1711873" y="6085650"/>
                </a:lnTo>
                <a:lnTo>
                  <a:pt x="2029243" y="6085650"/>
                </a:lnTo>
                <a:lnTo>
                  <a:pt x="2281693" y="5475796"/>
                </a:lnTo>
                <a:lnTo>
                  <a:pt x="2029243" y="4866005"/>
                </a:lnTo>
                <a:lnTo>
                  <a:pt x="1711936" y="4866005"/>
                </a:lnTo>
                <a:close/>
                <a:moveTo>
                  <a:pt x="1141799" y="4866005"/>
                </a:moveTo>
                <a:lnTo>
                  <a:pt x="1394248" y="5475796"/>
                </a:lnTo>
                <a:lnTo>
                  <a:pt x="1141799" y="6085650"/>
                </a:lnTo>
                <a:lnTo>
                  <a:pt x="1459169" y="6085650"/>
                </a:lnTo>
                <a:lnTo>
                  <a:pt x="1711619" y="5475796"/>
                </a:lnTo>
                <a:lnTo>
                  <a:pt x="1459169" y="4866005"/>
                </a:lnTo>
                <a:lnTo>
                  <a:pt x="1141862" y="4866005"/>
                </a:lnTo>
                <a:close/>
                <a:moveTo>
                  <a:pt x="5562079" y="421068"/>
                </a:moveTo>
                <a:cubicBezTo>
                  <a:pt x="5594254" y="421068"/>
                  <a:pt x="5620273" y="446595"/>
                  <a:pt x="5620273" y="481266"/>
                </a:cubicBezTo>
                <a:cubicBezTo>
                  <a:pt x="5620273" y="515937"/>
                  <a:pt x="5594254" y="541464"/>
                  <a:pt x="5562079" y="541464"/>
                </a:cubicBezTo>
                <a:cubicBezTo>
                  <a:pt x="5529968" y="541464"/>
                  <a:pt x="5503885" y="515937"/>
                  <a:pt x="5503885" y="481647"/>
                </a:cubicBezTo>
                <a:lnTo>
                  <a:pt x="5503885" y="481266"/>
                </a:lnTo>
                <a:cubicBezTo>
                  <a:pt x="5503885" y="446595"/>
                  <a:pt x="5529904" y="421068"/>
                  <a:pt x="5562079" y="421068"/>
                </a:cubicBezTo>
                <a:close/>
                <a:moveTo>
                  <a:pt x="5562079" y="377571"/>
                </a:moveTo>
                <a:cubicBezTo>
                  <a:pt x="5493731" y="377571"/>
                  <a:pt x="5456923" y="430975"/>
                  <a:pt x="5456923" y="481267"/>
                </a:cubicBezTo>
                <a:lnTo>
                  <a:pt x="5456923" y="481648"/>
                </a:lnTo>
                <a:cubicBezTo>
                  <a:pt x="5456923" y="532384"/>
                  <a:pt x="5493604" y="585724"/>
                  <a:pt x="5562079" y="585724"/>
                </a:cubicBezTo>
                <a:cubicBezTo>
                  <a:pt x="5630554" y="585724"/>
                  <a:pt x="5667298" y="532321"/>
                  <a:pt x="5667298" y="481648"/>
                </a:cubicBezTo>
                <a:cubicBezTo>
                  <a:pt x="5667298" y="430975"/>
                  <a:pt x="5630427" y="377571"/>
                  <a:pt x="5562079" y="377571"/>
                </a:cubicBezTo>
                <a:close/>
                <a:moveTo>
                  <a:pt x="5346881" y="377317"/>
                </a:moveTo>
                <a:cubicBezTo>
                  <a:pt x="5287925" y="377317"/>
                  <a:pt x="5243312" y="425260"/>
                  <a:pt x="5243312" y="481521"/>
                </a:cubicBezTo>
                <a:cubicBezTo>
                  <a:pt x="5243312" y="537782"/>
                  <a:pt x="5286402" y="586042"/>
                  <a:pt x="5348404" y="586042"/>
                </a:cubicBezTo>
                <a:cubicBezTo>
                  <a:pt x="5390225" y="586042"/>
                  <a:pt x="5423987" y="562991"/>
                  <a:pt x="5440931" y="530606"/>
                </a:cubicBezTo>
                <a:lnTo>
                  <a:pt x="5402347" y="508508"/>
                </a:lnTo>
                <a:lnTo>
                  <a:pt x="5401458" y="508508"/>
                </a:lnTo>
                <a:cubicBezTo>
                  <a:pt x="5394287" y="524701"/>
                  <a:pt x="5377724" y="542100"/>
                  <a:pt x="5348467" y="542163"/>
                </a:cubicBezTo>
                <a:cubicBezTo>
                  <a:pt x="5315214" y="542163"/>
                  <a:pt x="5290591" y="516890"/>
                  <a:pt x="5290591" y="481711"/>
                </a:cubicBezTo>
                <a:cubicBezTo>
                  <a:pt x="5290591" y="464503"/>
                  <a:pt x="5296747" y="448564"/>
                  <a:pt x="5306774" y="438087"/>
                </a:cubicBezTo>
                <a:cubicBezTo>
                  <a:pt x="5318133" y="426720"/>
                  <a:pt x="5331396" y="420814"/>
                  <a:pt x="5348595" y="421259"/>
                </a:cubicBezTo>
                <a:cubicBezTo>
                  <a:pt x="5374233" y="421132"/>
                  <a:pt x="5393018" y="435737"/>
                  <a:pt x="5401522" y="456438"/>
                </a:cubicBezTo>
                <a:lnTo>
                  <a:pt x="5441058" y="433769"/>
                </a:lnTo>
                <a:cubicBezTo>
                  <a:pt x="5423606" y="399034"/>
                  <a:pt x="5387687" y="377317"/>
                  <a:pt x="5346881" y="377317"/>
                </a:cubicBezTo>
                <a:close/>
                <a:moveTo>
                  <a:pt x="5802471" y="331534"/>
                </a:moveTo>
                <a:lnTo>
                  <a:pt x="5802471" y="530416"/>
                </a:lnTo>
                <a:lnTo>
                  <a:pt x="5802534" y="530416"/>
                </a:lnTo>
                <a:cubicBezTo>
                  <a:pt x="5802534" y="530416"/>
                  <a:pt x="5799742" y="579819"/>
                  <a:pt x="5845498" y="579755"/>
                </a:cubicBezTo>
                <a:lnTo>
                  <a:pt x="5890682" y="579755"/>
                </a:lnTo>
                <a:lnTo>
                  <a:pt x="5890682" y="543052"/>
                </a:lnTo>
                <a:lnTo>
                  <a:pt x="5863521" y="543052"/>
                </a:lnTo>
                <a:cubicBezTo>
                  <a:pt x="5863521" y="543052"/>
                  <a:pt x="5849876" y="543179"/>
                  <a:pt x="5849496" y="531051"/>
                </a:cubicBezTo>
                <a:lnTo>
                  <a:pt x="5849496" y="424942"/>
                </a:lnTo>
                <a:lnTo>
                  <a:pt x="5887255" y="424942"/>
                </a:lnTo>
                <a:lnTo>
                  <a:pt x="5887255" y="388176"/>
                </a:lnTo>
                <a:lnTo>
                  <a:pt x="5849496" y="388176"/>
                </a:lnTo>
                <a:lnTo>
                  <a:pt x="5849496" y="331534"/>
                </a:lnTo>
                <a:close/>
                <a:moveTo>
                  <a:pt x="5695602" y="331534"/>
                </a:moveTo>
                <a:lnTo>
                  <a:pt x="5695602" y="530416"/>
                </a:lnTo>
                <a:lnTo>
                  <a:pt x="5695665" y="530416"/>
                </a:lnTo>
                <a:cubicBezTo>
                  <a:pt x="5695665" y="530416"/>
                  <a:pt x="5692048" y="579755"/>
                  <a:pt x="5738692" y="579755"/>
                </a:cubicBezTo>
                <a:lnTo>
                  <a:pt x="5776198" y="579755"/>
                </a:lnTo>
                <a:lnTo>
                  <a:pt x="5776198" y="543052"/>
                </a:lnTo>
                <a:lnTo>
                  <a:pt x="5756652" y="543052"/>
                </a:lnTo>
                <a:cubicBezTo>
                  <a:pt x="5756652" y="543052"/>
                  <a:pt x="5743008" y="543179"/>
                  <a:pt x="5742627" y="531051"/>
                </a:cubicBezTo>
                <a:lnTo>
                  <a:pt x="5742627" y="331534"/>
                </a:lnTo>
                <a:close/>
                <a:moveTo>
                  <a:pt x="0" y="0"/>
                </a:moveTo>
                <a:lnTo>
                  <a:pt x="6404593" y="0"/>
                </a:lnTo>
                <a:lnTo>
                  <a:pt x="6404593" y="6856920"/>
                </a:lnTo>
                <a:lnTo>
                  <a:pt x="0" y="6856920"/>
                </a:lnTo>
                <a:lnTo>
                  <a:pt x="697949" y="5170869"/>
                </a:lnTo>
                <a:lnTo>
                  <a:pt x="697949" y="5170805"/>
                </a:lnTo>
                <a:lnTo>
                  <a:pt x="824174" y="5475732"/>
                </a:lnTo>
                <a:lnTo>
                  <a:pt x="571724" y="6085586"/>
                </a:lnTo>
                <a:lnTo>
                  <a:pt x="889095" y="6085586"/>
                </a:lnTo>
                <a:lnTo>
                  <a:pt x="1141545" y="5475732"/>
                </a:lnTo>
                <a:lnTo>
                  <a:pt x="889095" y="4865942"/>
                </a:lnTo>
                <a:lnTo>
                  <a:pt x="824174" y="4865942"/>
                </a:lnTo>
                <a:lnTo>
                  <a:pt x="1419252" y="3428428"/>
                </a:lnTo>
                <a:close/>
              </a:path>
            </a:pathLst>
          </a:custGeom>
          <a:pattFill prst="pct10">
            <a:fgClr>
              <a:schemeClr val="accent3"/>
            </a:fgClr>
            <a:bgClr>
              <a:schemeClr val="bg2"/>
            </a:bgClr>
          </a:pattFill>
        </p:spPr>
        <p:txBody>
          <a:bodyPr wrap="square" anchor="ctr">
            <a:noAutofit/>
          </a:bodyPr>
          <a:lstStyle>
            <a:lvl1pPr marL="0" indent="0">
              <a:buNone/>
              <a:defRPr/>
            </a:lvl1pPr>
          </a:lstStyle>
          <a:p>
            <a:r>
              <a:rPr lang="en-US"/>
              <a:t>Click icon to add picture</a:t>
            </a:r>
            <a:endParaRPr lang="en-GB"/>
          </a:p>
        </p:txBody>
      </p:sp>
      <p:pic>
        <p:nvPicPr>
          <p:cNvPr id="41" name="Graphic 40">
            <a:extLst>
              <a:ext uri="{FF2B5EF4-FFF2-40B4-BE49-F238E27FC236}">
                <a16:creationId xmlns:a16="http://schemas.microsoft.com/office/drawing/2014/main" id="{C5ADBA68-B969-9AE6-B5E9-AC5C99B658E0}"/>
              </a:ext>
            </a:extLst>
          </p:cNvPr>
          <p:cNvPicPr>
            <a:picLocks noChangeAspect="1"/>
          </p:cNvPicPr>
          <p:nvPr userDrawn="1"/>
        </p:nvPicPr>
        <p:blipFill>
          <a:blip>
            <a:extLst>
              <a:ext uri="{96DAC541-7B7A-43D3-8B79-37D633B846F1}">
                <asvg:svgBlip xmlns:asvg="http://schemas.microsoft.com/office/drawing/2016/SVG/main" r:embed="rId2"/>
              </a:ext>
            </a:extLst>
          </a:blip>
          <a:srcRect l="-371371" t="-126189" r="-32059" b="25517"/>
          <a:stretch>
            <a:fillRect/>
          </a:stretch>
        </p:blipFill>
        <p:spPr>
          <a:xfrm rot="5400000">
            <a:off x="5563837" y="227361"/>
            <a:ext cx="6856858" cy="6402134"/>
          </a:xfrm>
          <a:custGeom>
            <a:avLst/>
            <a:gdLst>
              <a:gd name="connsiteX0" fmla="*/ 0 w 6856858"/>
              <a:gd name="connsiteY0" fmla="*/ 6402134 h 6402134"/>
              <a:gd name="connsiteX1" fmla="*/ 0 w 6856858"/>
              <a:gd name="connsiteY1" fmla="*/ 64 h 6402134"/>
              <a:gd name="connsiteX2" fmla="*/ 6856858 w 6856858"/>
              <a:gd name="connsiteY2" fmla="*/ 0 h 6402134"/>
              <a:gd name="connsiteX3" fmla="*/ 6856857 w 6856858"/>
              <a:gd name="connsiteY3" fmla="*/ 6402134 h 6402134"/>
              <a:gd name="connsiteX4" fmla="*/ 6420207 w 6856858"/>
              <a:gd name="connsiteY4" fmla="*/ 6221445 h 6402134"/>
              <a:gd name="connsiteX5" fmla="*/ 6420208 w 6856858"/>
              <a:gd name="connsiteY5" fmla="*/ 4025879 h 6402134"/>
              <a:gd name="connsiteX6" fmla="*/ 5058179 w 6856858"/>
              <a:gd name="connsiteY6" fmla="*/ 4025879 h 6402134"/>
              <a:gd name="connsiteX7" fmla="*/ 5058178 w 6856858"/>
              <a:gd name="connsiteY7" fmla="*/ 5657828 h 6402134"/>
              <a:gd name="connsiteX8" fmla="*/ 3428428 w 6856858"/>
              <a:gd name="connsiteY8" fmla="*/ 4983427 h 6402134"/>
              <a:gd name="connsiteX9" fmla="*/ 0 w 6856858"/>
              <a:gd name="connsiteY9" fmla="*/ 6402134 h 640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6858" h="6402134">
                <a:moveTo>
                  <a:pt x="0" y="6402134"/>
                </a:moveTo>
                <a:lnTo>
                  <a:pt x="0" y="64"/>
                </a:lnTo>
                <a:lnTo>
                  <a:pt x="6856858" y="0"/>
                </a:lnTo>
                <a:lnTo>
                  <a:pt x="6856857" y="6402134"/>
                </a:lnTo>
                <a:lnTo>
                  <a:pt x="6420207" y="6221445"/>
                </a:lnTo>
                <a:lnTo>
                  <a:pt x="6420208" y="4025879"/>
                </a:lnTo>
                <a:lnTo>
                  <a:pt x="5058179" y="4025879"/>
                </a:lnTo>
                <a:lnTo>
                  <a:pt x="5058178" y="5657828"/>
                </a:lnTo>
                <a:lnTo>
                  <a:pt x="3428428" y="4983427"/>
                </a:lnTo>
                <a:lnTo>
                  <a:pt x="0" y="6402134"/>
                </a:lnTo>
                <a:close/>
              </a:path>
            </a:pathLst>
          </a:custGeom>
        </p:spPr>
      </p:pic>
      <p:grpSp>
        <p:nvGrpSpPr>
          <p:cNvPr id="22" name="Group 21">
            <a:extLst>
              <a:ext uri="{FF2B5EF4-FFF2-40B4-BE49-F238E27FC236}">
                <a16:creationId xmlns:a16="http://schemas.microsoft.com/office/drawing/2014/main" id="{B5D957CE-CFBA-107D-AD2C-425D0FE8E52F}"/>
              </a:ext>
            </a:extLst>
          </p:cNvPr>
          <p:cNvGrpSpPr>
            <a:grpSpLocks/>
          </p:cNvGrpSpPr>
          <p:nvPr userDrawn="1"/>
        </p:nvGrpSpPr>
        <p:grpSpPr>
          <a:xfrm>
            <a:off x="5217583" y="4864925"/>
            <a:ext cx="2850116" cy="1219644"/>
            <a:chOff x="5217583" y="4868100"/>
            <a:chExt cx="2850116" cy="1219644"/>
          </a:xfrm>
          <a:noFill/>
        </p:grpSpPr>
        <p:sp>
          <p:nvSpPr>
            <p:cNvPr id="17" name="Freeform 16">
              <a:extLst>
                <a:ext uri="{FF2B5EF4-FFF2-40B4-BE49-F238E27FC236}">
                  <a16:creationId xmlns:a16="http://schemas.microsoft.com/office/drawing/2014/main" id="{9D72AEAA-85E6-8A65-577B-20374B1D636C}"/>
                </a:ext>
              </a:extLst>
            </p:cNvPr>
            <p:cNvSpPr>
              <a:spLocks/>
            </p:cNvSpPr>
            <p:nvPr userDrawn="1"/>
          </p:nvSpPr>
          <p:spPr>
            <a:xfrm>
              <a:off x="5217583"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71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71"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F6953D6-1F10-0229-156C-0248DF6168E6}"/>
                </a:ext>
              </a:extLst>
            </p:cNvPr>
            <p:cNvSpPr>
              <a:spLocks/>
            </p:cNvSpPr>
            <p:nvPr userDrawn="1"/>
          </p:nvSpPr>
          <p:spPr>
            <a:xfrm>
              <a:off x="5787657" y="4868100"/>
              <a:ext cx="569820" cy="1219644"/>
            </a:xfrm>
            <a:custGeom>
              <a:avLst/>
              <a:gdLst>
                <a:gd name="connsiteX0" fmla="*/ 0 w 569820"/>
                <a:gd name="connsiteY0" fmla="*/ 0 h 1219644"/>
                <a:gd name="connsiteX1" fmla="*/ 252450 w 569820"/>
                <a:gd name="connsiteY1" fmla="*/ 609790 h 1219644"/>
                <a:gd name="connsiteX2" fmla="*/ 0 w 569820"/>
                <a:gd name="connsiteY2" fmla="*/ 1219645 h 1219644"/>
                <a:gd name="connsiteX3" fmla="*/ 317371 w 569820"/>
                <a:gd name="connsiteY3" fmla="*/ 1219645 h 1219644"/>
                <a:gd name="connsiteX4" fmla="*/ 569820 w 569820"/>
                <a:gd name="connsiteY4" fmla="*/ 609790 h 1219644"/>
                <a:gd name="connsiteX5" fmla="*/ 317371 w 569820"/>
                <a:gd name="connsiteY5" fmla="*/ 0 h 1219644"/>
                <a:gd name="connsiteX6" fmla="*/ 0 w 569820"/>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820" h="1219644">
                  <a:moveTo>
                    <a:pt x="0" y="0"/>
                  </a:moveTo>
                  <a:lnTo>
                    <a:pt x="252450" y="609790"/>
                  </a:lnTo>
                  <a:lnTo>
                    <a:pt x="0" y="1219645"/>
                  </a:lnTo>
                  <a:lnTo>
                    <a:pt x="317371" y="1219645"/>
                  </a:lnTo>
                  <a:lnTo>
                    <a:pt x="569820" y="609790"/>
                  </a:lnTo>
                  <a:lnTo>
                    <a:pt x="317371" y="0"/>
                  </a:lnTo>
                  <a:lnTo>
                    <a:pt x="0" y="0"/>
                  </a:lnTo>
                  <a:close/>
                </a:path>
              </a:pathLst>
            </a:custGeom>
            <a:grpFill/>
            <a:ln w="6341"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E9E32EF8-B332-6150-3A8A-9C2FC59776E9}"/>
                </a:ext>
              </a:extLst>
            </p:cNvPr>
            <p:cNvSpPr>
              <a:spLocks/>
            </p:cNvSpPr>
            <p:nvPr userDrawn="1"/>
          </p:nvSpPr>
          <p:spPr>
            <a:xfrm>
              <a:off x="6357794" y="4868100"/>
              <a:ext cx="569756" cy="1219644"/>
            </a:xfrm>
            <a:custGeom>
              <a:avLst/>
              <a:gdLst>
                <a:gd name="connsiteX0" fmla="*/ 252386 w 569756"/>
                <a:gd name="connsiteY0" fmla="*/ 0 h 1219644"/>
                <a:gd name="connsiteX1" fmla="*/ 0 w 569756"/>
                <a:gd name="connsiteY1" fmla="*/ 0 h 1219644"/>
                <a:gd name="connsiteX2" fmla="*/ 126161 w 569756"/>
                <a:gd name="connsiteY2" fmla="*/ 304864 h 1219644"/>
                <a:gd name="connsiteX3" fmla="*/ 252386 w 569756"/>
                <a:gd name="connsiteY3" fmla="*/ 609790 h 1219644"/>
                <a:gd name="connsiteX4" fmla="*/ 0 w 569756"/>
                <a:gd name="connsiteY4" fmla="*/ 1219645 h 1219644"/>
                <a:gd name="connsiteX5" fmla="*/ 317307 w 569756"/>
                <a:gd name="connsiteY5" fmla="*/ 1219645 h 1219644"/>
                <a:gd name="connsiteX6" fmla="*/ 569757 w 569756"/>
                <a:gd name="connsiteY6" fmla="*/ 609790 h 1219644"/>
                <a:gd name="connsiteX7" fmla="*/ 317307 w 569756"/>
                <a:gd name="connsiteY7" fmla="*/ 0 h 1219644"/>
                <a:gd name="connsiteX8" fmla="*/ 252386 w 569756"/>
                <a:gd name="connsiteY8"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756" h="1219644">
                  <a:moveTo>
                    <a:pt x="252386" y="0"/>
                  </a:moveTo>
                  <a:lnTo>
                    <a:pt x="0" y="0"/>
                  </a:lnTo>
                  <a:lnTo>
                    <a:pt x="126161" y="304864"/>
                  </a:lnTo>
                  <a:lnTo>
                    <a:pt x="252386" y="609790"/>
                  </a:lnTo>
                  <a:lnTo>
                    <a:pt x="0" y="1219645"/>
                  </a:lnTo>
                  <a:lnTo>
                    <a:pt x="317307" y="1219645"/>
                  </a:lnTo>
                  <a:lnTo>
                    <a:pt x="569757" y="609790"/>
                  </a:lnTo>
                  <a:lnTo>
                    <a:pt x="317307" y="0"/>
                  </a:lnTo>
                  <a:lnTo>
                    <a:pt x="252386" y="0"/>
                  </a:lnTo>
                  <a:close/>
                </a:path>
              </a:pathLst>
            </a:custGeom>
            <a:grpFill/>
            <a:ln w="6341"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CA13069-AB61-DB3C-729D-5E42A2829D04}"/>
                </a:ext>
              </a:extLst>
            </p:cNvPr>
            <p:cNvSpPr>
              <a:spLocks/>
            </p:cNvSpPr>
            <p:nvPr userDrawn="1"/>
          </p:nvSpPr>
          <p:spPr>
            <a:xfrm>
              <a:off x="6927869"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07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07"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7422F41-DEE0-E104-A115-50DE227721DF}"/>
                </a:ext>
              </a:extLst>
            </p:cNvPr>
            <p:cNvSpPr>
              <a:spLocks/>
            </p:cNvSpPr>
            <p:nvPr userDrawn="1"/>
          </p:nvSpPr>
          <p:spPr>
            <a:xfrm>
              <a:off x="7497943" y="4868100"/>
              <a:ext cx="569756" cy="1219644"/>
            </a:xfrm>
            <a:custGeom>
              <a:avLst/>
              <a:gdLst>
                <a:gd name="connsiteX0" fmla="*/ 317371 w 569756"/>
                <a:gd name="connsiteY0" fmla="*/ 0 h 1219644"/>
                <a:gd name="connsiteX1" fmla="*/ 0 w 569756"/>
                <a:gd name="connsiteY1" fmla="*/ 0 h 1219644"/>
                <a:gd name="connsiteX2" fmla="*/ 252450 w 569756"/>
                <a:gd name="connsiteY2" fmla="*/ 609790 h 1219644"/>
                <a:gd name="connsiteX3" fmla="*/ 0 w 569756"/>
                <a:gd name="connsiteY3" fmla="*/ 1219645 h 1219644"/>
                <a:gd name="connsiteX4" fmla="*/ 317371 w 569756"/>
                <a:gd name="connsiteY4" fmla="*/ 1219645 h 1219644"/>
                <a:gd name="connsiteX5" fmla="*/ 569757 w 569756"/>
                <a:gd name="connsiteY5" fmla="*/ 609790 h 1219644"/>
                <a:gd name="connsiteX6" fmla="*/ 317371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317371" y="0"/>
                  </a:moveTo>
                  <a:lnTo>
                    <a:pt x="0" y="0"/>
                  </a:lnTo>
                  <a:lnTo>
                    <a:pt x="252450" y="609790"/>
                  </a:lnTo>
                  <a:lnTo>
                    <a:pt x="0" y="1219645"/>
                  </a:lnTo>
                  <a:lnTo>
                    <a:pt x="317371" y="1219645"/>
                  </a:lnTo>
                  <a:lnTo>
                    <a:pt x="569757" y="609790"/>
                  </a:lnTo>
                  <a:lnTo>
                    <a:pt x="317371" y="0"/>
                  </a:lnTo>
                  <a:close/>
                </a:path>
              </a:pathLst>
            </a:custGeom>
            <a:grpFill/>
            <a:ln w="6341" cap="flat">
              <a:noFill/>
              <a:prstDash val="solid"/>
              <a:miter/>
            </a:ln>
          </p:spPr>
          <p:txBody>
            <a:bodyPr rtlCol="0" anchor="ctr"/>
            <a:lstStyle/>
            <a:p>
              <a:endParaRPr lang="en-GB"/>
            </a:p>
          </p:txBody>
        </p:sp>
      </p:grpSp>
      <p:grpSp>
        <p:nvGrpSpPr>
          <p:cNvPr id="6" name="Group 5">
            <a:extLst>
              <a:ext uri="{FF2B5EF4-FFF2-40B4-BE49-F238E27FC236}">
                <a16:creationId xmlns:a16="http://schemas.microsoft.com/office/drawing/2014/main" id="{00A91E7D-307C-0AA4-FCE5-C9D01E3E7DD2}"/>
              </a:ext>
            </a:extLst>
          </p:cNvPr>
          <p:cNvGrpSpPr>
            <a:grpSpLocks/>
          </p:cNvGrpSpPr>
          <p:nvPr userDrawn="1"/>
        </p:nvGrpSpPr>
        <p:grpSpPr>
          <a:xfrm>
            <a:off x="5221936" y="4864925"/>
            <a:ext cx="2850116" cy="1219644"/>
            <a:chOff x="5217583" y="4868100"/>
            <a:chExt cx="2850116" cy="1219644"/>
          </a:xfrm>
          <a:solidFill>
            <a:srgbClr val="FFFFFF"/>
          </a:solidFill>
        </p:grpSpPr>
        <p:sp>
          <p:nvSpPr>
            <p:cNvPr id="7" name="Freeform 6">
              <a:extLst>
                <a:ext uri="{FF2B5EF4-FFF2-40B4-BE49-F238E27FC236}">
                  <a16:creationId xmlns:a16="http://schemas.microsoft.com/office/drawing/2014/main" id="{A0369902-D3AE-0B02-E577-0661C0E1E4F3}"/>
                </a:ext>
              </a:extLst>
            </p:cNvPr>
            <p:cNvSpPr>
              <a:spLocks/>
            </p:cNvSpPr>
            <p:nvPr userDrawn="1"/>
          </p:nvSpPr>
          <p:spPr>
            <a:xfrm>
              <a:off x="5217583"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71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71"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8" name="Freeform 7">
              <a:extLst>
                <a:ext uri="{FF2B5EF4-FFF2-40B4-BE49-F238E27FC236}">
                  <a16:creationId xmlns:a16="http://schemas.microsoft.com/office/drawing/2014/main" id="{758D3038-7D4B-F218-8D16-49C97FFB3CA2}"/>
                </a:ext>
              </a:extLst>
            </p:cNvPr>
            <p:cNvSpPr>
              <a:spLocks/>
            </p:cNvSpPr>
            <p:nvPr userDrawn="1"/>
          </p:nvSpPr>
          <p:spPr>
            <a:xfrm>
              <a:off x="5787657" y="4868100"/>
              <a:ext cx="569820" cy="1219644"/>
            </a:xfrm>
            <a:custGeom>
              <a:avLst/>
              <a:gdLst>
                <a:gd name="connsiteX0" fmla="*/ 0 w 569820"/>
                <a:gd name="connsiteY0" fmla="*/ 0 h 1219644"/>
                <a:gd name="connsiteX1" fmla="*/ 252450 w 569820"/>
                <a:gd name="connsiteY1" fmla="*/ 609790 h 1219644"/>
                <a:gd name="connsiteX2" fmla="*/ 0 w 569820"/>
                <a:gd name="connsiteY2" fmla="*/ 1219645 h 1219644"/>
                <a:gd name="connsiteX3" fmla="*/ 317371 w 569820"/>
                <a:gd name="connsiteY3" fmla="*/ 1219645 h 1219644"/>
                <a:gd name="connsiteX4" fmla="*/ 569820 w 569820"/>
                <a:gd name="connsiteY4" fmla="*/ 609790 h 1219644"/>
                <a:gd name="connsiteX5" fmla="*/ 317371 w 569820"/>
                <a:gd name="connsiteY5" fmla="*/ 0 h 1219644"/>
                <a:gd name="connsiteX6" fmla="*/ 0 w 569820"/>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820" h="1219644">
                  <a:moveTo>
                    <a:pt x="0" y="0"/>
                  </a:moveTo>
                  <a:lnTo>
                    <a:pt x="252450" y="609790"/>
                  </a:lnTo>
                  <a:lnTo>
                    <a:pt x="0" y="1219645"/>
                  </a:lnTo>
                  <a:lnTo>
                    <a:pt x="317371" y="1219645"/>
                  </a:lnTo>
                  <a:lnTo>
                    <a:pt x="569820" y="609790"/>
                  </a:lnTo>
                  <a:lnTo>
                    <a:pt x="317371" y="0"/>
                  </a:lnTo>
                  <a:lnTo>
                    <a:pt x="0" y="0"/>
                  </a:lnTo>
                  <a:close/>
                </a:path>
              </a:pathLst>
            </a:custGeom>
            <a:grpFill/>
            <a:ln w="6341" cap="flat">
              <a:noFill/>
              <a:prstDash val="solid"/>
              <a:miter/>
            </a:ln>
          </p:spPr>
          <p:txBody>
            <a:bodyPr rtlCol="0" anchor="ctr"/>
            <a:lstStyle/>
            <a:p>
              <a:endParaRPr lang="en-GB"/>
            </a:p>
          </p:txBody>
        </p:sp>
        <p:sp>
          <p:nvSpPr>
            <p:cNvPr id="9" name="Freeform 8">
              <a:extLst>
                <a:ext uri="{FF2B5EF4-FFF2-40B4-BE49-F238E27FC236}">
                  <a16:creationId xmlns:a16="http://schemas.microsoft.com/office/drawing/2014/main" id="{2FAF9C32-7DDF-A003-40FA-1A796DB8ACF4}"/>
                </a:ext>
              </a:extLst>
            </p:cNvPr>
            <p:cNvSpPr>
              <a:spLocks/>
            </p:cNvSpPr>
            <p:nvPr userDrawn="1"/>
          </p:nvSpPr>
          <p:spPr>
            <a:xfrm>
              <a:off x="6357794" y="4868100"/>
              <a:ext cx="569756" cy="1219644"/>
            </a:xfrm>
            <a:custGeom>
              <a:avLst/>
              <a:gdLst>
                <a:gd name="connsiteX0" fmla="*/ 252386 w 569756"/>
                <a:gd name="connsiteY0" fmla="*/ 0 h 1219644"/>
                <a:gd name="connsiteX1" fmla="*/ 0 w 569756"/>
                <a:gd name="connsiteY1" fmla="*/ 0 h 1219644"/>
                <a:gd name="connsiteX2" fmla="*/ 126161 w 569756"/>
                <a:gd name="connsiteY2" fmla="*/ 304864 h 1219644"/>
                <a:gd name="connsiteX3" fmla="*/ 252386 w 569756"/>
                <a:gd name="connsiteY3" fmla="*/ 609790 h 1219644"/>
                <a:gd name="connsiteX4" fmla="*/ 0 w 569756"/>
                <a:gd name="connsiteY4" fmla="*/ 1219645 h 1219644"/>
                <a:gd name="connsiteX5" fmla="*/ 317307 w 569756"/>
                <a:gd name="connsiteY5" fmla="*/ 1219645 h 1219644"/>
                <a:gd name="connsiteX6" fmla="*/ 569757 w 569756"/>
                <a:gd name="connsiteY6" fmla="*/ 609790 h 1219644"/>
                <a:gd name="connsiteX7" fmla="*/ 317307 w 569756"/>
                <a:gd name="connsiteY7" fmla="*/ 0 h 1219644"/>
                <a:gd name="connsiteX8" fmla="*/ 252386 w 569756"/>
                <a:gd name="connsiteY8"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756" h="1219644">
                  <a:moveTo>
                    <a:pt x="252386" y="0"/>
                  </a:moveTo>
                  <a:lnTo>
                    <a:pt x="0" y="0"/>
                  </a:lnTo>
                  <a:lnTo>
                    <a:pt x="126161" y="304864"/>
                  </a:lnTo>
                  <a:lnTo>
                    <a:pt x="252386" y="609790"/>
                  </a:lnTo>
                  <a:lnTo>
                    <a:pt x="0" y="1219645"/>
                  </a:lnTo>
                  <a:lnTo>
                    <a:pt x="317307" y="1219645"/>
                  </a:lnTo>
                  <a:lnTo>
                    <a:pt x="569757" y="609790"/>
                  </a:lnTo>
                  <a:lnTo>
                    <a:pt x="317307" y="0"/>
                  </a:lnTo>
                  <a:lnTo>
                    <a:pt x="252386" y="0"/>
                  </a:lnTo>
                  <a:close/>
                </a:path>
              </a:pathLst>
            </a:custGeom>
            <a:grpFill/>
            <a:ln w="6341"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82B400D1-89E2-3AFE-218B-4D467E0060E1}"/>
                </a:ext>
              </a:extLst>
            </p:cNvPr>
            <p:cNvSpPr>
              <a:spLocks/>
            </p:cNvSpPr>
            <p:nvPr userDrawn="1"/>
          </p:nvSpPr>
          <p:spPr>
            <a:xfrm>
              <a:off x="6927869"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07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07"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88DF0B6-5F6B-E317-204E-D806163DEACD}"/>
                </a:ext>
              </a:extLst>
            </p:cNvPr>
            <p:cNvSpPr>
              <a:spLocks/>
            </p:cNvSpPr>
            <p:nvPr userDrawn="1"/>
          </p:nvSpPr>
          <p:spPr>
            <a:xfrm>
              <a:off x="7497943" y="4868100"/>
              <a:ext cx="569756" cy="1219644"/>
            </a:xfrm>
            <a:custGeom>
              <a:avLst/>
              <a:gdLst>
                <a:gd name="connsiteX0" fmla="*/ 317371 w 569756"/>
                <a:gd name="connsiteY0" fmla="*/ 0 h 1219644"/>
                <a:gd name="connsiteX1" fmla="*/ 0 w 569756"/>
                <a:gd name="connsiteY1" fmla="*/ 0 h 1219644"/>
                <a:gd name="connsiteX2" fmla="*/ 252450 w 569756"/>
                <a:gd name="connsiteY2" fmla="*/ 609790 h 1219644"/>
                <a:gd name="connsiteX3" fmla="*/ 0 w 569756"/>
                <a:gd name="connsiteY3" fmla="*/ 1219645 h 1219644"/>
                <a:gd name="connsiteX4" fmla="*/ 317371 w 569756"/>
                <a:gd name="connsiteY4" fmla="*/ 1219645 h 1219644"/>
                <a:gd name="connsiteX5" fmla="*/ 569757 w 569756"/>
                <a:gd name="connsiteY5" fmla="*/ 609790 h 1219644"/>
                <a:gd name="connsiteX6" fmla="*/ 317371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317371" y="0"/>
                  </a:moveTo>
                  <a:lnTo>
                    <a:pt x="0" y="0"/>
                  </a:lnTo>
                  <a:lnTo>
                    <a:pt x="252450" y="609790"/>
                  </a:lnTo>
                  <a:lnTo>
                    <a:pt x="0" y="1219645"/>
                  </a:lnTo>
                  <a:lnTo>
                    <a:pt x="317371" y="1219645"/>
                  </a:lnTo>
                  <a:lnTo>
                    <a:pt x="569757" y="609790"/>
                  </a:lnTo>
                  <a:lnTo>
                    <a:pt x="317371" y="0"/>
                  </a:lnTo>
                  <a:close/>
                </a:path>
              </a:pathLst>
            </a:custGeom>
            <a:grpFill/>
            <a:ln w="6341" cap="flat">
              <a:noFill/>
              <a:prstDash val="solid"/>
              <a:miter/>
            </a:ln>
          </p:spPr>
          <p:txBody>
            <a:bodyPr rtlCol="0" anchor="ctr"/>
            <a:lstStyle/>
            <a:p>
              <a:endParaRPr lang="en-GB"/>
            </a:p>
          </p:txBody>
        </p:sp>
      </p:grpSp>
      <p:sp>
        <p:nvSpPr>
          <p:cNvPr id="12" name="Title 1">
            <a:extLst>
              <a:ext uri="{FF2B5EF4-FFF2-40B4-BE49-F238E27FC236}">
                <a16:creationId xmlns:a16="http://schemas.microsoft.com/office/drawing/2014/main" id="{38E197B4-1326-33A4-F708-A9A0F60319E9}"/>
              </a:ext>
            </a:extLst>
          </p:cNvPr>
          <p:cNvSpPr>
            <a:spLocks noGrp="1"/>
          </p:cNvSpPr>
          <p:nvPr>
            <p:ph type="title"/>
          </p:nvPr>
        </p:nvSpPr>
        <p:spPr>
          <a:xfrm>
            <a:off x="1076325" y="368300"/>
            <a:ext cx="5019675" cy="4438344"/>
          </a:xfrm>
        </p:spPr>
        <p:txBody>
          <a:bodyPr anchor="b">
            <a:normAutofit/>
          </a:bodyPr>
          <a:lstStyle>
            <a:lvl1pPr>
              <a:lnSpc>
                <a:spcPct val="70000"/>
              </a:lnSpc>
              <a:defRPr sz="7200">
                <a:solidFill>
                  <a:schemeClr val="tx1"/>
                </a:solidFill>
              </a:defRPr>
            </a:lvl1pPr>
          </a:lstStyle>
          <a:p>
            <a:r>
              <a:rPr lang="en-US"/>
              <a:t>Click to edit Master title style</a:t>
            </a:r>
            <a:endParaRPr lang="en-GB"/>
          </a:p>
        </p:txBody>
      </p:sp>
      <p:sp>
        <p:nvSpPr>
          <p:cNvPr id="13" name="Text Placeholder 2">
            <a:extLst>
              <a:ext uri="{FF2B5EF4-FFF2-40B4-BE49-F238E27FC236}">
                <a16:creationId xmlns:a16="http://schemas.microsoft.com/office/drawing/2014/main" id="{7BF6B874-4DE5-D60B-8F2B-04422CF1E7DA}"/>
              </a:ext>
            </a:extLst>
          </p:cNvPr>
          <p:cNvSpPr>
            <a:spLocks noGrp="1"/>
          </p:cNvSpPr>
          <p:nvPr>
            <p:ph type="body" idx="1"/>
          </p:nvPr>
        </p:nvSpPr>
        <p:spPr>
          <a:xfrm>
            <a:off x="1076325" y="4888234"/>
            <a:ext cx="4064272" cy="1336469"/>
          </a:xfrm>
        </p:spPr>
        <p:txBody>
          <a:bodyPr>
            <a:normAutofit/>
          </a:bodyPr>
          <a:lstStyle>
            <a:lvl1pPr marL="0" indent="0">
              <a:buNone/>
              <a:defRPr sz="2000">
                <a:solidFill>
                  <a:schemeClr val="accent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grpSp>
        <p:nvGrpSpPr>
          <p:cNvPr id="2" name="Group 1">
            <a:extLst>
              <a:ext uri="{FF2B5EF4-FFF2-40B4-BE49-F238E27FC236}">
                <a16:creationId xmlns:a16="http://schemas.microsoft.com/office/drawing/2014/main" id="{A65719DC-5A37-50BA-06DB-4B572B11A580}"/>
              </a:ext>
            </a:extLst>
          </p:cNvPr>
          <p:cNvGrpSpPr/>
          <p:nvPr userDrawn="1"/>
        </p:nvGrpSpPr>
        <p:grpSpPr>
          <a:xfrm>
            <a:off x="-2236817" y="-1"/>
            <a:ext cx="2155910" cy="6857999"/>
            <a:chOff x="-2236817" y="-1"/>
            <a:chExt cx="2155910" cy="6857999"/>
          </a:xfrm>
        </p:grpSpPr>
        <p:sp>
          <p:nvSpPr>
            <p:cNvPr id="3" name="Rectangle 2">
              <a:extLst>
                <a:ext uri="{FF2B5EF4-FFF2-40B4-BE49-F238E27FC236}">
                  <a16:creationId xmlns:a16="http://schemas.microsoft.com/office/drawing/2014/main" id="{55F693E2-3083-FC68-CF53-80FDEDED6151}"/>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4" name="Picture 3" descr="A screenshot of a computer&#10;&#10;Description automatically generated">
              <a:extLst>
                <a:ext uri="{FF2B5EF4-FFF2-40B4-BE49-F238E27FC236}">
                  <a16:creationId xmlns:a16="http://schemas.microsoft.com/office/drawing/2014/main" id="{94704981-54FB-0893-D02C-61AC7E78DE86}"/>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5" name="Picture 4">
              <a:extLst>
                <a:ext uri="{FF2B5EF4-FFF2-40B4-BE49-F238E27FC236}">
                  <a16:creationId xmlns:a16="http://schemas.microsoft.com/office/drawing/2014/main" id="{B64015DC-16B0-9E9E-8606-52436313781F}"/>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326512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age_Dark Image">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7C99C6B-AD8F-8850-A990-96C038AFBCB1}"/>
              </a:ext>
            </a:extLst>
          </p:cNvPr>
          <p:cNvSpPr/>
          <p:nvPr userDrawn="1"/>
        </p:nvSpPr>
        <p:spPr>
          <a:xfrm>
            <a:off x="10971102" y="-64"/>
            <a:ext cx="1220898" cy="655519"/>
          </a:xfrm>
          <a:prstGeom prst="rect">
            <a:avLst/>
          </a:prstGeom>
          <a:solidFill>
            <a:schemeClr val="bg2"/>
          </a:solidFill>
          <a:ln w="634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GB"/>
          </a:p>
        </p:txBody>
      </p:sp>
      <p:sp>
        <p:nvSpPr>
          <p:cNvPr id="31" name="Picture Placeholder 30">
            <a:extLst>
              <a:ext uri="{FF2B5EF4-FFF2-40B4-BE49-F238E27FC236}">
                <a16:creationId xmlns:a16="http://schemas.microsoft.com/office/drawing/2014/main" id="{4AFB3DE5-DA00-8CC6-E9D5-617844F5922E}"/>
              </a:ext>
            </a:extLst>
          </p:cNvPr>
          <p:cNvSpPr>
            <a:spLocks noGrp="1"/>
          </p:cNvSpPr>
          <p:nvPr>
            <p:ph type="pic" sz="quarter" idx="10"/>
          </p:nvPr>
        </p:nvSpPr>
        <p:spPr>
          <a:xfrm>
            <a:off x="5792341" y="-1"/>
            <a:ext cx="6404593" cy="6856920"/>
          </a:xfrm>
          <a:custGeom>
            <a:avLst/>
            <a:gdLst>
              <a:gd name="connsiteX0" fmla="*/ 1711873 w 6404593"/>
              <a:gd name="connsiteY0" fmla="*/ 4866005 h 6856920"/>
              <a:gd name="connsiteX1" fmla="*/ 1964322 w 6404593"/>
              <a:gd name="connsiteY1" fmla="*/ 5475796 h 6856920"/>
              <a:gd name="connsiteX2" fmla="*/ 1711873 w 6404593"/>
              <a:gd name="connsiteY2" fmla="*/ 6085650 h 6856920"/>
              <a:gd name="connsiteX3" fmla="*/ 2029243 w 6404593"/>
              <a:gd name="connsiteY3" fmla="*/ 6085650 h 6856920"/>
              <a:gd name="connsiteX4" fmla="*/ 2281693 w 6404593"/>
              <a:gd name="connsiteY4" fmla="*/ 5475796 h 6856920"/>
              <a:gd name="connsiteX5" fmla="*/ 2029243 w 6404593"/>
              <a:gd name="connsiteY5" fmla="*/ 4866005 h 6856920"/>
              <a:gd name="connsiteX6" fmla="*/ 1711936 w 6404593"/>
              <a:gd name="connsiteY6" fmla="*/ 4866005 h 6856920"/>
              <a:gd name="connsiteX7" fmla="*/ 1141799 w 6404593"/>
              <a:gd name="connsiteY7" fmla="*/ 4866005 h 6856920"/>
              <a:gd name="connsiteX8" fmla="*/ 1394248 w 6404593"/>
              <a:gd name="connsiteY8" fmla="*/ 5475796 h 6856920"/>
              <a:gd name="connsiteX9" fmla="*/ 1141799 w 6404593"/>
              <a:gd name="connsiteY9" fmla="*/ 6085650 h 6856920"/>
              <a:gd name="connsiteX10" fmla="*/ 1459169 w 6404593"/>
              <a:gd name="connsiteY10" fmla="*/ 6085650 h 6856920"/>
              <a:gd name="connsiteX11" fmla="*/ 1711619 w 6404593"/>
              <a:gd name="connsiteY11" fmla="*/ 5475796 h 6856920"/>
              <a:gd name="connsiteX12" fmla="*/ 1459169 w 6404593"/>
              <a:gd name="connsiteY12" fmla="*/ 4866005 h 6856920"/>
              <a:gd name="connsiteX13" fmla="*/ 1141862 w 6404593"/>
              <a:gd name="connsiteY13" fmla="*/ 4866005 h 6856920"/>
              <a:gd name="connsiteX14" fmla="*/ 5562079 w 6404593"/>
              <a:gd name="connsiteY14" fmla="*/ 421068 h 6856920"/>
              <a:gd name="connsiteX15" fmla="*/ 5620273 w 6404593"/>
              <a:gd name="connsiteY15" fmla="*/ 481266 h 6856920"/>
              <a:gd name="connsiteX16" fmla="*/ 5562079 w 6404593"/>
              <a:gd name="connsiteY16" fmla="*/ 541464 h 6856920"/>
              <a:gd name="connsiteX17" fmla="*/ 5503885 w 6404593"/>
              <a:gd name="connsiteY17" fmla="*/ 481647 h 6856920"/>
              <a:gd name="connsiteX18" fmla="*/ 5503885 w 6404593"/>
              <a:gd name="connsiteY18" fmla="*/ 481266 h 6856920"/>
              <a:gd name="connsiteX19" fmla="*/ 5562079 w 6404593"/>
              <a:gd name="connsiteY19" fmla="*/ 421068 h 6856920"/>
              <a:gd name="connsiteX20" fmla="*/ 5562079 w 6404593"/>
              <a:gd name="connsiteY20" fmla="*/ 377571 h 6856920"/>
              <a:gd name="connsiteX21" fmla="*/ 5456923 w 6404593"/>
              <a:gd name="connsiteY21" fmla="*/ 481267 h 6856920"/>
              <a:gd name="connsiteX22" fmla="*/ 5456923 w 6404593"/>
              <a:gd name="connsiteY22" fmla="*/ 481648 h 6856920"/>
              <a:gd name="connsiteX23" fmla="*/ 5562079 w 6404593"/>
              <a:gd name="connsiteY23" fmla="*/ 585724 h 6856920"/>
              <a:gd name="connsiteX24" fmla="*/ 5667298 w 6404593"/>
              <a:gd name="connsiteY24" fmla="*/ 481648 h 6856920"/>
              <a:gd name="connsiteX25" fmla="*/ 5562079 w 6404593"/>
              <a:gd name="connsiteY25" fmla="*/ 377571 h 6856920"/>
              <a:gd name="connsiteX26" fmla="*/ 5346881 w 6404593"/>
              <a:gd name="connsiteY26" fmla="*/ 377317 h 6856920"/>
              <a:gd name="connsiteX27" fmla="*/ 5243312 w 6404593"/>
              <a:gd name="connsiteY27" fmla="*/ 481521 h 6856920"/>
              <a:gd name="connsiteX28" fmla="*/ 5348404 w 6404593"/>
              <a:gd name="connsiteY28" fmla="*/ 586042 h 6856920"/>
              <a:gd name="connsiteX29" fmla="*/ 5440931 w 6404593"/>
              <a:gd name="connsiteY29" fmla="*/ 530606 h 6856920"/>
              <a:gd name="connsiteX30" fmla="*/ 5402347 w 6404593"/>
              <a:gd name="connsiteY30" fmla="*/ 508508 h 6856920"/>
              <a:gd name="connsiteX31" fmla="*/ 5401458 w 6404593"/>
              <a:gd name="connsiteY31" fmla="*/ 508508 h 6856920"/>
              <a:gd name="connsiteX32" fmla="*/ 5348467 w 6404593"/>
              <a:gd name="connsiteY32" fmla="*/ 542163 h 6856920"/>
              <a:gd name="connsiteX33" fmla="*/ 5290591 w 6404593"/>
              <a:gd name="connsiteY33" fmla="*/ 481711 h 6856920"/>
              <a:gd name="connsiteX34" fmla="*/ 5306774 w 6404593"/>
              <a:gd name="connsiteY34" fmla="*/ 438087 h 6856920"/>
              <a:gd name="connsiteX35" fmla="*/ 5348595 w 6404593"/>
              <a:gd name="connsiteY35" fmla="*/ 421259 h 6856920"/>
              <a:gd name="connsiteX36" fmla="*/ 5401522 w 6404593"/>
              <a:gd name="connsiteY36" fmla="*/ 456438 h 6856920"/>
              <a:gd name="connsiteX37" fmla="*/ 5441058 w 6404593"/>
              <a:gd name="connsiteY37" fmla="*/ 433769 h 6856920"/>
              <a:gd name="connsiteX38" fmla="*/ 5346881 w 6404593"/>
              <a:gd name="connsiteY38" fmla="*/ 377317 h 6856920"/>
              <a:gd name="connsiteX39" fmla="*/ 5802471 w 6404593"/>
              <a:gd name="connsiteY39" fmla="*/ 331534 h 6856920"/>
              <a:gd name="connsiteX40" fmla="*/ 5802471 w 6404593"/>
              <a:gd name="connsiteY40" fmla="*/ 530416 h 6856920"/>
              <a:gd name="connsiteX41" fmla="*/ 5802534 w 6404593"/>
              <a:gd name="connsiteY41" fmla="*/ 530416 h 6856920"/>
              <a:gd name="connsiteX42" fmla="*/ 5845498 w 6404593"/>
              <a:gd name="connsiteY42" fmla="*/ 579755 h 6856920"/>
              <a:gd name="connsiteX43" fmla="*/ 5890682 w 6404593"/>
              <a:gd name="connsiteY43" fmla="*/ 579755 h 6856920"/>
              <a:gd name="connsiteX44" fmla="*/ 5890682 w 6404593"/>
              <a:gd name="connsiteY44" fmla="*/ 543052 h 6856920"/>
              <a:gd name="connsiteX45" fmla="*/ 5863521 w 6404593"/>
              <a:gd name="connsiteY45" fmla="*/ 543052 h 6856920"/>
              <a:gd name="connsiteX46" fmla="*/ 5849496 w 6404593"/>
              <a:gd name="connsiteY46" fmla="*/ 531051 h 6856920"/>
              <a:gd name="connsiteX47" fmla="*/ 5849496 w 6404593"/>
              <a:gd name="connsiteY47" fmla="*/ 424942 h 6856920"/>
              <a:gd name="connsiteX48" fmla="*/ 5887255 w 6404593"/>
              <a:gd name="connsiteY48" fmla="*/ 424942 h 6856920"/>
              <a:gd name="connsiteX49" fmla="*/ 5887255 w 6404593"/>
              <a:gd name="connsiteY49" fmla="*/ 388176 h 6856920"/>
              <a:gd name="connsiteX50" fmla="*/ 5849496 w 6404593"/>
              <a:gd name="connsiteY50" fmla="*/ 388176 h 6856920"/>
              <a:gd name="connsiteX51" fmla="*/ 5849496 w 6404593"/>
              <a:gd name="connsiteY51" fmla="*/ 331534 h 6856920"/>
              <a:gd name="connsiteX52" fmla="*/ 5695602 w 6404593"/>
              <a:gd name="connsiteY52" fmla="*/ 331534 h 6856920"/>
              <a:gd name="connsiteX53" fmla="*/ 5695602 w 6404593"/>
              <a:gd name="connsiteY53" fmla="*/ 530416 h 6856920"/>
              <a:gd name="connsiteX54" fmla="*/ 5695665 w 6404593"/>
              <a:gd name="connsiteY54" fmla="*/ 530416 h 6856920"/>
              <a:gd name="connsiteX55" fmla="*/ 5738692 w 6404593"/>
              <a:gd name="connsiteY55" fmla="*/ 579755 h 6856920"/>
              <a:gd name="connsiteX56" fmla="*/ 5776198 w 6404593"/>
              <a:gd name="connsiteY56" fmla="*/ 579755 h 6856920"/>
              <a:gd name="connsiteX57" fmla="*/ 5776198 w 6404593"/>
              <a:gd name="connsiteY57" fmla="*/ 543052 h 6856920"/>
              <a:gd name="connsiteX58" fmla="*/ 5756652 w 6404593"/>
              <a:gd name="connsiteY58" fmla="*/ 543052 h 6856920"/>
              <a:gd name="connsiteX59" fmla="*/ 5742627 w 6404593"/>
              <a:gd name="connsiteY59" fmla="*/ 531051 h 6856920"/>
              <a:gd name="connsiteX60" fmla="*/ 5742627 w 6404593"/>
              <a:gd name="connsiteY60" fmla="*/ 331534 h 6856920"/>
              <a:gd name="connsiteX61" fmla="*/ 0 w 6404593"/>
              <a:gd name="connsiteY61" fmla="*/ 0 h 6856920"/>
              <a:gd name="connsiteX62" fmla="*/ 6404593 w 6404593"/>
              <a:gd name="connsiteY62" fmla="*/ 0 h 6856920"/>
              <a:gd name="connsiteX63" fmla="*/ 6404593 w 6404593"/>
              <a:gd name="connsiteY63" fmla="*/ 6856920 h 6856920"/>
              <a:gd name="connsiteX64" fmla="*/ 0 w 6404593"/>
              <a:gd name="connsiteY64" fmla="*/ 6856920 h 6856920"/>
              <a:gd name="connsiteX65" fmla="*/ 697949 w 6404593"/>
              <a:gd name="connsiteY65" fmla="*/ 5170869 h 6856920"/>
              <a:gd name="connsiteX66" fmla="*/ 697949 w 6404593"/>
              <a:gd name="connsiteY66" fmla="*/ 5170805 h 6856920"/>
              <a:gd name="connsiteX67" fmla="*/ 824174 w 6404593"/>
              <a:gd name="connsiteY67" fmla="*/ 5475732 h 6856920"/>
              <a:gd name="connsiteX68" fmla="*/ 571724 w 6404593"/>
              <a:gd name="connsiteY68" fmla="*/ 6085586 h 6856920"/>
              <a:gd name="connsiteX69" fmla="*/ 889095 w 6404593"/>
              <a:gd name="connsiteY69" fmla="*/ 6085586 h 6856920"/>
              <a:gd name="connsiteX70" fmla="*/ 1141545 w 6404593"/>
              <a:gd name="connsiteY70" fmla="*/ 5475732 h 6856920"/>
              <a:gd name="connsiteX71" fmla="*/ 889095 w 6404593"/>
              <a:gd name="connsiteY71" fmla="*/ 4865942 h 6856920"/>
              <a:gd name="connsiteX72" fmla="*/ 824174 w 6404593"/>
              <a:gd name="connsiteY72" fmla="*/ 4865942 h 6856920"/>
              <a:gd name="connsiteX73" fmla="*/ 1419252 w 6404593"/>
              <a:gd name="connsiteY73" fmla="*/ 3428428 h 685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404593" h="6856920">
                <a:moveTo>
                  <a:pt x="1711873" y="4866005"/>
                </a:moveTo>
                <a:lnTo>
                  <a:pt x="1964322" y="5475796"/>
                </a:lnTo>
                <a:lnTo>
                  <a:pt x="1711873" y="6085650"/>
                </a:lnTo>
                <a:lnTo>
                  <a:pt x="2029243" y="6085650"/>
                </a:lnTo>
                <a:lnTo>
                  <a:pt x="2281693" y="5475796"/>
                </a:lnTo>
                <a:lnTo>
                  <a:pt x="2029243" y="4866005"/>
                </a:lnTo>
                <a:lnTo>
                  <a:pt x="1711936" y="4866005"/>
                </a:lnTo>
                <a:close/>
                <a:moveTo>
                  <a:pt x="1141799" y="4866005"/>
                </a:moveTo>
                <a:lnTo>
                  <a:pt x="1394248" y="5475796"/>
                </a:lnTo>
                <a:lnTo>
                  <a:pt x="1141799" y="6085650"/>
                </a:lnTo>
                <a:lnTo>
                  <a:pt x="1459169" y="6085650"/>
                </a:lnTo>
                <a:lnTo>
                  <a:pt x="1711619" y="5475796"/>
                </a:lnTo>
                <a:lnTo>
                  <a:pt x="1459169" y="4866005"/>
                </a:lnTo>
                <a:lnTo>
                  <a:pt x="1141862" y="4866005"/>
                </a:lnTo>
                <a:close/>
                <a:moveTo>
                  <a:pt x="5562079" y="421068"/>
                </a:moveTo>
                <a:cubicBezTo>
                  <a:pt x="5594254" y="421068"/>
                  <a:pt x="5620273" y="446595"/>
                  <a:pt x="5620273" y="481266"/>
                </a:cubicBezTo>
                <a:cubicBezTo>
                  <a:pt x="5620273" y="515937"/>
                  <a:pt x="5594254" y="541464"/>
                  <a:pt x="5562079" y="541464"/>
                </a:cubicBezTo>
                <a:cubicBezTo>
                  <a:pt x="5529968" y="541464"/>
                  <a:pt x="5503885" y="515937"/>
                  <a:pt x="5503885" y="481647"/>
                </a:cubicBezTo>
                <a:lnTo>
                  <a:pt x="5503885" y="481266"/>
                </a:lnTo>
                <a:cubicBezTo>
                  <a:pt x="5503885" y="446595"/>
                  <a:pt x="5529904" y="421068"/>
                  <a:pt x="5562079" y="421068"/>
                </a:cubicBezTo>
                <a:close/>
                <a:moveTo>
                  <a:pt x="5562079" y="377571"/>
                </a:moveTo>
                <a:cubicBezTo>
                  <a:pt x="5493731" y="377571"/>
                  <a:pt x="5456923" y="430975"/>
                  <a:pt x="5456923" y="481267"/>
                </a:cubicBezTo>
                <a:lnTo>
                  <a:pt x="5456923" y="481648"/>
                </a:lnTo>
                <a:cubicBezTo>
                  <a:pt x="5456923" y="532384"/>
                  <a:pt x="5493604" y="585724"/>
                  <a:pt x="5562079" y="585724"/>
                </a:cubicBezTo>
                <a:cubicBezTo>
                  <a:pt x="5630554" y="585724"/>
                  <a:pt x="5667298" y="532321"/>
                  <a:pt x="5667298" y="481648"/>
                </a:cubicBezTo>
                <a:cubicBezTo>
                  <a:pt x="5667298" y="430975"/>
                  <a:pt x="5630427" y="377571"/>
                  <a:pt x="5562079" y="377571"/>
                </a:cubicBezTo>
                <a:close/>
                <a:moveTo>
                  <a:pt x="5346881" y="377317"/>
                </a:moveTo>
                <a:cubicBezTo>
                  <a:pt x="5287925" y="377317"/>
                  <a:pt x="5243312" y="425260"/>
                  <a:pt x="5243312" y="481521"/>
                </a:cubicBezTo>
                <a:cubicBezTo>
                  <a:pt x="5243312" y="537782"/>
                  <a:pt x="5286402" y="586042"/>
                  <a:pt x="5348404" y="586042"/>
                </a:cubicBezTo>
                <a:cubicBezTo>
                  <a:pt x="5390225" y="586042"/>
                  <a:pt x="5423987" y="562991"/>
                  <a:pt x="5440931" y="530606"/>
                </a:cubicBezTo>
                <a:lnTo>
                  <a:pt x="5402347" y="508508"/>
                </a:lnTo>
                <a:lnTo>
                  <a:pt x="5401458" y="508508"/>
                </a:lnTo>
                <a:cubicBezTo>
                  <a:pt x="5394287" y="524701"/>
                  <a:pt x="5377724" y="542100"/>
                  <a:pt x="5348467" y="542163"/>
                </a:cubicBezTo>
                <a:cubicBezTo>
                  <a:pt x="5315214" y="542163"/>
                  <a:pt x="5290591" y="516890"/>
                  <a:pt x="5290591" y="481711"/>
                </a:cubicBezTo>
                <a:cubicBezTo>
                  <a:pt x="5290591" y="464503"/>
                  <a:pt x="5296747" y="448564"/>
                  <a:pt x="5306774" y="438087"/>
                </a:cubicBezTo>
                <a:cubicBezTo>
                  <a:pt x="5318133" y="426720"/>
                  <a:pt x="5331396" y="420814"/>
                  <a:pt x="5348595" y="421259"/>
                </a:cubicBezTo>
                <a:cubicBezTo>
                  <a:pt x="5374233" y="421132"/>
                  <a:pt x="5393018" y="435737"/>
                  <a:pt x="5401522" y="456438"/>
                </a:cubicBezTo>
                <a:lnTo>
                  <a:pt x="5441058" y="433769"/>
                </a:lnTo>
                <a:cubicBezTo>
                  <a:pt x="5423606" y="399034"/>
                  <a:pt x="5387687" y="377317"/>
                  <a:pt x="5346881" y="377317"/>
                </a:cubicBezTo>
                <a:close/>
                <a:moveTo>
                  <a:pt x="5802471" y="331534"/>
                </a:moveTo>
                <a:lnTo>
                  <a:pt x="5802471" y="530416"/>
                </a:lnTo>
                <a:lnTo>
                  <a:pt x="5802534" y="530416"/>
                </a:lnTo>
                <a:cubicBezTo>
                  <a:pt x="5802534" y="530416"/>
                  <a:pt x="5799742" y="579819"/>
                  <a:pt x="5845498" y="579755"/>
                </a:cubicBezTo>
                <a:lnTo>
                  <a:pt x="5890682" y="579755"/>
                </a:lnTo>
                <a:lnTo>
                  <a:pt x="5890682" y="543052"/>
                </a:lnTo>
                <a:lnTo>
                  <a:pt x="5863521" y="543052"/>
                </a:lnTo>
                <a:cubicBezTo>
                  <a:pt x="5863521" y="543052"/>
                  <a:pt x="5849876" y="543179"/>
                  <a:pt x="5849496" y="531051"/>
                </a:cubicBezTo>
                <a:lnTo>
                  <a:pt x="5849496" y="424942"/>
                </a:lnTo>
                <a:lnTo>
                  <a:pt x="5887255" y="424942"/>
                </a:lnTo>
                <a:lnTo>
                  <a:pt x="5887255" y="388176"/>
                </a:lnTo>
                <a:lnTo>
                  <a:pt x="5849496" y="388176"/>
                </a:lnTo>
                <a:lnTo>
                  <a:pt x="5849496" y="331534"/>
                </a:lnTo>
                <a:close/>
                <a:moveTo>
                  <a:pt x="5695602" y="331534"/>
                </a:moveTo>
                <a:lnTo>
                  <a:pt x="5695602" y="530416"/>
                </a:lnTo>
                <a:lnTo>
                  <a:pt x="5695665" y="530416"/>
                </a:lnTo>
                <a:cubicBezTo>
                  <a:pt x="5695665" y="530416"/>
                  <a:pt x="5692048" y="579755"/>
                  <a:pt x="5738692" y="579755"/>
                </a:cubicBezTo>
                <a:lnTo>
                  <a:pt x="5776198" y="579755"/>
                </a:lnTo>
                <a:lnTo>
                  <a:pt x="5776198" y="543052"/>
                </a:lnTo>
                <a:lnTo>
                  <a:pt x="5756652" y="543052"/>
                </a:lnTo>
                <a:cubicBezTo>
                  <a:pt x="5756652" y="543052"/>
                  <a:pt x="5743008" y="543179"/>
                  <a:pt x="5742627" y="531051"/>
                </a:cubicBezTo>
                <a:lnTo>
                  <a:pt x="5742627" y="331534"/>
                </a:lnTo>
                <a:close/>
                <a:moveTo>
                  <a:pt x="0" y="0"/>
                </a:moveTo>
                <a:lnTo>
                  <a:pt x="6404593" y="0"/>
                </a:lnTo>
                <a:lnTo>
                  <a:pt x="6404593" y="6856920"/>
                </a:lnTo>
                <a:lnTo>
                  <a:pt x="0" y="6856920"/>
                </a:lnTo>
                <a:lnTo>
                  <a:pt x="697949" y="5170869"/>
                </a:lnTo>
                <a:lnTo>
                  <a:pt x="697949" y="5170805"/>
                </a:lnTo>
                <a:lnTo>
                  <a:pt x="824174" y="5475732"/>
                </a:lnTo>
                <a:lnTo>
                  <a:pt x="571724" y="6085586"/>
                </a:lnTo>
                <a:lnTo>
                  <a:pt x="889095" y="6085586"/>
                </a:lnTo>
                <a:lnTo>
                  <a:pt x="1141545" y="5475732"/>
                </a:lnTo>
                <a:lnTo>
                  <a:pt x="889095" y="4865942"/>
                </a:lnTo>
                <a:lnTo>
                  <a:pt x="824174" y="4865942"/>
                </a:lnTo>
                <a:lnTo>
                  <a:pt x="1419252" y="3428428"/>
                </a:lnTo>
                <a:close/>
              </a:path>
            </a:pathLst>
          </a:custGeom>
          <a:pattFill prst="pct5">
            <a:fgClr>
              <a:schemeClr val="bg1"/>
            </a:fgClr>
            <a:bgClr>
              <a:schemeClr val="accent3"/>
            </a:bgClr>
          </a:pattFill>
        </p:spPr>
        <p:txBody>
          <a:bodyPr wrap="square" anchor="ctr">
            <a:noAutofit/>
          </a:bodyPr>
          <a:lstStyle>
            <a:lvl1pPr marL="0" indent="0">
              <a:buNone/>
              <a:defRPr>
                <a:solidFill>
                  <a:schemeClr val="bg2"/>
                </a:solidFill>
              </a:defRPr>
            </a:lvl1pPr>
          </a:lstStyle>
          <a:p>
            <a:r>
              <a:rPr lang="en-US"/>
              <a:t>Click icon to add picture</a:t>
            </a:r>
            <a:endParaRPr lang="en-GB"/>
          </a:p>
        </p:txBody>
      </p:sp>
      <p:pic>
        <p:nvPicPr>
          <p:cNvPr id="41" name="Graphic 40">
            <a:extLst>
              <a:ext uri="{FF2B5EF4-FFF2-40B4-BE49-F238E27FC236}">
                <a16:creationId xmlns:a16="http://schemas.microsoft.com/office/drawing/2014/main" id="{C5ADBA68-B969-9AE6-B5E9-AC5C99B658E0}"/>
              </a:ext>
            </a:extLst>
          </p:cNvPr>
          <p:cNvPicPr>
            <a:picLocks noChangeAspect="1"/>
          </p:cNvPicPr>
          <p:nvPr userDrawn="1"/>
        </p:nvPicPr>
        <p:blipFill>
          <a:blip>
            <a:extLst>
              <a:ext uri="{96DAC541-7B7A-43D3-8B79-37D633B846F1}">
                <asvg:svgBlip xmlns:asvg="http://schemas.microsoft.com/office/drawing/2016/SVG/main" r:embed="rId2"/>
              </a:ext>
            </a:extLst>
          </a:blip>
          <a:srcRect l="-371371" t="-126189" r="-32059" b="25517"/>
          <a:stretch>
            <a:fillRect/>
          </a:stretch>
        </p:blipFill>
        <p:spPr>
          <a:xfrm rot="5400000">
            <a:off x="5563837" y="227361"/>
            <a:ext cx="6856858" cy="6402134"/>
          </a:xfrm>
          <a:custGeom>
            <a:avLst/>
            <a:gdLst>
              <a:gd name="connsiteX0" fmla="*/ 0 w 6856858"/>
              <a:gd name="connsiteY0" fmla="*/ 6402134 h 6402134"/>
              <a:gd name="connsiteX1" fmla="*/ 0 w 6856858"/>
              <a:gd name="connsiteY1" fmla="*/ 64 h 6402134"/>
              <a:gd name="connsiteX2" fmla="*/ 6856858 w 6856858"/>
              <a:gd name="connsiteY2" fmla="*/ 0 h 6402134"/>
              <a:gd name="connsiteX3" fmla="*/ 6856857 w 6856858"/>
              <a:gd name="connsiteY3" fmla="*/ 6402134 h 6402134"/>
              <a:gd name="connsiteX4" fmla="*/ 6420207 w 6856858"/>
              <a:gd name="connsiteY4" fmla="*/ 6221445 h 6402134"/>
              <a:gd name="connsiteX5" fmla="*/ 6420208 w 6856858"/>
              <a:gd name="connsiteY5" fmla="*/ 4025879 h 6402134"/>
              <a:gd name="connsiteX6" fmla="*/ 5058179 w 6856858"/>
              <a:gd name="connsiteY6" fmla="*/ 4025879 h 6402134"/>
              <a:gd name="connsiteX7" fmla="*/ 5058178 w 6856858"/>
              <a:gd name="connsiteY7" fmla="*/ 5657828 h 6402134"/>
              <a:gd name="connsiteX8" fmla="*/ 3428428 w 6856858"/>
              <a:gd name="connsiteY8" fmla="*/ 4983427 h 6402134"/>
              <a:gd name="connsiteX9" fmla="*/ 0 w 6856858"/>
              <a:gd name="connsiteY9" fmla="*/ 6402134 h 640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6858" h="6402134">
                <a:moveTo>
                  <a:pt x="0" y="6402134"/>
                </a:moveTo>
                <a:lnTo>
                  <a:pt x="0" y="64"/>
                </a:lnTo>
                <a:lnTo>
                  <a:pt x="6856858" y="0"/>
                </a:lnTo>
                <a:lnTo>
                  <a:pt x="6856857" y="6402134"/>
                </a:lnTo>
                <a:lnTo>
                  <a:pt x="6420207" y="6221445"/>
                </a:lnTo>
                <a:lnTo>
                  <a:pt x="6420208" y="4025879"/>
                </a:lnTo>
                <a:lnTo>
                  <a:pt x="5058179" y="4025879"/>
                </a:lnTo>
                <a:lnTo>
                  <a:pt x="5058178" y="5657828"/>
                </a:lnTo>
                <a:lnTo>
                  <a:pt x="3428428" y="4983427"/>
                </a:lnTo>
                <a:lnTo>
                  <a:pt x="0" y="6402134"/>
                </a:lnTo>
                <a:close/>
              </a:path>
            </a:pathLst>
          </a:custGeom>
        </p:spPr>
      </p:pic>
      <p:grpSp>
        <p:nvGrpSpPr>
          <p:cNvPr id="22" name="Group 21">
            <a:extLst>
              <a:ext uri="{FF2B5EF4-FFF2-40B4-BE49-F238E27FC236}">
                <a16:creationId xmlns:a16="http://schemas.microsoft.com/office/drawing/2014/main" id="{B5D957CE-CFBA-107D-AD2C-425D0FE8E52F}"/>
              </a:ext>
            </a:extLst>
          </p:cNvPr>
          <p:cNvGrpSpPr>
            <a:grpSpLocks/>
          </p:cNvGrpSpPr>
          <p:nvPr userDrawn="1"/>
        </p:nvGrpSpPr>
        <p:grpSpPr>
          <a:xfrm>
            <a:off x="5217583" y="4864925"/>
            <a:ext cx="2850116" cy="1219644"/>
            <a:chOff x="5217583" y="4868100"/>
            <a:chExt cx="2850116" cy="1219644"/>
          </a:xfrm>
          <a:solidFill>
            <a:srgbClr val="FFFFFF"/>
          </a:solidFill>
        </p:grpSpPr>
        <p:sp>
          <p:nvSpPr>
            <p:cNvPr id="17" name="Freeform 16">
              <a:extLst>
                <a:ext uri="{FF2B5EF4-FFF2-40B4-BE49-F238E27FC236}">
                  <a16:creationId xmlns:a16="http://schemas.microsoft.com/office/drawing/2014/main" id="{9D72AEAA-85E6-8A65-577B-20374B1D636C}"/>
                </a:ext>
              </a:extLst>
            </p:cNvPr>
            <p:cNvSpPr>
              <a:spLocks/>
            </p:cNvSpPr>
            <p:nvPr userDrawn="1"/>
          </p:nvSpPr>
          <p:spPr>
            <a:xfrm>
              <a:off x="5217583"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71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71"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F6953D6-1F10-0229-156C-0248DF6168E6}"/>
                </a:ext>
              </a:extLst>
            </p:cNvPr>
            <p:cNvSpPr>
              <a:spLocks/>
            </p:cNvSpPr>
            <p:nvPr userDrawn="1"/>
          </p:nvSpPr>
          <p:spPr>
            <a:xfrm>
              <a:off x="5787657" y="4868100"/>
              <a:ext cx="569820" cy="1219644"/>
            </a:xfrm>
            <a:custGeom>
              <a:avLst/>
              <a:gdLst>
                <a:gd name="connsiteX0" fmla="*/ 0 w 569820"/>
                <a:gd name="connsiteY0" fmla="*/ 0 h 1219644"/>
                <a:gd name="connsiteX1" fmla="*/ 252450 w 569820"/>
                <a:gd name="connsiteY1" fmla="*/ 609790 h 1219644"/>
                <a:gd name="connsiteX2" fmla="*/ 0 w 569820"/>
                <a:gd name="connsiteY2" fmla="*/ 1219645 h 1219644"/>
                <a:gd name="connsiteX3" fmla="*/ 317371 w 569820"/>
                <a:gd name="connsiteY3" fmla="*/ 1219645 h 1219644"/>
                <a:gd name="connsiteX4" fmla="*/ 569820 w 569820"/>
                <a:gd name="connsiteY4" fmla="*/ 609790 h 1219644"/>
                <a:gd name="connsiteX5" fmla="*/ 317371 w 569820"/>
                <a:gd name="connsiteY5" fmla="*/ 0 h 1219644"/>
                <a:gd name="connsiteX6" fmla="*/ 0 w 569820"/>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820" h="1219644">
                  <a:moveTo>
                    <a:pt x="0" y="0"/>
                  </a:moveTo>
                  <a:lnTo>
                    <a:pt x="252450" y="609790"/>
                  </a:lnTo>
                  <a:lnTo>
                    <a:pt x="0" y="1219645"/>
                  </a:lnTo>
                  <a:lnTo>
                    <a:pt x="317371" y="1219645"/>
                  </a:lnTo>
                  <a:lnTo>
                    <a:pt x="569820" y="609790"/>
                  </a:lnTo>
                  <a:lnTo>
                    <a:pt x="317371" y="0"/>
                  </a:lnTo>
                  <a:lnTo>
                    <a:pt x="0" y="0"/>
                  </a:lnTo>
                  <a:close/>
                </a:path>
              </a:pathLst>
            </a:custGeom>
            <a:grpFill/>
            <a:ln w="6341"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E9E32EF8-B332-6150-3A8A-9C2FC59776E9}"/>
                </a:ext>
              </a:extLst>
            </p:cNvPr>
            <p:cNvSpPr>
              <a:spLocks/>
            </p:cNvSpPr>
            <p:nvPr userDrawn="1"/>
          </p:nvSpPr>
          <p:spPr>
            <a:xfrm>
              <a:off x="6357794" y="4868100"/>
              <a:ext cx="569756" cy="1219644"/>
            </a:xfrm>
            <a:custGeom>
              <a:avLst/>
              <a:gdLst>
                <a:gd name="connsiteX0" fmla="*/ 252386 w 569756"/>
                <a:gd name="connsiteY0" fmla="*/ 0 h 1219644"/>
                <a:gd name="connsiteX1" fmla="*/ 0 w 569756"/>
                <a:gd name="connsiteY1" fmla="*/ 0 h 1219644"/>
                <a:gd name="connsiteX2" fmla="*/ 126161 w 569756"/>
                <a:gd name="connsiteY2" fmla="*/ 304864 h 1219644"/>
                <a:gd name="connsiteX3" fmla="*/ 252386 w 569756"/>
                <a:gd name="connsiteY3" fmla="*/ 609790 h 1219644"/>
                <a:gd name="connsiteX4" fmla="*/ 0 w 569756"/>
                <a:gd name="connsiteY4" fmla="*/ 1219645 h 1219644"/>
                <a:gd name="connsiteX5" fmla="*/ 317307 w 569756"/>
                <a:gd name="connsiteY5" fmla="*/ 1219645 h 1219644"/>
                <a:gd name="connsiteX6" fmla="*/ 569757 w 569756"/>
                <a:gd name="connsiteY6" fmla="*/ 609790 h 1219644"/>
                <a:gd name="connsiteX7" fmla="*/ 317307 w 569756"/>
                <a:gd name="connsiteY7" fmla="*/ 0 h 1219644"/>
                <a:gd name="connsiteX8" fmla="*/ 252386 w 569756"/>
                <a:gd name="connsiteY8"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756" h="1219644">
                  <a:moveTo>
                    <a:pt x="252386" y="0"/>
                  </a:moveTo>
                  <a:lnTo>
                    <a:pt x="0" y="0"/>
                  </a:lnTo>
                  <a:lnTo>
                    <a:pt x="126161" y="304864"/>
                  </a:lnTo>
                  <a:lnTo>
                    <a:pt x="252386" y="609790"/>
                  </a:lnTo>
                  <a:lnTo>
                    <a:pt x="0" y="1219645"/>
                  </a:lnTo>
                  <a:lnTo>
                    <a:pt x="317307" y="1219645"/>
                  </a:lnTo>
                  <a:lnTo>
                    <a:pt x="569757" y="609790"/>
                  </a:lnTo>
                  <a:lnTo>
                    <a:pt x="317307" y="0"/>
                  </a:lnTo>
                  <a:lnTo>
                    <a:pt x="252386" y="0"/>
                  </a:lnTo>
                  <a:close/>
                </a:path>
              </a:pathLst>
            </a:custGeom>
            <a:grpFill/>
            <a:ln w="6341"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CA13069-AB61-DB3C-729D-5E42A2829D04}"/>
                </a:ext>
              </a:extLst>
            </p:cNvPr>
            <p:cNvSpPr>
              <a:spLocks/>
            </p:cNvSpPr>
            <p:nvPr userDrawn="1"/>
          </p:nvSpPr>
          <p:spPr>
            <a:xfrm>
              <a:off x="6927869"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07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07"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7422F41-DEE0-E104-A115-50DE227721DF}"/>
                </a:ext>
              </a:extLst>
            </p:cNvPr>
            <p:cNvSpPr>
              <a:spLocks/>
            </p:cNvSpPr>
            <p:nvPr userDrawn="1"/>
          </p:nvSpPr>
          <p:spPr>
            <a:xfrm>
              <a:off x="7497943" y="4868100"/>
              <a:ext cx="569756" cy="1219644"/>
            </a:xfrm>
            <a:custGeom>
              <a:avLst/>
              <a:gdLst>
                <a:gd name="connsiteX0" fmla="*/ 317371 w 569756"/>
                <a:gd name="connsiteY0" fmla="*/ 0 h 1219644"/>
                <a:gd name="connsiteX1" fmla="*/ 0 w 569756"/>
                <a:gd name="connsiteY1" fmla="*/ 0 h 1219644"/>
                <a:gd name="connsiteX2" fmla="*/ 252450 w 569756"/>
                <a:gd name="connsiteY2" fmla="*/ 609790 h 1219644"/>
                <a:gd name="connsiteX3" fmla="*/ 0 w 569756"/>
                <a:gd name="connsiteY3" fmla="*/ 1219645 h 1219644"/>
                <a:gd name="connsiteX4" fmla="*/ 317371 w 569756"/>
                <a:gd name="connsiteY4" fmla="*/ 1219645 h 1219644"/>
                <a:gd name="connsiteX5" fmla="*/ 569757 w 569756"/>
                <a:gd name="connsiteY5" fmla="*/ 609790 h 1219644"/>
                <a:gd name="connsiteX6" fmla="*/ 317371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317371" y="0"/>
                  </a:moveTo>
                  <a:lnTo>
                    <a:pt x="0" y="0"/>
                  </a:lnTo>
                  <a:lnTo>
                    <a:pt x="252450" y="609790"/>
                  </a:lnTo>
                  <a:lnTo>
                    <a:pt x="0" y="1219645"/>
                  </a:lnTo>
                  <a:lnTo>
                    <a:pt x="317371" y="1219645"/>
                  </a:lnTo>
                  <a:lnTo>
                    <a:pt x="569757" y="609790"/>
                  </a:lnTo>
                  <a:lnTo>
                    <a:pt x="317371" y="0"/>
                  </a:lnTo>
                  <a:close/>
                </a:path>
              </a:pathLst>
            </a:custGeom>
            <a:grpFill/>
            <a:ln w="6341" cap="flat">
              <a:noFill/>
              <a:prstDash val="solid"/>
              <a:miter/>
            </a:ln>
          </p:spPr>
          <p:txBody>
            <a:bodyPr rtlCol="0" anchor="ctr"/>
            <a:lstStyle/>
            <a:p>
              <a:endParaRPr lang="en-GB"/>
            </a:p>
          </p:txBody>
        </p:sp>
      </p:grpSp>
      <p:grpSp>
        <p:nvGrpSpPr>
          <p:cNvPr id="4" name="Group 3">
            <a:extLst>
              <a:ext uri="{FF2B5EF4-FFF2-40B4-BE49-F238E27FC236}">
                <a16:creationId xmlns:a16="http://schemas.microsoft.com/office/drawing/2014/main" id="{C9B1BB52-843C-70E1-CA21-61F95DC81723}"/>
              </a:ext>
            </a:extLst>
          </p:cNvPr>
          <p:cNvGrpSpPr/>
          <p:nvPr userDrawn="1"/>
        </p:nvGrpSpPr>
        <p:grpSpPr>
          <a:xfrm>
            <a:off x="-2236817" y="-1"/>
            <a:ext cx="2155910" cy="6857999"/>
            <a:chOff x="-2236817" y="-1"/>
            <a:chExt cx="2155910" cy="6857999"/>
          </a:xfrm>
        </p:grpSpPr>
        <p:sp>
          <p:nvSpPr>
            <p:cNvPr id="5" name="Rectangle 4">
              <a:extLst>
                <a:ext uri="{FF2B5EF4-FFF2-40B4-BE49-F238E27FC236}">
                  <a16:creationId xmlns:a16="http://schemas.microsoft.com/office/drawing/2014/main" id="{2E5A3FC8-CD9D-ECAD-999F-7E9510E5C006}"/>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6" name="Picture 5" descr="A screenshot of a computer&#10;&#10;Description automatically generated">
              <a:extLst>
                <a:ext uri="{FF2B5EF4-FFF2-40B4-BE49-F238E27FC236}">
                  <a16:creationId xmlns:a16="http://schemas.microsoft.com/office/drawing/2014/main" id="{A772D6BB-5DED-183F-4D48-5458E84F073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7" name="Picture 6">
              <a:extLst>
                <a:ext uri="{FF2B5EF4-FFF2-40B4-BE49-F238E27FC236}">
                  <a16:creationId xmlns:a16="http://schemas.microsoft.com/office/drawing/2014/main" id="{28CF78E3-C7F9-BBAC-93E4-D5FF9EA70ED0}"/>
                </a:ext>
              </a:extLst>
            </p:cNvPr>
            <p:cNvPicPr>
              <a:picLocks noChangeAspect="1"/>
            </p:cNvPicPr>
            <p:nvPr userDrawn="1"/>
          </p:nvPicPr>
          <p:blipFill>
            <a:blip r:embed="rId4"/>
            <a:stretch>
              <a:fillRect/>
            </a:stretch>
          </p:blipFill>
          <p:spPr>
            <a:xfrm>
              <a:off x="-1482758" y="1808318"/>
              <a:ext cx="647790" cy="581106"/>
            </a:xfrm>
            <a:prstGeom prst="rect">
              <a:avLst/>
            </a:prstGeom>
          </p:spPr>
        </p:pic>
      </p:grpSp>
      <p:sp>
        <p:nvSpPr>
          <p:cNvPr id="9" name="Text Placeholder 2">
            <a:extLst>
              <a:ext uri="{FF2B5EF4-FFF2-40B4-BE49-F238E27FC236}">
                <a16:creationId xmlns:a16="http://schemas.microsoft.com/office/drawing/2014/main" id="{9FF6A995-3C6A-802E-FB05-C9F2E1B54530}"/>
              </a:ext>
            </a:extLst>
          </p:cNvPr>
          <p:cNvSpPr>
            <a:spLocks noGrp="1"/>
          </p:cNvSpPr>
          <p:nvPr>
            <p:ph type="body" idx="1"/>
          </p:nvPr>
        </p:nvSpPr>
        <p:spPr>
          <a:xfrm>
            <a:off x="1076325" y="4888234"/>
            <a:ext cx="4064272" cy="1336469"/>
          </a:xfrm>
        </p:spPr>
        <p:txBody>
          <a:bodyPr>
            <a:normAutofit/>
          </a:bodyPr>
          <a:lstStyle>
            <a:lvl1pPr marL="0" indent="0">
              <a:buNone/>
              <a:defRPr sz="2000">
                <a:solidFill>
                  <a:schemeClr val="accent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Title 1">
            <a:extLst>
              <a:ext uri="{FF2B5EF4-FFF2-40B4-BE49-F238E27FC236}">
                <a16:creationId xmlns:a16="http://schemas.microsoft.com/office/drawing/2014/main" id="{FD4F661E-DFBE-0039-0DD3-C7466B081C6C}"/>
              </a:ext>
            </a:extLst>
          </p:cNvPr>
          <p:cNvSpPr>
            <a:spLocks noGrp="1"/>
          </p:cNvSpPr>
          <p:nvPr>
            <p:ph type="title"/>
          </p:nvPr>
        </p:nvSpPr>
        <p:spPr>
          <a:xfrm>
            <a:off x="1076325" y="368300"/>
            <a:ext cx="5019675" cy="4438344"/>
          </a:xfrm>
        </p:spPr>
        <p:txBody>
          <a:bodyPr anchor="b">
            <a:normAutofit/>
          </a:bodyPr>
          <a:lstStyle>
            <a:lvl1pPr>
              <a:lnSpc>
                <a:spcPct val="70000"/>
              </a:lnSpc>
              <a:defRPr sz="7200">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168420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Security">
    <p:bg>
      <p:bgPr>
        <a:solidFill>
          <a:schemeClr val="tx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AC1985-296E-D79A-DE7D-D9D7F3BC6C69}"/>
              </a:ext>
            </a:extLst>
          </p:cNvPr>
          <p:cNvPicPr>
            <a:picLocks noChangeAspect="1"/>
          </p:cNvPicPr>
          <p:nvPr userDrawn="1"/>
        </p:nvPicPr>
        <p:blipFill>
          <a:blip>
            <a:extLst>
              <a:ext uri="{96DAC541-7B7A-43D3-8B79-37D633B846F1}">
                <asvg:svgBlip xmlns:asvg="http://schemas.microsoft.com/office/drawing/2016/SVG/main" r:embed="rId2"/>
              </a:ext>
            </a:extLst>
          </a:blip>
          <a:srcRect l="10427" t="-56" r="10427"/>
          <a:stretch>
            <a:fillRect/>
          </a:stretch>
        </p:blipFill>
        <p:spPr>
          <a:xfrm>
            <a:off x="10138595" y="1300163"/>
            <a:ext cx="1162818" cy="3443287"/>
          </a:xfrm>
          <a:prstGeom prst="rect">
            <a:avLst/>
          </a:prstGeom>
        </p:spPr>
      </p:pic>
      <p:sp>
        <p:nvSpPr>
          <p:cNvPr id="16" name="Picture Placeholder 6">
            <a:extLst>
              <a:ext uri="{FF2B5EF4-FFF2-40B4-BE49-F238E27FC236}">
                <a16:creationId xmlns:a16="http://schemas.microsoft.com/office/drawing/2014/main" id="{1397AC54-8ACA-F3EB-FA6C-2BC0073B9530}"/>
              </a:ext>
            </a:extLst>
          </p:cNvPr>
          <p:cNvSpPr>
            <a:spLocks noGrp="1"/>
          </p:cNvSpPr>
          <p:nvPr>
            <p:ph type="pic" sz="quarter" idx="10" hasCustomPrompt="1"/>
          </p:nvPr>
        </p:nvSpPr>
        <p:spPr>
          <a:xfrm>
            <a:off x="5384800" y="1628774"/>
            <a:ext cx="6291262" cy="4356101"/>
          </a:xfrm>
          <a:noFill/>
        </p:spPr>
        <p:txBody>
          <a:bodyPr anchor="t"/>
          <a:lstStyle>
            <a:lvl1pPr marL="0" indent="0" algn="ctr">
              <a:buNone/>
              <a:defRPr>
                <a:solidFill>
                  <a:schemeClr val="bg1"/>
                </a:solidFill>
              </a:defRPr>
            </a:lvl1pPr>
          </a:lstStyle>
          <a:p>
            <a:r>
              <a:rPr lang="en-US"/>
              <a:t>This slide design is for transparent PNGs.</a:t>
            </a:r>
            <a:br>
              <a:rPr lang="en-US"/>
            </a:br>
            <a:r>
              <a:rPr lang="en-US"/>
              <a:t>Click icon to add picture.</a:t>
            </a:r>
          </a:p>
          <a:p>
            <a:endParaRPr lang="en-US"/>
          </a:p>
        </p:txBody>
      </p:sp>
      <p:sp>
        <p:nvSpPr>
          <p:cNvPr id="2" name="Title 1">
            <a:extLst>
              <a:ext uri="{FF2B5EF4-FFF2-40B4-BE49-F238E27FC236}">
                <a16:creationId xmlns:a16="http://schemas.microsoft.com/office/drawing/2014/main" id="{B5647D2C-E97F-2F2F-3A30-FC9921E679A7}"/>
              </a:ext>
            </a:extLst>
          </p:cNvPr>
          <p:cNvSpPr>
            <a:spLocks noGrp="1"/>
          </p:cNvSpPr>
          <p:nvPr>
            <p:ph type="title" hasCustomPrompt="1"/>
          </p:nvPr>
        </p:nvSpPr>
        <p:spPr>
          <a:xfrm>
            <a:off x="1440000" y="1879787"/>
            <a:ext cx="5580062" cy="2927838"/>
          </a:xfrm>
        </p:spPr>
        <p:txBody>
          <a:bodyPr anchor="b">
            <a:noAutofit/>
          </a:bodyPr>
          <a:lstStyle>
            <a:lvl1pPr>
              <a:lnSpc>
                <a:spcPct val="70000"/>
              </a:lnSpc>
              <a:defRPr sz="7200">
                <a:solidFill>
                  <a:schemeClr val="bg1"/>
                </a:solidFill>
              </a:defRPr>
            </a:lvl1pPr>
          </a:lstStyle>
          <a:p>
            <a:r>
              <a:rPr lang="en-GB"/>
              <a:t>Click to edit Master title style.</a:t>
            </a:r>
          </a:p>
        </p:txBody>
      </p:sp>
      <p:sp>
        <p:nvSpPr>
          <p:cNvPr id="3" name="Text Placeholder 2">
            <a:extLst>
              <a:ext uri="{FF2B5EF4-FFF2-40B4-BE49-F238E27FC236}">
                <a16:creationId xmlns:a16="http://schemas.microsoft.com/office/drawing/2014/main" id="{71780AEC-321D-B9ED-4FFB-E74B66C1E421}"/>
              </a:ext>
            </a:extLst>
          </p:cNvPr>
          <p:cNvSpPr>
            <a:spLocks noGrp="1"/>
          </p:cNvSpPr>
          <p:nvPr>
            <p:ph type="body" idx="1"/>
          </p:nvPr>
        </p:nvSpPr>
        <p:spPr>
          <a:xfrm>
            <a:off x="1440000" y="4889214"/>
            <a:ext cx="5580062" cy="1500187"/>
          </a:xfrm>
        </p:spPr>
        <p:txBody>
          <a:bodyPr>
            <a:normAutofit/>
          </a:bodyPr>
          <a:lstStyle>
            <a:lvl1pPr marL="0" indent="0">
              <a:buNone/>
              <a:defRPr sz="2000">
                <a:solidFill>
                  <a:srgbClr val="FFFFFF"/>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grpSp>
        <p:nvGrpSpPr>
          <p:cNvPr id="6" name="Group 5">
            <a:extLst>
              <a:ext uri="{FF2B5EF4-FFF2-40B4-BE49-F238E27FC236}">
                <a16:creationId xmlns:a16="http://schemas.microsoft.com/office/drawing/2014/main" id="{320940CE-0715-87F0-5F49-0A0ACDBED81B}"/>
              </a:ext>
            </a:extLst>
          </p:cNvPr>
          <p:cNvGrpSpPr/>
          <p:nvPr userDrawn="1"/>
        </p:nvGrpSpPr>
        <p:grpSpPr>
          <a:xfrm>
            <a:off x="11030013" y="331470"/>
            <a:ext cx="647700" cy="254507"/>
            <a:chOff x="11030013" y="331470"/>
            <a:chExt cx="647700" cy="254507"/>
          </a:xfrm>
          <a:solidFill>
            <a:srgbClr val="FFFFFF"/>
          </a:solidFill>
        </p:grpSpPr>
        <p:sp>
          <p:nvSpPr>
            <p:cNvPr id="7" name="Freeform: Shape 7">
              <a:extLst>
                <a:ext uri="{FF2B5EF4-FFF2-40B4-BE49-F238E27FC236}">
                  <a16:creationId xmlns:a16="http://schemas.microsoft.com/office/drawing/2014/main" id="{44A1393A-E022-668B-EB4B-B8CB5D1AB38C}"/>
                </a:ext>
              </a:extLst>
            </p:cNvPr>
            <p:cNvSpPr/>
            <p:nvPr userDrawn="1"/>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grpFill/>
            <a:ln w="6350" cap="flat">
              <a:noFill/>
              <a:prstDash val="solid"/>
              <a:miter/>
            </a:ln>
          </p:spPr>
          <p:txBody>
            <a:bodyPr rtlCol="0" anchor="ctr"/>
            <a:lstStyle/>
            <a:p>
              <a:endParaRPr lang="en-GB"/>
            </a:p>
          </p:txBody>
        </p:sp>
        <p:sp>
          <p:nvSpPr>
            <p:cNvPr id="8" name="Freeform: Shape 9">
              <a:extLst>
                <a:ext uri="{FF2B5EF4-FFF2-40B4-BE49-F238E27FC236}">
                  <a16:creationId xmlns:a16="http://schemas.microsoft.com/office/drawing/2014/main" id="{34F1642D-67E0-0E11-F841-9DDE335AF29B}"/>
                </a:ext>
              </a:extLst>
            </p:cNvPr>
            <p:cNvSpPr/>
            <p:nvPr userDrawn="1"/>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grpFill/>
            <a:ln w="6350" cap="flat">
              <a:noFill/>
              <a:prstDash val="solid"/>
              <a:miter/>
            </a:ln>
          </p:spPr>
          <p:txBody>
            <a:bodyPr rtlCol="0" anchor="ctr"/>
            <a:lstStyle/>
            <a:p>
              <a:endParaRPr lang="en-GB"/>
            </a:p>
          </p:txBody>
        </p:sp>
        <p:sp>
          <p:nvSpPr>
            <p:cNvPr id="9" name="Freeform: Shape 10">
              <a:extLst>
                <a:ext uri="{FF2B5EF4-FFF2-40B4-BE49-F238E27FC236}">
                  <a16:creationId xmlns:a16="http://schemas.microsoft.com/office/drawing/2014/main" id="{24525142-3CD3-62FF-B238-41A64CEEFEFF}"/>
                </a:ext>
              </a:extLst>
            </p:cNvPr>
            <p:cNvSpPr/>
            <p:nvPr userDrawn="1"/>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grpFill/>
            <a:ln w="6350" cap="flat">
              <a:noFill/>
              <a:prstDash val="solid"/>
              <a:miter/>
            </a:ln>
          </p:spPr>
          <p:txBody>
            <a:bodyPr rtlCol="0" anchor="ctr"/>
            <a:lstStyle/>
            <a:p>
              <a:endParaRPr lang="en-GB"/>
            </a:p>
          </p:txBody>
        </p:sp>
        <p:sp>
          <p:nvSpPr>
            <p:cNvPr id="10" name="Freeform: Shape 11">
              <a:extLst>
                <a:ext uri="{FF2B5EF4-FFF2-40B4-BE49-F238E27FC236}">
                  <a16:creationId xmlns:a16="http://schemas.microsoft.com/office/drawing/2014/main" id="{B0AD6991-8EB1-ED3A-49E5-9813AB5B116C}"/>
                </a:ext>
              </a:extLst>
            </p:cNvPr>
            <p:cNvSpPr/>
            <p:nvPr userDrawn="1"/>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grpFill/>
            <a:ln w="6350" cap="flat">
              <a:noFill/>
              <a:prstDash val="solid"/>
              <a:miter/>
            </a:ln>
          </p:spPr>
          <p:txBody>
            <a:bodyPr rtlCol="0" anchor="ctr"/>
            <a:lstStyle/>
            <a:p>
              <a:endParaRPr lang="en-GB"/>
            </a:p>
          </p:txBody>
        </p:sp>
      </p:grpSp>
      <p:pic>
        <p:nvPicPr>
          <p:cNvPr id="11" name="Graphic 10">
            <a:extLst>
              <a:ext uri="{FF2B5EF4-FFF2-40B4-BE49-F238E27FC236}">
                <a16:creationId xmlns:a16="http://schemas.microsoft.com/office/drawing/2014/main" id="{A94A5B0D-3176-A32D-CC73-A397E920CD7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grpSp>
        <p:nvGrpSpPr>
          <p:cNvPr id="15" name="Group 14">
            <a:extLst>
              <a:ext uri="{FF2B5EF4-FFF2-40B4-BE49-F238E27FC236}">
                <a16:creationId xmlns:a16="http://schemas.microsoft.com/office/drawing/2014/main" id="{009D8E39-CA39-F53B-FFA2-2472580672B1}"/>
              </a:ext>
            </a:extLst>
          </p:cNvPr>
          <p:cNvGrpSpPr/>
          <p:nvPr userDrawn="1"/>
        </p:nvGrpSpPr>
        <p:grpSpPr>
          <a:xfrm>
            <a:off x="-2236817" y="-1"/>
            <a:ext cx="2155910" cy="6857999"/>
            <a:chOff x="-2236817" y="-1"/>
            <a:chExt cx="2155910" cy="6857999"/>
          </a:xfrm>
        </p:grpSpPr>
        <p:sp>
          <p:nvSpPr>
            <p:cNvPr id="12" name="Rectangle 11">
              <a:extLst>
                <a:ext uri="{FF2B5EF4-FFF2-40B4-BE49-F238E27FC236}">
                  <a16:creationId xmlns:a16="http://schemas.microsoft.com/office/drawing/2014/main" id="{781AB4FD-9C33-B1CB-7D17-004C810B8A00}"/>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3" name="Picture 12" descr="A screenshot of a computer&#10;&#10;Description automatically generated">
              <a:extLst>
                <a:ext uri="{FF2B5EF4-FFF2-40B4-BE49-F238E27FC236}">
                  <a16:creationId xmlns:a16="http://schemas.microsoft.com/office/drawing/2014/main" id="{639BC38C-FBD2-3339-3003-4227FA14E724}"/>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4" name="Picture 13">
              <a:extLst>
                <a:ext uri="{FF2B5EF4-FFF2-40B4-BE49-F238E27FC236}">
                  <a16:creationId xmlns:a16="http://schemas.microsoft.com/office/drawing/2014/main" id="{BCC3770E-BD8C-3495-F9B2-FD2F3BFA4D25}"/>
                </a:ext>
              </a:extLst>
            </p:cNvPr>
            <p:cNvPicPr>
              <a:picLocks noChangeAspect="1"/>
            </p:cNvPicPr>
            <p:nvPr userDrawn="1"/>
          </p:nvPicPr>
          <p:blipFill>
            <a:blip r:embed="rId5"/>
            <a:stretch>
              <a:fillRect/>
            </a:stretch>
          </p:blipFill>
          <p:spPr>
            <a:xfrm>
              <a:off x="-1482758" y="1808318"/>
              <a:ext cx="647790" cy="581106"/>
            </a:xfrm>
            <a:prstGeom prst="rect">
              <a:avLst/>
            </a:prstGeom>
          </p:spPr>
        </p:pic>
      </p:grpSp>
      <p:pic>
        <p:nvPicPr>
          <p:cNvPr id="4" name="Graphic 3">
            <a:extLst>
              <a:ext uri="{FF2B5EF4-FFF2-40B4-BE49-F238E27FC236}">
                <a16:creationId xmlns:a16="http://schemas.microsoft.com/office/drawing/2014/main" id="{6B7D6CED-A751-DB3A-C3B2-58C63876D1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17" name="Slide Number Placeholder 1">
            <a:extLst>
              <a:ext uri="{FF2B5EF4-FFF2-40B4-BE49-F238E27FC236}">
                <a16:creationId xmlns:a16="http://schemas.microsoft.com/office/drawing/2014/main" id="{D3FDFA08-8856-57A0-A7B3-C310E984B5D3}"/>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bg1"/>
                </a:solidFill>
              </a:rPr>
              <a:pPr marL="0" indent="0">
                <a:buNone/>
              </a:pPr>
              <a:t>‹#›</a:t>
            </a:fld>
            <a:endParaRPr lang="en-GB" sz="1400" b="1">
              <a:solidFill>
                <a:schemeClr val="bg1"/>
              </a:solidFill>
            </a:endParaRPr>
          </a:p>
        </p:txBody>
      </p:sp>
    </p:spTree>
    <p:extLst>
      <p:ext uri="{BB962C8B-B14F-4D97-AF65-F5344CB8AC3E}">
        <p14:creationId xmlns:p14="http://schemas.microsoft.com/office/powerpoint/2010/main" val="1404884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Location">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AC1985-296E-D79A-DE7D-D9D7F3BC6C69}"/>
              </a:ext>
            </a:extLst>
          </p:cNvPr>
          <p:cNvPicPr>
            <a:picLocks noChangeAspect="1"/>
          </p:cNvPicPr>
          <p:nvPr userDrawn="1"/>
        </p:nvPicPr>
        <p:blipFill>
          <a:blip>
            <a:extLst>
              <a:ext uri="{96DAC541-7B7A-43D3-8B79-37D633B846F1}">
                <asvg:svgBlip xmlns:asvg="http://schemas.microsoft.com/office/drawing/2016/SVG/main" r:embed="rId2"/>
              </a:ext>
            </a:extLst>
          </a:blip>
          <a:srcRect l="10427" t="-56" r="10427"/>
          <a:stretch>
            <a:fillRect/>
          </a:stretch>
        </p:blipFill>
        <p:spPr>
          <a:xfrm>
            <a:off x="10138595" y="1300163"/>
            <a:ext cx="1162818" cy="3443287"/>
          </a:xfrm>
          <a:prstGeom prst="rect">
            <a:avLst/>
          </a:prstGeom>
        </p:spPr>
      </p:pic>
      <p:sp>
        <p:nvSpPr>
          <p:cNvPr id="7" name="Picture Placeholder 6">
            <a:extLst>
              <a:ext uri="{FF2B5EF4-FFF2-40B4-BE49-F238E27FC236}">
                <a16:creationId xmlns:a16="http://schemas.microsoft.com/office/drawing/2014/main" id="{18317A0A-7633-480D-1FD8-3F360394183E}"/>
              </a:ext>
            </a:extLst>
          </p:cNvPr>
          <p:cNvSpPr>
            <a:spLocks noGrp="1"/>
          </p:cNvSpPr>
          <p:nvPr>
            <p:ph type="pic" sz="quarter" idx="10" hasCustomPrompt="1"/>
          </p:nvPr>
        </p:nvSpPr>
        <p:spPr>
          <a:xfrm>
            <a:off x="5384800" y="1628774"/>
            <a:ext cx="6291262" cy="4356101"/>
          </a:xfrm>
        </p:spPr>
        <p:txBody>
          <a:bodyPr anchor="t"/>
          <a:lstStyle>
            <a:lvl1pPr marL="0" indent="0" algn="ctr">
              <a:buNone/>
              <a:defRPr/>
            </a:lvl1pPr>
          </a:lstStyle>
          <a:p>
            <a:r>
              <a:rPr lang="en-US"/>
              <a:t>This slide design is for transparent PNGs.</a:t>
            </a:r>
            <a:br>
              <a:rPr lang="en-US"/>
            </a:br>
            <a:r>
              <a:rPr lang="en-US"/>
              <a:t>Click icon to add picture.</a:t>
            </a:r>
            <a:endParaRPr lang="en-GB"/>
          </a:p>
        </p:txBody>
      </p:sp>
      <p:sp>
        <p:nvSpPr>
          <p:cNvPr id="2" name="Title 1">
            <a:extLst>
              <a:ext uri="{FF2B5EF4-FFF2-40B4-BE49-F238E27FC236}">
                <a16:creationId xmlns:a16="http://schemas.microsoft.com/office/drawing/2014/main" id="{B5647D2C-E97F-2F2F-3A30-FC9921E679A7}"/>
              </a:ext>
            </a:extLst>
          </p:cNvPr>
          <p:cNvSpPr>
            <a:spLocks noGrp="1"/>
          </p:cNvSpPr>
          <p:nvPr>
            <p:ph type="title"/>
          </p:nvPr>
        </p:nvSpPr>
        <p:spPr>
          <a:xfrm>
            <a:off x="1440000" y="1879787"/>
            <a:ext cx="5580062" cy="2927838"/>
          </a:xfrm>
        </p:spPr>
        <p:txBody>
          <a:bodyPr anchor="b">
            <a:noAutofit/>
          </a:bodyPr>
          <a:lstStyle>
            <a:lvl1pPr>
              <a:lnSpc>
                <a:spcPct val="70000"/>
              </a:lnSpc>
              <a:defRPr sz="720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1780AEC-321D-B9ED-4FFB-E74B66C1E421}"/>
              </a:ext>
            </a:extLst>
          </p:cNvPr>
          <p:cNvSpPr>
            <a:spLocks noGrp="1"/>
          </p:cNvSpPr>
          <p:nvPr>
            <p:ph type="body" idx="1"/>
          </p:nvPr>
        </p:nvSpPr>
        <p:spPr>
          <a:xfrm>
            <a:off x="1440000" y="4889214"/>
            <a:ext cx="5580062" cy="1500187"/>
          </a:xfrm>
        </p:spPr>
        <p:txBody>
          <a:bodyPr>
            <a:normAutofit/>
          </a:bodyPr>
          <a:lstStyle>
            <a:lvl1pPr marL="0" indent="0">
              <a:buNone/>
              <a:defRPr sz="2000">
                <a:solidFill>
                  <a:schemeClr val="accent4"/>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grpSp>
        <p:nvGrpSpPr>
          <p:cNvPr id="8" name="Group 7">
            <a:extLst>
              <a:ext uri="{FF2B5EF4-FFF2-40B4-BE49-F238E27FC236}">
                <a16:creationId xmlns:a16="http://schemas.microsoft.com/office/drawing/2014/main" id="{FE18D082-A295-5E44-E134-E196A93AD9B1}"/>
              </a:ext>
            </a:extLst>
          </p:cNvPr>
          <p:cNvGrpSpPr/>
          <p:nvPr userDrawn="1"/>
        </p:nvGrpSpPr>
        <p:grpSpPr>
          <a:xfrm>
            <a:off x="-2236817" y="-1"/>
            <a:ext cx="2155910" cy="6857999"/>
            <a:chOff x="-2236817" y="-1"/>
            <a:chExt cx="2155910" cy="6857999"/>
          </a:xfrm>
        </p:grpSpPr>
        <p:sp>
          <p:nvSpPr>
            <p:cNvPr id="9" name="Rectangle 8">
              <a:extLst>
                <a:ext uri="{FF2B5EF4-FFF2-40B4-BE49-F238E27FC236}">
                  <a16:creationId xmlns:a16="http://schemas.microsoft.com/office/drawing/2014/main" id="{5A9E9525-0E84-9E37-6ABD-51463278C609}"/>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0" name="Picture 9" descr="A screenshot of a computer&#10;&#10;Description automatically generated">
              <a:extLst>
                <a:ext uri="{FF2B5EF4-FFF2-40B4-BE49-F238E27FC236}">
                  <a16:creationId xmlns:a16="http://schemas.microsoft.com/office/drawing/2014/main" id="{3D4269E1-0513-987F-0EE6-FE8C68FF43A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1" name="Picture 10">
              <a:extLst>
                <a:ext uri="{FF2B5EF4-FFF2-40B4-BE49-F238E27FC236}">
                  <a16:creationId xmlns:a16="http://schemas.microsoft.com/office/drawing/2014/main" id="{7D7C8AE2-2B72-611C-1416-7FBFA454A416}"/>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2136550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Base">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984C72F-E34F-F436-F5F0-09A47C6691FC}"/>
              </a:ext>
            </a:extLst>
          </p:cNvPr>
          <p:cNvPicPr>
            <a:picLocks noChangeAspect="1"/>
          </p:cNvPicPr>
          <p:nvPr userDrawn="1"/>
        </p:nvPicPr>
        <p:blipFill>
          <a:blip>
            <a:extLst>
              <a:ext uri="{96DAC541-7B7A-43D3-8B79-37D633B846F1}">
                <asvg:svgBlip xmlns:asvg="http://schemas.microsoft.com/office/drawing/2016/SVG/main" r:embed="rId2"/>
              </a:ext>
            </a:extLst>
          </a:blip>
          <a:srcRect b="44928"/>
          <a:stretch>
            <a:fillRect/>
          </a:stretch>
        </p:blipFill>
        <p:spPr>
          <a:xfrm rot="5400000">
            <a:off x="157387" y="4877659"/>
            <a:ext cx="1085598" cy="1400375"/>
          </a:xfrm>
          <a:prstGeom prst="rect">
            <a:avLst/>
          </a:prstGeom>
        </p:spPr>
      </p:pic>
      <p:sp>
        <p:nvSpPr>
          <p:cNvPr id="8" name="Content Placeholder 7">
            <a:extLst>
              <a:ext uri="{FF2B5EF4-FFF2-40B4-BE49-F238E27FC236}">
                <a16:creationId xmlns:a16="http://schemas.microsoft.com/office/drawing/2014/main" id="{2380D257-510A-D1D3-69F8-5F41805553D7}"/>
              </a:ext>
            </a:extLst>
          </p:cNvPr>
          <p:cNvSpPr>
            <a:spLocks noGrp="1"/>
          </p:cNvSpPr>
          <p:nvPr>
            <p:ph sz="quarter" idx="11"/>
          </p:nvPr>
        </p:nvSpPr>
        <p:spPr>
          <a:xfrm>
            <a:off x="1400374" y="1628775"/>
            <a:ext cx="10279329" cy="2949575"/>
          </a:xfrm>
        </p:spPr>
        <p:txBody>
          <a:bodyPr numCol="3" spcCol="360000">
            <a:normAutofit/>
          </a:bodyPr>
          <a:lstStyle>
            <a:lvl1pPr marL="490538" indent="-490538">
              <a:lnSpc>
                <a:spcPct val="80000"/>
              </a:lnSpc>
              <a:spcBef>
                <a:spcPts val="1600"/>
              </a:spcBef>
              <a:buClr>
                <a:srgbClr val="FFFFFF"/>
              </a:buClr>
              <a:buSzPct val="175000"/>
              <a:buFont typeface="+mj-lt"/>
              <a:buAutoNum type="arabicPeriod"/>
              <a:tabLst/>
              <a:defRPr sz="2400">
                <a:solidFill>
                  <a:schemeClr val="tx1"/>
                </a:solidFill>
              </a:defRPr>
            </a:lvl1pPr>
          </a:lstStyle>
          <a:p>
            <a:pPr lvl="0"/>
            <a:r>
              <a:rPr lang="en-US"/>
              <a:t>Click to edit Master text styles</a:t>
            </a:r>
          </a:p>
        </p:txBody>
      </p:sp>
      <p:pic>
        <p:nvPicPr>
          <p:cNvPr id="9" name="Graphic 8">
            <a:extLst>
              <a:ext uri="{FF2B5EF4-FFF2-40B4-BE49-F238E27FC236}">
                <a16:creationId xmlns:a16="http://schemas.microsoft.com/office/drawing/2014/main" id="{BE0A6C0E-DDA1-9733-F980-5AB3293D019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pic>
        <p:nvPicPr>
          <p:cNvPr id="11" name="Graphic 10">
            <a:extLst>
              <a:ext uri="{FF2B5EF4-FFF2-40B4-BE49-F238E27FC236}">
                <a16:creationId xmlns:a16="http://schemas.microsoft.com/office/drawing/2014/main" id="{947C65FE-2248-4684-B72A-B766699B10AC}"/>
              </a:ext>
            </a:extLst>
          </p:cNvPr>
          <p:cNvPicPr>
            <a:picLocks noChangeAspect="1"/>
          </p:cNvPicPr>
          <p:nvPr userDrawn="1"/>
        </p:nvPicPr>
        <p:blipFill>
          <a:blip>
            <a:extLst>
              <a:ext uri="{96DAC541-7B7A-43D3-8B79-37D633B846F1}">
                <asvg:svgBlip xmlns:asvg="http://schemas.microsoft.com/office/drawing/2016/SVG/main" r:embed="rId2"/>
              </a:ext>
            </a:extLst>
          </a:blip>
          <a:srcRect l="50900" r="16366"/>
          <a:stretch>
            <a:fillRect/>
          </a:stretch>
        </p:blipFill>
        <p:spPr>
          <a:xfrm rot="5400000">
            <a:off x="9353022" y="-1198705"/>
            <a:ext cx="389469" cy="2786879"/>
          </a:xfrm>
          <a:prstGeom prst="rect">
            <a:avLst/>
          </a:prstGeom>
        </p:spPr>
      </p:pic>
      <p:sp>
        <p:nvSpPr>
          <p:cNvPr id="5" name="Text Placeholder 3">
            <a:extLst>
              <a:ext uri="{FF2B5EF4-FFF2-40B4-BE49-F238E27FC236}">
                <a16:creationId xmlns:a16="http://schemas.microsoft.com/office/drawing/2014/main" id="{ABD28AC9-0A6D-ABC8-90A0-B90B3E2507B6}"/>
              </a:ext>
            </a:extLst>
          </p:cNvPr>
          <p:cNvSpPr>
            <a:spLocks noGrp="1"/>
          </p:cNvSpPr>
          <p:nvPr>
            <p:ph type="body" sz="quarter" idx="12"/>
          </p:nvPr>
        </p:nvSpPr>
        <p:spPr>
          <a:xfrm>
            <a:off x="1400373" y="4911910"/>
            <a:ext cx="10791627" cy="1622379"/>
          </a:xfrm>
        </p:spPr>
        <p:txBody>
          <a:bodyPr/>
          <a:lstStyle>
            <a:lvl1pPr>
              <a:buNone/>
              <a:defRPr sz="12000" b="1" cap="all" baseline="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16697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Top">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984C72F-E34F-F436-F5F0-09A47C6691FC}"/>
              </a:ext>
            </a:extLst>
          </p:cNvPr>
          <p:cNvPicPr>
            <a:picLocks noChangeAspect="1"/>
          </p:cNvPicPr>
          <p:nvPr userDrawn="1"/>
        </p:nvPicPr>
        <p:blipFill>
          <a:blip>
            <a:extLst>
              <a:ext uri="{96DAC541-7B7A-43D3-8B79-37D633B846F1}">
                <asvg:svgBlip xmlns:asvg="http://schemas.microsoft.com/office/drawing/2016/SVG/main" r:embed="rId2"/>
              </a:ext>
            </a:extLst>
          </a:blip>
          <a:srcRect b="44928"/>
          <a:stretch>
            <a:fillRect/>
          </a:stretch>
        </p:blipFill>
        <p:spPr>
          <a:xfrm rot="5400000">
            <a:off x="157387" y="218714"/>
            <a:ext cx="1085598" cy="1400375"/>
          </a:xfrm>
          <a:prstGeom prst="rect">
            <a:avLst/>
          </a:prstGeom>
        </p:spPr>
      </p:pic>
      <p:sp>
        <p:nvSpPr>
          <p:cNvPr id="8" name="Content Placeholder 7">
            <a:extLst>
              <a:ext uri="{FF2B5EF4-FFF2-40B4-BE49-F238E27FC236}">
                <a16:creationId xmlns:a16="http://schemas.microsoft.com/office/drawing/2014/main" id="{2380D257-510A-D1D3-69F8-5F41805553D7}"/>
              </a:ext>
            </a:extLst>
          </p:cNvPr>
          <p:cNvSpPr>
            <a:spLocks noGrp="1"/>
          </p:cNvSpPr>
          <p:nvPr>
            <p:ph sz="quarter" idx="11"/>
          </p:nvPr>
        </p:nvSpPr>
        <p:spPr>
          <a:xfrm>
            <a:off x="1400374" y="2089172"/>
            <a:ext cx="10279329" cy="2949575"/>
          </a:xfrm>
        </p:spPr>
        <p:txBody>
          <a:bodyPr numCol="3" spcCol="360000">
            <a:normAutofit/>
          </a:bodyPr>
          <a:lstStyle>
            <a:lvl1pPr marL="490538" marR="0" indent="-490538" algn="l" defTabSz="914400" rtl="0" eaLnBrk="1" fontAlgn="auto" latinLnBrk="0" hangingPunct="1">
              <a:lnSpc>
                <a:spcPct val="80000"/>
              </a:lnSpc>
              <a:spcBef>
                <a:spcPts val="1600"/>
              </a:spcBef>
              <a:spcAft>
                <a:spcPts val="0"/>
              </a:spcAft>
              <a:buClr>
                <a:srgbClr val="FFFFFF"/>
              </a:buClr>
              <a:buSzPct val="175000"/>
              <a:buFont typeface="+mj-lt"/>
              <a:buAutoNum type="arabicPeriod"/>
              <a:tabLst/>
              <a:defRPr sz="2400">
                <a:solidFill>
                  <a:schemeClr val="tx1"/>
                </a:solidFill>
              </a:defRPr>
            </a:lvl1pPr>
          </a:lstStyle>
          <a:p>
            <a:pPr lvl="0"/>
            <a:r>
              <a:rPr lang="en-US"/>
              <a:t>Click to edit Master text styles</a:t>
            </a:r>
          </a:p>
        </p:txBody>
      </p:sp>
      <p:pic>
        <p:nvPicPr>
          <p:cNvPr id="9" name="Graphic 8">
            <a:extLst>
              <a:ext uri="{FF2B5EF4-FFF2-40B4-BE49-F238E27FC236}">
                <a16:creationId xmlns:a16="http://schemas.microsoft.com/office/drawing/2014/main" id="{BE0A6C0E-DDA1-9733-F980-5AB3293D019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pic>
        <p:nvPicPr>
          <p:cNvPr id="2" name="Graphic 1">
            <a:extLst>
              <a:ext uri="{FF2B5EF4-FFF2-40B4-BE49-F238E27FC236}">
                <a16:creationId xmlns:a16="http://schemas.microsoft.com/office/drawing/2014/main" id="{21669DE1-1BD7-24C0-C6BC-9900291902FA}"/>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sp>
        <p:nvSpPr>
          <p:cNvPr id="3" name="Text Placeholder 3">
            <a:extLst>
              <a:ext uri="{FF2B5EF4-FFF2-40B4-BE49-F238E27FC236}">
                <a16:creationId xmlns:a16="http://schemas.microsoft.com/office/drawing/2014/main" id="{9DAC22B2-2C0E-249D-5D5F-D3C06258C122}"/>
              </a:ext>
            </a:extLst>
          </p:cNvPr>
          <p:cNvSpPr>
            <a:spLocks noGrp="1"/>
          </p:cNvSpPr>
          <p:nvPr>
            <p:ph type="body" sz="quarter" idx="12"/>
          </p:nvPr>
        </p:nvSpPr>
        <p:spPr>
          <a:xfrm>
            <a:off x="1400373" y="319887"/>
            <a:ext cx="10791627" cy="1622379"/>
          </a:xfrm>
        </p:spPr>
        <p:txBody>
          <a:bodyPr/>
          <a:lstStyle>
            <a:lvl1pPr>
              <a:buNone/>
              <a:defRPr sz="12000" b="1" cap="all" baseline="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76617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FFFFF"/>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E4AD73C-54A2-B9D4-B4CD-11A7EA07015C}"/>
              </a:ext>
            </a:extLst>
          </p:cNvPr>
          <p:cNvSpPr>
            <a:spLocks noGrp="1"/>
          </p:cNvSpPr>
          <p:nvPr>
            <p:ph type="title"/>
          </p:nvPr>
        </p:nvSpPr>
        <p:spPr>
          <a:xfrm>
            <a:off x="513470" y="360000"/>
            <a:ext cx="9732940" cy="907775"/>
          </a:xfrm>
          <a:prstGeom prst="rect">
            <a:avLst/>
          </a:prstGeom>
        </p:spPr>
        <p:txBody>
          <a:bodyPr vert="horz" lIns="0" tIns="0" rIns="0" bIns="0" rtlCol="0" anchor="t">
            <a:normAutofit/>
          </a:bodyPr>
          <a:lstStyle>
            <a:lvl1pPr>
              <a:defRPr>
                <a:solidFill>
                  <a:schemeClr val="tx1"/>
                </a:solidFill>
              </a:defRPr>
            </a:lvl1pPr>
          </a:lstStyle>
          <a:p>
            <a:r>
              <a:rPr lang="en-US"/>
              <a:t>Click to edit Master title style</a:t>
            </a:r>
            <a:endParaRPr lang="en-GB"/>
          </a:p>
        </p:txBody>
      </p:sp>
      <p:sp>
        <p:nvSpPr>
          <p:cNvPr id="11" name="Text Placeholder 2">
            <a:extLst>
              <a:ext uri="{FF2B5EF4-FFF2-40B4-BE49-F238E27FC236}">
                <a16:creationId xmlns:a16="http://schemas.microsoft.com/office/drawing/2014/main" id="{27BC7E11-46E9-CD00-FD03-E1E7B79AFDED}"/>
              </a:ext>
            </a:extLst>
          </p:cNvPr>
          <p:cNvSpPr>
            <a:spLocks noGrp="1"/>
          </p:cNvSpPr>
          <p:nvPr>
            <p:ph idx="1"/>
          </p:nvPr>
        </p:nvSpPr>
        <p:spPr>
          <a:xfrm>
            <a:off x="1080000" y="1631144"/>
            <a:ext cx="9953850" cy="4351338"/>
          </a:xfrm>
          <a:prstGeom prst="rect">
            <a:avLst/>
          </a:prstGeom>
        </p:spPr>
        <p:txBody>
          <a:bodyPr vert="horz" lIns="0" tIns="0" rIns="0" bIns="0" rtlCol="0">
            <a:normAutofit/>
          </a:bodyPr>
          <a:lstStyle>
            <a:lvl1pPr>
              <a:lnSpc>
                <a:spcPct val="85000"/>
              </a:lnSpc>
              <a:spcBef>
                <a:spcPts val="1000"/>
              </a:spcBef>
              <a:defRPr>
                <a:solidFill>
                  <a:schemeClr val="accent4"/>
                </a:solidFill>
              </a:defRPr>
            </a:lvl1pPr>
            <a:lvl2pPr>
              <a:lnSpc>
                <a:spcPct val="85000"/>
              </a:lnSpc>
              <a:spcBef>
                <a:spcPts val="1000"/>
              </a:spcBef>
              <a:defRPr>
                <a:solidFill>
                  <a:schemeClr val="accent4"/>
                </a:solidFill>
              </a:defRPr>
            </a:lvl2pPr>
            <a:lvl3pPr>
              <a:lnSpc>
                <a:spcPct val="85000"/>
              </a:lnSpc>
              <a:spcBef>
                <a:spcPts val="1000"/>
              </a:spcBef>
              <a:defRPr>
                <a:solidFill>
                  <a:schemeClr val="accent4"/>
                </a:solidFill>
              </a:defRPr>
            </a:lvl3pPr>
            <a:lvl4pPr>
              <a:lnSpc>
                <a:spcPct val="85000"/>
              </a:lnSpc>
              <a:spcBef>
                <a:spcPts val="1000"/>
              </a:spcBef>
              <a:defRPr>
                <a:solidFill>
                  <a:schemeClr val="accent4"/>
                </a:solidFill>
              </a:defRPr>
            </a:lvl4pPr>
            <a:lvl5pPr>
              <a:lnSpc>
                <a:spcPct val="85000"/>
              </a:lnSpc>
              <a:spcBef>
                <a:spcPts val="1000"/>
              </a:spcBef>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2" name="Graphic 11">
            <a:extLst>
              <a:ext uri="{FF2B5EF4-FFF2-40B4-BE49-F238E27FC236}">
                <a16:creationId xmlns:a16="http://schemas.microsoft.com/office/drawing/2014/main" id="{50DDFDF5-FCE6-C7BB-3EAD-028BB15368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3850" y="6468533"/>
            <a:ext cx="131376" cy="140758"/>
          </a:xfrm>
          <a:prstGeom prst="rect">
            <a:avLst/>
          </a:prstGeom>
        </p:spPr>
      </p:pic>
      <p:pic>
        <p:nvPicPr>
          <p:cNvPr id="3" name="Graphic 2">
            <a:extLst>
              <a:ext uri="{FF2B5EF4-FFF2-40B4-BE49-F238E27FC236}">
                <a16:creationId xmlns:a16="http://schemas.microsoft.com/office/drawing/2014/main" id="{03EE5A69-242C-E15C-E283-8A63D9AFFA90}"/>
              </a:ext>
            </a:extLst>
          </p:cNvPr>
          <p:cNvPicPr>
            <a:picLocks noChangeAspect="1"/>
          </p:cNvPicPr>
          <p:nvPr userDrawn="1"/>
        </p:nvPicPr>
        <p:blipFill>
          <a:blip>
            <a:extLst>
              <a:ext uri="{96DAC541-7B7A-43D3-8B79-37D633B846F1}">
                <asvg:svgBlip xmlns:asvg="http://schemas.microsoft.com/office/drawing/2016/SVG/main" r:embed="rId3"/>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28482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 and Content">
    <p:bg>
      <p:bgPr>
        <a:solidFill>
          <a:srgbClr val="FFFFFF"/>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E4AD73C-54A2-B9D4-B4CD-11A7EA07015C}"/>
              </a:ext>
            </a:extLst>
          </p:cNvPr>
          <p:cNvSpPr>
            <a:spLocks noGrp="1"/>
          </p:cNvSpPr>
          <p:nvPr>
            <p:ph type="title"/>
          </p:nvPr>
        </p:nvSpPr>
        <p:spPr>
          <a:xfrm>
            <a:off x="510260" y="360001"/>
            <a:ext cx="9736344" cy="515517"/>
          </a:xfrm>
          <a:prstGeom prst="rect">
            <a:avLst/>
          </a:prstGeom>
        </p:spPr>
        <p:txBody>
          <a:bodyPr vert="horz" lIns="0" tIns="0" rIns="0" bIns="0" rtlCol="0" anchor="t">
            <a:normAutofit/>
          </a:bodyPr>
          <a:lstStyle>
            <a:lvl1pPr>
              <a:defRPr>
                <a:solidFill>
                  <a:schemeClr val="tx1"/>
                </a:solidFill>
              </a:defRPr>
            </a:lvl1pPr>
          </a:lstStyle>
          <a:p>
            <a:r>
              <a:rPr lang="en-US"/>
              <a:t>Click to edit Master title style</a:t>
            </a:r>
            <a:endParaRPr lang="en-GB"/>
          </a:p>
        </p:txBody>
      </p:sp>
      <p:sp>
        <p:nvSpPr>
          <p:cNvPr id="11" name="Text Placeholder 2">
            <a:extLst>
              <a:ext uri="{FF2B5EF4-FFF2-40B4-BE49-F238E27FC236}">
                <a16:creationId xmlns:a16="http://schemas.microsoft.com/office/drawing/2014/main" id="{27BC7E11-46E9-CD00-FD03-E1E7B79AFDED}"/>
              </a:ext>
            </a:extLst>
          </p:cNvPr>
          <p:cNvSpPr>
            <a:spLocks noGrp="1"/>
          </p:cNvSpPr>
          <p:nvPr>
            <p:ph idx="1"/>
          </p:nvPr>
        </p:nvSpPr>
        <p:spPr>
          <a:xfrm>
            <a:off x="1076791" y="1631144"/>
            <a:ext cx="9951572" cy="4351338"/>
          </a:xfrm>
          <a:prstGeom prst="rect">
            <a:avLst/>
          </a:prstGeom>
        </p:spPr>
        <p:txBody>
          <a:bodyPr vert="horz" lIns="0" tIns="0" rIns="0" bIns="0" rtlCol="0">
            <a:normAutofit/>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F573B9B-B509-2B3D-2E03-B3C13ACB1521}"/>
              </a:ext>
            </a:extLst>
          </p:cNvPr>
          <p:cNvSpPr>
            <a:spLocks noGrp="1"/>
          </p:cNvSpPr>
          <p:nvPr>
            <p:ph type="body" sz="quarter" idx="10"/>
          </p:nvPr>
        </p:nvSpPr>
        <p:spPr>
          <a:xfrm>
            <a:off x="509795" y="891886"/>
            <a:ext cx="9736615" cy="506413"/>
          </a:xfrm>
        </p:spPr>
        <p:txBody>
          <a:bodyPr>
            <a:normAutofit/>
          </a:bodyPr>
          <a:lstStyle>
            <a:lvl1pPr marL="0" indent="0">
              <a:buFontTx/>
              <a:buNone/>
              <a:defRPr sz="1800">
                <a:solidFill>
                  <a:schemeClr val="accent3"/>
                </a:solidFill>
              </a:defRPr>
            </a:lvl1pPr>
          </a:lstStyle>
          <a:p>
            <a:pPr lvl="0"/>
            <a:r>
              <a:rPr lang="en-US"/>
              <a:t>Click to edit Master text styles</a:t>
            </a:r>
          </a:p>
        </p:txBody>
      </p:sp>
      <p:pic>
        <p:nvPicPr>
          <p:cNvPr id="3" name="Graphic 2">
            <a:extLst>
              <a:ext uri="{FF2B5EF4-FFF2-40B4-BE49-F238E27FC236}">
                <a16:creationId xmlns:a16="http://schemas.microsoft.com/office/drawing/2014/main" id="{C9983177-2635-A258-28F2-1F830E4CB584}"/>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20227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6E62-47A4-4C8A-7CE7-23CC6681C632}"/>
              </a:ext>
            </a:extLst>
          </p:cNvPr>
          <p:cNvSpPr>
            <a:spLocks noGrp="1"/>
          </p:cNvSpPr>
          <p:nvPr>
            <p:ph type="title" hasCustomPrompt="1"/>
          </p:nvPr>
        </p:nvSpPr>
        <p:spPr/>
        <p:txBody>
          <a:bodyPr/>
          <a:lstStyle>
            <a:lvl1pPr>
              <a:defRPr>
                <a:solidFill>
                  <a:schemeClr val="tx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E1D6DF-1797-4A75-D8A9-62F0F43C18F6}"/>
              </a:ext>
            </a:extLst>
          </p:cNvPr>
          <p:cNvSpPr>
            <a:spLocks noGrp="1"/>
          </p:cNvSpPr>
          <p:nvPr>
            <p:ph sz="half" idx="1"/>
          </p:nvPr>
        </p:nvSpPr>
        <p:spPr>
          <a:xfrm>
            <a:off x="1080000" y="1642533"/>
            <a:ext cx="4795200" cy="4351338"/>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0027F87-0629-4533-2FFD-298B946F530E}"/>
              </a:ext>
            </a:extLst>
          </p:cNvPr>
          <p:cNvSpPr>
            <a:spLocks noGrp="1"/>
          </p:cNvSpPr>
          <p:nvPr>
            <p:ph sz="half" idx="2"/>
          </p:nvPr>
        </p:nvSpPr>
        <p:spPr>
          <a:xfrm>
            <a:off x="6318519" y="1642533"/>
            <a:ext cx="4795200" cy="4351338"/>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0" name="Graphic 9">
            <a:extLst>
              <a:ext uri="{FF2B5EF4-FFF2-40B4-BE49-F238E27FC236}">
                <a16:creationId xmlns:a16="http://schemas.microsoft.com/office/drawing/2014/main" id="{22BD29A1-D368-0CE7-D3F9-C09D5F0DB19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3850" y="6468533"/>
            <a:ext cx="131376" cy="140758"/>
          </a:xfrm>
          <a:prstGeom prst="rect">
            <a:avLst/>
          </a:prstGeom>
        </p:spPr>
      </p:pic>
      <p:pic>
        <p:nvPicPr>
          <p:cNvPr id="6" name="Graphic 5">
            <a:extLst>
              <a:ext uri="{FF2B5EF4-FFF2-40B4-BE49-F238E27FC236}">
                <a16:creationId xmlns:a16="http://schemas.microsoft.com/office/drawing/2014/main" id="{58F3281C-73DC-0777-28EE-16990B157795}"/>
              </a:ext>
            </a:extLst>
          </p:cNvPr>
          <p:cNvPicPr>
            <a:picLocks noChangeAspect="1"/>
          </p:cNvPicPr>
          <p:nvPr userDrawn="1"/>
        </p:nvPicPr>
        <p:blipFill>
          <a:blip>
            <a:extLst>
              <a:ext uri="{96DAC541-7B7A-43D3-8B79-37D633B846F1}">
                <asvg:svgBlip xmlns:asvg="http://schemas.microsoft.com/office/drawing/2016/SVG/main" r:embed="rId3"/>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137361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6B02-5637-272C-09DA-A1B046CD4DF9}"/>
              </a:ext>
            </a:extLst>
          </p:cNvPr>
          <p:cNvSpPr>
            <a:spLocks noGrp="1"/>
          </p:cNvSpPr>
          <p:nvPr>
            <p:ph type="title" hasCustomPrompt="1"/>
          </p:nvPr>
        </p:nvSpPr>
        <p:spPr>
          <a:xfrm>
            <a:off x="572195" y="387154"/>
            <a:ext cx="9532408" cy="1149351"/>
          </a:xfrm>
        </p:spPr>
        <p:txBody>
          <a:bodyPr/>
          <a:lstStyle>
            <a:lvl1pPr>
              <a:defRPr>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27E6D2B-D9F7-A8CC-C2C9-EF453920B5DD}"/>
              </a:ext>
            </a:extLst>
          </p:cNvPr>
          <p:cNvSpPr>
            <a:spLocks noGrp="1"/>
          </p:cNvSpPr>
          <p:nvPr>
            <p:ph type="body" idx="1" hasCustomPrompt="1"/>
          </p:nvPr>
        </p:nvSpPr>
        <p:spPr>
          <a:xfrm>
            <a:off x="1086572" y="1628775"/>
            <a:ext cx="4795200" cy="823912"/>
          </a:xfrm>
        </p:spPr>
        <p:txBody>
          <a:bodyPr anchor="b">
            <a:norm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19455D-A185-98E8-4AAC-CAB3E38E25F5}"/>
              </a:ext>
            </a:extLst>
          </p:cNvPr>
          <p:cNvSpPr>
            <a:spLocks noGrp="1"/>
          </p:cNvSpPr>
          <p:nvPr>
            <p:ph sz="half" idx="2"/>
          </p:nvPr>
        </p:nvSpPr>
        <p:spPr>
          <a:xfrm>
            <a:off x="1086572" y="2452687"/>
            <a:ext cx="4795200" cy="3532188"/>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EFF652B-DE3B-5513-FA14-521479F71683}"/>
              </a:ext>
            </a:extLst>
          </p:cNvPr>
          <p:cNvSpPr>
            <a:spLocks noGrp="1"/>
          </p:cNvSpPr>
          <p:nvPr>
            <p:ph type="body" sz="quarter" idx="3" hasCustomPrompt="1"/>
          </p:nvPr>
        </p:nvSpPr>
        <p:spPr>
          <a:xfrm>
            <a:off x="6324599" y="1628775"/>
            <a:ext cx="4795200" cy="823912"/>
          </a:xfrm>
        </p:spPr>
        <p:txBody>
          <a:bodyPr anchor="b">
            <a:norm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766535-A73E-8D75-3E73-A462429BF205}"/>
              </a:ext>
            </a:extLst>
          </p:cNvPr>
          <p:cNvSpPr>
            <a:spLocks noGrp="1"/>
          </p:cNvSpPr>
          <p:nvPr>
            <p:ph sz="quarter" idx="4"/>
          </p:nvPr>
        </p:nvSpPr>
        <p:spPr>
          <a:xfrm>
            <a:off x="6324599" y="2452687"/>
            <a:ext cx="4795200" cy="3532188"/>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c 7">
            <a:extLst>
              <a:ext uri="{FF2B5EF4-FFF2-40B4-BE49-F238E27FC236}">
                <a16:creationId xmlns:a16="http://schemas.microsoft.com/office/drawing/2014/main" id="{231D00C1-C65F-9CF2-4FC6-81AE94FB35DB}"/>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4109358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7DD8-8DDB-9EEE-560C-E9B5B8C7328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37A73D07-2622-1826-0C4B-8416CCA1B5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3850" y="6468533"/>
            <a:ext cx="131376" cy="140758"/>
          </a:xfrm>
          <a:prstGeom prst="rect">
            <a:avLst/>
          </a:prstGeom>
        </p:spPr>
      </p:pic>
      <p:pic>
        <p:nvPicPr>
          <p:cNvPr id="7" name="Graphic 6">
            <a:extLst>
              <a:ext uri="{FF2B5EF4-FFF2-40B4-BE49-F238E27FC236}">
                <a16:creationId xmlns:a16="http://schemas.microsoft.com/office/drawing/2014/main" id="{33EA769D-07CC-2F37-5EB3-C229933E6552}"/>
              </a:ext>
            </a:extLst>
          </p:cNvPr>
          <p:cNvPicPr>
            <a:picLocks noChangeAspect="1"/>
          </p:cNvPicPr>
          <p:nvPr userDrawn="1"/>
        </p:nvPicPr>
        <p:blipFill>
          <a:blip>
            <a:extLst>
              <a:ext uri="{96DAC541-7B7A-43D3-8B79-37D633B846F1}">
                <asvg:svgBlip xmlns:asvg="http://schemas.microsoft.com/office/drawing/2016/SVG/main" r:embed="rId3"/>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4101652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_No Edg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7DD8-8DDB-9EEE-560C-E9B5B8C7328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37A73D07-2622-1826-0C4B-8416CCA1B5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3850" y="6468533"/>
            <a:ext cx="131376" cy="140758"/>
          </a:xfrm>
          <a:prstGeom prst="rect">
            <a:avLst/>
          </a:prstGeom>
        </p:spPr>
      </p:pic>
      <p:pic>
        <p:nvPicPr>
          <p:cNvPr id="3" name="Graphic 2">
            <a:extLst>
              <a:ext uri="{FF2B5EF4-FFF2-40B4-BE49-F238E27FC236}">
                <a16:creationId xmlns:a16="http://schemas.microsoft.com/office/drawing/2014/main" id="{F67FB12A-6BD1-051D-F424-B46B4966F789}"/>
              </a:ext>
            </a:extLst>
          </p:cNvPr>
          <p:cNvPicPr>
            <a:picLocks noChangeAspect="1"/>
          </p:cNvPicPr>
          <p:nvPr userDrawn="1"/>
        </p:nvPicPr>
        <p:blipFill>
          <a:blip>
            <a:extLst>
              <a:ext uri="{96DAC541-7B7A-43D3-8B79-37D633B846F1}">
                <asvg:svgBlip xmlns:asvg="http://schemas.microsoft.com/office/drawing/2016/SVG/main" r:embed="rId3"/>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4281978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B825D0C-7100-3C4D-CE04-8F4062F3A2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3850" y="6468533"/>
            <a:ext cx="131376" cy="140758"/>
          </a:xfrm>
          <a:prstGeom prst="rect">
            <a:avLst/>
          </a:prstGeom>
        </p:spPr>
      </p:pic>
      <p:pic>
        <p:nvPicPr>
          <p:cNvPr id="3" name="Graphic 2">
            <a:extLst>
              <a:ext uri="{FF2B5EF4-FFF2-40B4-BE49-F238E27FC236}">
                <a16:creationId xmlns:a16="http://schemas.microsoft.com/office/drawing/2014/main" id="{7DBD53C6-3E7C-8FA2-6181-F3548FA272D4}"/>
              </a:ext>
            </a:extLst>
          </p:cNvPr>
          <p:cNvPicPr>
            <a:picLocks noChangeAspect="1"/>
          </p:cNvPicPr>
          <p:nvPr userDrawn="1"/>
        </p:nvPicPr>
        <p:blipFill>
          <a:blip>
            <a:extLst>
              <a:ext uri="{96DAC541-7B7A-43D3-8B79-37D633B846F1}">
                <asvg:svgBlip xmlns:asvg="http://schemas.microsoft.com/office/drawing/2016/SVG/main" r:embed="rId3"/>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387794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ro para - range left">
    <p:bg>
      <p:bgPr>
        <a:solidFill>
          <a:srgbClr val="FFFFFF"/>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632D76B-96D1-C6FD-55D5-1CA2739C02AA}"/>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4020000">
            <a:off x="2070296" y="3396127"/>
            <a:ext cx="1756434" cy="4114172"/>
          </a:xfrm>
          <a:custGeom>
            <a:avLst/>
            <a:gdLst>
              <a:gd name="connsiteX0" fmla="*/ 0 w 2237447"/>
              <a:gd name="connsiteY0" fmla="*/ 0 h 5240869"/>
              <a:gd name="connsiteX1" fmla="*/ 2237447 w 2237447"/>
              <a:gd name="connsiteY1" fmla="*/ 0 h 5240869"/>
              <a:gd name="connsiteX2" fmla="*/ 2237447 w 2237447"/>
              <a:gd name="connsiteY2" fmla="*/ 4607377 h 5240869"/>
              <a:gd name="connsiteX3" fmla="*/ 1968546 w 2237447"/>
              <a:gd name="connsiteY3" fmla="*/ 5240869 h 5240869"/>
              <a:gd name="connsiteX4" fmla="*/ 0 w 2237447"/>
              <a:gd name="connsiteY4" fmla="*/ 5240869 h 524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7447" h="5240869">
                <a:moveTo>
                  <a:pt x="0" y="0"/>
                </a:moveTo>
                <a:lnTo>
                  <a:pt x="2237447" y="0"/>
                </a:lnTo>
                <a:lnTo>
                  <a:pt x="2237447" y="4607377"/>
                </a:lnTo>
                <a:lnTo>
                  <a:pt x="1968546" y="5240869"/>
                </a:lnTo>
                <a:lnTo>
                  <a:pt x="0" y="5240869"/>
                </a:lnTo>
                <a:close/>
              </a:path>
            </a:pathLst>
          </a:custGeom>
        </p:spPr>
      </p:pic>
      <p:sp>
        <p:nvSpPr>
          <p:cNvPr id="2" name="Title 1">
            <a:extLst>
              <a:ext uri="{FF2B5EF4-FFF2-40B4-BE49-F238E27FC236}">
                <a16:creationId xmlns:a16="http://schemas.microsoft.com/office/drawing/2014/main" id="{6AFEC247-5A3D-7CDC-10B5-8F856FAEC711}"/>
              </a:ext>
            </a:extLst>
          </p:cNvPr>
          <p:cNvSpPr>
            <a:spLocks noGrp="1"/>
          </p:cNvSpPr>
          <p:nvPr>
            <p:ph type="title"/>
          </p:nvPr>
        </p:nvSpPr>
        <p:spPr/>
        <p:txBody>
          <a:bodyPr>
            <a:normAutofit/>
          </a:bodyPr>
          <a:lstStyle>
            <a:lvl1pPr>
              <a:defRPr sz="1800">
                <a:solidFill>
                  <a:schemeClr val="tx1"/>
                </a:solidFill>
              </a:defRPr>
            </a:lvl1pPr>
          </a:lstStyle>
          <a:p>
            <a:r>
              <a:rPr lang="en-US"/>
              <a:t>Click to edit Master title style</a:t>
            </a:r>
            <a:endParaRPr lang="en-GB"/>
          </a:p>
        </p:txBody>
      </p:sp>
      <p:pic>
        <p:nvPicPr>
          <p:cNvPr id="4" name="Graphic 3">
            <a:extLst>
              <a:ext uri="{FF2B5EF4-FFF2-40B4-BE49-F238E27FC236}">
                <a16:creationId xmlns:a16="http://schemas.microsoft.com/office/drawing/2014/main" id="{AE3F5D33-B0DC-594C-3143-88D2D3A9531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6" name="Text Placeholder 5">
            <a:extLst>
              <a:ext uri="{FF2B5EF4-FFF2-40B4-BE49-F238E27FC236}">
                <a16:creationId xmlns:a16="http://schemas.microsoft.com/office/drawing/2014/main" id="{FF6923B4-A424-24B7-A38F-A579634731CE}"/>
              </a:ext>
            </a:extLst>
          </p:cNvPr>
          <p:cNvSpPr>
            <a:spLocks noGrp="1"/>
          </p:cNvSpPr>
          <p:nvPr>
            <p:ph type="body" sz="quarter" idx="11"/>
          </p:nvPr>
        </p:nvSpPr>
        <p:spPr>
          <a:xfrm>
            <a:off x="1080000" y="1425574"/>
            <a:ext cx="5016000" cy="3236150"/>
          </a:xfrm>
        </p:spPr>
        <p:txBody>
          <a:bodyPr>
            <a:normAutofit/>
          </a:bodyPr>
          <a:lstStyle>
            <a:lvl1pPr marL="0" indent="0">
              <a:buNone/>
              <a:defRPr sz="6000" spc="-100" baseline="0">
                <a:solidFill>
                  <a:schemeClr val="bg1"/>
                </a:solidFill>
              </a:defRPr>
            </a:lvl1pPr>
          </a:lstStyle>
          <a:p>
            <a:pPr lvl="0"/>
            <a:r>
              <a:rPr lang="en-US"/>
              <a:t>Click to edit Master text styles</a:t>
            </a:r>
          </a:p>
        </p:txBody>
      </p:sp>
      <p:sp>
        <p:nvSpPr>
          <p:cNvPr id="7" name="Text Placeholder 2">
            <a:extLst>
              <a:ext uri="{FF2B5EF4-FFF2-40B4-BE49-F238E27FC236}">
                <a16:creationId xmlns:a16="http://schemas.microsoft.com/office/drawing/2014/main" id="{A197B0FD-0D25-1FE5-DA2D-B132D5787B7C}"/>
              </a:ext>
            </a:extLst>
          </p:cNvPr>
          <p:cNvSpPr>
            <a:spLocks noGrp="1"/>
          </p:cNvSpPr>
          <p:nvPr>
            <p:ph idx="1"/>
          </p:nvPr>
        </p:nvSpPr>
        <p:spPr>
          <a:xfrm>
            <a:off x="6222206" y="1631144"/>
            <a:ext cx="5457497" cy="4351338"/>
          </a:xfrm>
          <a:prstGeom prst="rect">
            <a:avLst/>
          </a:prstGeom>
        </p:spPr>
        <p:txBody>
          <a:bodyPr vert="horz" lIns="0" tIns="0" rIns="0" bIns="0" rtlCol="0">
            <a:normAutofit/>
          </a:bodyPr>
          <a:lstStyle>
            <a:lvl1pPr marL="0" indent="0">
              <a:lnSpc>
                <a:spcPct val="85000"/>
              </a:lnSpc>
              <a:spcBef>
                <a:spcPts val="1000"/>
              </a:spcBef>
              <a:buNone/>
              <a:defRPr>
                <a:solidFill>
                  <a:schemeClr val="accent4"/>
                </a:solidFill>
              </a:defRPr>
            </a:lvl1pPr>
            <a:lvl2pPr>
              <a:lnSpc>
                <a:spcPct val="80000"/>
              </a:lnSpc>
              <a:spcBef>
                <a:spcPts val="1000"/>
              </a:spcBef>
              <a:defRPr>
                <a:solidFill>
                  <a:schemeClr val="accent5"/>
                </a:solidFill>
              </a:defRPr>
            </a:lvl2pPr>
            <a:lvl3pPr>
              <a:lnSpc>
                <a:spcPct val="80000"/>
              </a:lnSpc>
              <a:spcBef>
                <a:spcPts val="1000"/>
              </a:spcBef>
              <a:defRPr>
                <a:solidFill>
                  <a:schemeClr val="accent5"/>
                </a:solidFill>
              </a:defRPr>
            </a:lvl3pPr>
            <a:lvl4pPr>
              <a:lnSpc>
                <a:spcPct val="80000"/>
              </a:lnSpc>
              <a:spcBef>
                <a:spcPts val="1000"/>
              </a:spcBef>
              <a:defRPr>
                <a:solidFill>
                  <a:schemeClr val="accent5"/>
                </a:solidFill>
              </a:defRPr>
            </a:lvl4pPr>
            <a:lvl5pPr>
              <a:lnSpc>
                <a:spcPct val="80000"/>
              </a:lnSpc>
              <a:spcBef>
                <a:spcPts val="1000"/>
              </a:spcBef>
              <a:defRPr>
                <a:solidFill>
                  <a:schemeClr val="accent5"/>
                </a:solidFill>
              </a:defRPr>
            </a:lvl5pPr>
          </a:lstStyle>
          <a:p>
            <a:pPr lvl="0"/>
            <a:r>
              <a:rPr lang="en-US"/>
              <a:t>Click to edit Master text styles</a:t>
            </a:r>
          </a:p>
        </p:txBody>
      </p:sp>
      <p:pic>
        <p:nvPicPr>
          <p:cNvPr id="3" name="Graphic 2">
            <a:extLst>
              <a:ext uri="{FF2B5EF4-FFF2-40B4-BE49-F238E27FC236}">
                <a16:creationId xmlns:a16="http://schemas.microsoft.com/office/drawing/2014/main" id="{46468D35-053B-77AC-9C2F-B8C0F1B0204B}"/>
              </a:ext>
            </a:extLst>
          </p:cNvPr>
          <p:cNvPicPr>
            <a:picLocks noChangeAspect="1"/>
          </p:cNvPicPr>
          <p:nvPr userDrawn="1"/>
        </p:nvPicPr>
        <p:blipFill>
          <a:blip>
            <a:extLst>
              <a:ext uri="{96DAC541-7B7A-43D3-8B79-37D633B846F1}">
                <asvg:svgBlip xmlns:asvg="http://schemas.microsoft.com/office/drawing/2016/SVG/main" r:embed="rId4"/>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374211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ro para - range right">
    <p:bg>
      <p:bgPr>
        <a:solidFill>
          <a:srgbClr val="FFFFFF"/>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7EF546F1-6138-A647-AE11-C7F635B4A771}"/>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4020000">
            <a:off x="2070296" y="3396127"/>
            <a:ext cx="1756434" cy="4114172"/>
          </a:xfrm>
          <a:custGeom>
            <a:avLst/>
            <a:gdLst>
              <a:gd name="connsiteX0" fmla="*/ 0 w 2237447"/>
              <a:gd name="connsiteY0" fmla="*/ 0 h 5240869"/>
              <a:gd name="connsiteX1" fmla="*/ 2237447 w 2237447"/>
              <a:gd name="connsiteY1" fmla="*/ 0 h 5240869"/>
              <a:gd name="connsiteX2" fmla="*/ 2237447 w 2237447"/>
              <a:gd name="connsiteY2" fmla="*/ 4607377 h 5240869"/>
              <a:gd name="connsiteX3" fmla="*/ 1968546 w 2237447"/>
              <a:gd name="connsiteY3" fmla="*/ 5240869 h 5240869"/>
              <a:gd name="connsiteX4" fmla="*/ 0 w 2237447"/>
              <a:gd name="connsiteY4" fmla="*/ 5240869 h 524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7447" h="5240869">
                <a:moveTo>
                  <a:pt x="0" y="0"/>
                </a:moveTo>
                <a:lnTo>
                  <a:pt x="2237447" y="0"/>
                </a:lnTo>
                <a:lnTo>
                  <a:pt x="2237447" y="4607377"/>
                </a:lnTo>
                <a:lnTo>
                  <a:pt x="1968546" y="5240869"/>
                </a:lnTo>
                <a:lnTo>
                  <a:pt x="0" y="5240869"/>
                </a:lnTo>
                <a:close/>
              </a:path>
            </a:pathLst>
          </a:custGeom>
        </p:spPr>
      </p:pic>
      <p:sp>
        <p:nvSpPr>
          <p:cNvPr id="2" name="Title 1">
            <a:extLst>
              <a:ext uri="{FF2B5EF4-FFF2-40B4-BE49-F238E27FC236}">
                <a16:creationId xmlns:a16="http://schemas.microsoft.com/office/drawing/2014/main" id="{6AFEC247-5A3D-7CDC-10B5-8F856FAEC71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GB"/>
          </a:p>
        </p:txBody>
      </p:sp>
      <p:pic>
        <p:nvPicPr>
          <p:cNvPr id="4" name="Graphic 3">
            <a:extLst>
              <a:ext uri="{FF2B5EF4-FFF2-40B4-BE49-F238E27FC236}">
                <a16:creationId xmlns:a16="http://schemas.microsoft.com/office/drawing/2014/main" id="{AE3F5D33-B0DC-594C-3143-88D2D3A9531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7" name="Text Placeholder 2">
            <a:extLst>
              <a:ext uri="{FF2B5EF4-FFF2-40B4-BE49-F238E27FC236}">
                <a16:creationId xmlns:a16="http://schemas.microsoft.com/office/drawing/2014/main" id="{A197B0FD-0D25-1FE5-DA2D-B132D5787B7C}"/>
              </a:ext>
            </a:extLst>
          </p:cNvPr>
          <p:cNvSpPr>
            <a:spLocks noGrp="1"/>
          </p:cNvSpPr>
          <p:nvPr>
            <p:ph idx="1"/>
          </p:nvPr>
        </p:nvSpPr>
        <p:spPr>
          <a:xfrm>
            <a:off x="5098226" y="1631144"/>
            <a:ext cx="6581477" cy="4351338"/>
          </a:xfrm>
          <a:prstGeom prst="rect">
            <a:avLst/>
          </a:prstGeom>
        </p:spPr>
        <p:txBody>
          <a:bodyPr vert="horz" lIns="0" tIns="0" rIns="0" bIns="0" rtlCol="0">
            <a:normAutofit/>
          </a:bodyPr>
          <a:lstStyle>
            <a:lvl1pPr marL="0" indent="0">
              <a:lnSpc>
                <a:spcPct val="85000"/>
              </a:lnSpc>
              <a:spcBef>
                <a:spcPts val="1000"/>
              </a:spcBef>
              <a:buNone/>
              <a:defRPr>
                <a:solidFill>
                  <a:schemeClr val="accent4"/>
                </a:solidFill>
              </a:defRPr>
            </a:lvl1pPr>
            <a:lvl2pPr>
              <a:lnSpc>
                <a:spcPct val="80000"/>
              </a:lnSpc>
              <a:spcBef>
                <a:spcPts val="1000"/>
              </a:spcBef>
              <a:defRPr>
                <a:solidFill>
                  <a:schemeClr val="accent5"/>
                </a:solidFill>
              </a:defRPr>
            </a:lvl2pPr>
            <a:lvl3pPr>
              <a:lnSpc>
                <a:spcPct val="80000"/>
              </a:lnSpc>
              <a:spcBef>
                <a:spcPts val="1000"/>
              </a:spcBef>
              <a:defRPr>
                <a:solidFill>
                  <a:schemeClr val="accent5"/>
                </a:solidFill>
              </a:defRPr>
            </a:lvl3pPr>
            <a:lvl4pPr>
              <a:lnSpc>
                <a:spcPct val="80000"/>
              </a:lnSpc>
              <a:spcBef>
                <a:spcPts val="1000"/>
              </a:spcBef>
              <a:defRPr>
                <a:solidFill>
                  <a:schemeClr val="accent5"/>
                </a:solidFill>
              </a:defRPr>
            </a:lvl4pPr>
            <a:lvl5pPr>
              <a:lnSpc>
                <a:spcPct val="80000"/>
              </a:lnSpc>
              <a:spcBef>
                <a:spcPts val="1000"/>
              </a:spcBef>
              <a:defRPr>
                <a:solidFill>
                  <a:schemeClr val="accent5"/>
                </a:solidFill>
              </a:defRPr>
            </a:lvl5pPr>
          </a:lstStyle>
          <a:p>
            <a:pPr lvl="0"/>
            <a:r>
              <a:rPr lang="en-US"/>
              <a:t>Click to edit Master text styles</a:t>
            </a:r>
          </a:p>
        </p:txBody>
      </p:sp>
      <p:sp>
        <p:nvSpPr>
          <p:cNvPr id="5" name="Text Placeholder 5">
            <a:extLst>
              <a:ext uri="{FF2B5EF4-FFF2-40B4-BE49-F238E27FC236}">
                <a16:creationId xmlns:a16="http://schemas.microsoft.com/office/drawing/2014/main" id="{28F7338D-FAAB-70B6-94BF-A8073940A6AD}"/>
              </a:ext>
            </a:extLst>
          </p:cNvPr>
          <p:cNvSpPr>
            <a:spLocks noGrp="1"/>
          </p:cNvSpPr>
          <p:nvPr>
            <p:ph type="body" sz="quarter" idx="11"/>
          </p:nvPr>
        </p:nvSpPr>
        <p:spPr>
          <a:xfrm>
            <a:off x="1080000" y="1425574"/>
            <a:ext cx="3734888" cy="3236150"/>
          </a:xfrm>
        </p:spPr>
        <p:txBody>
          <a:bodyPr>
            <a:normAutofit/>
          </a:bodyPr>
          <a:lstStyle>
            <a:lvl1pPr marL="0" indent="0" algn="r">
              <a:buNone/>
              <a:defRPr sz="6000" spc="-100" baseline="0">
                <a:solidFill>
                  <a:schemeClr val="bg1"/>
                </a:solidFill>
              </a:defRPr>
            </a:lvl1pPr>
          </a:lstStyle>
          <a:p>
            <a:pPr lvl="0"/>
            <a:r>
              <a:rPr lang="en-US"/>
              <a:t>Click to edit Master text styles</a:t>
            </a:r>
          </a:p>
        </p:txBody>
      </p:sp>
      <p:pic>
        <p:nvPicPr>
          <p:cNvPr id="3" name="Graphic 2">
            <a:extLst>
              <a:ext uri="{FF2B5EF4-FFF2-40B4-BE49-F238E27FC236}">
                <a16:creationId xmlns:a16="http://schemas.microsoft.com/office/drawing/2014/main" id="{4054681C-93A4-D2E4-D337-1A665891EB5E}"/>
              </a:ext>
            </a:extLst>
          </p:cNvPr>
          <p:cNvPicPr>
            <a:picLocks noChangeAspect="1"/>
          </p:cNvPicPr>
          <p:nvPr userDrawn="1"/>
        </p:nvPicPr>
        <p:blipFill>
          <a:blip>
            <a:extLst>
              <a:ext uri="{96DAC541-7B7A-43D3-8B79-37D633B846F1}">
                <asvg:svgBlip xmlns:asvg="http://schemas.microsoft.com/office/drawing/2016/SVG/main" r:embed="rId4"/>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3491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1587">
          <p15:clr>
            <a:srgbClr val="FBAE40"/>
          </p15:clr>
        </p15:guide>
        <p15:guide id="5" pos="1761">
          <p15:clr>
            <a:srgbClr val="FBAE40"/>
          </p15:clr>
        </p15:guide>
        <p15:guide id="6" pos="3033">
          <p15:clr>
            <a:srgbClr val="FBAE40"/>
          </p15:clr>
        </p15:guide>
        <p15:guide id="7" pos="3212">
          <p15:clr>
            <a:srgbClr val="FBAE40"/>
          </p15:clr>
        </p15:guide>
        <p15:guide id="8" pos="4475">
          <p15:clr>
            <a:srgbClr val="FBAE40"/>
          </p15:clr>
        </p15:guide>
        <p15:guide id="9" pos="4649">
          <p15:clr>
            <a:srgbClr val="FBAE40"/>
          </p15:clr>
        </p15:guide>
        <p15:guide id="10" pos="5922">
          <p15:clr>
            <a:srgbClr val="FBAE40"/>
          </p15:clr>
        </p15:guide>
        <p15:guide id="11" pos="6096">
          <p15:clr>
            <a:srgbClr val="FBAE40"/>
          </p15:clr>
        </p15:guide>
        <p15:guide id="12" orient="horz" pos="2160">
          <p15:clr>
            <a:srgbClr val="FBAE40"/>
          </p15:clr>
        </p15:guide>
        <p15:guide id="13" orient="horz" pos="377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rgbClr val="FFFFFF"/>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D8E8AA9-12A7-F104-B1D7-F2EAC80D0A42}"/>
              </a:ext>
            </a:extLst>
          </p:cNvPr>
          <p:cNvSpPr>
            <a:spLocks noGrp="1"/>
          </p:cNvSpPr>
          <p:nvPr>
            <p:ph idx="10"/>
          </p:nvPr>
        </p:nvSpPr>
        <p:spPr>
          <a:xfrm>
            <a:off x="5098227" y="1631144"/>
            <a:ext cx="5935624" cy="4351338"/>
          </a:xfrm>
          <a:prstGeom prst="rect">
            <a:avLst/>
          </a:prstGeom>
        </p:spPr>
        <p:txBody>
          <a:bodyPr vert="horz" lIns="0" tIns="0" rIns="0" bIns="0" rtlCol="0">
            <a:normAutofit/>
          </a:bodyPr>
          <a:lstStyle>
            <a:lvl1pPr marL="0" indent="0">
              <a:lnSpc>
                <a:spcPct val="85000"/>
              </a:lnSpc>
              <a:spcBef>
                <a:spcPts val="1000"/>
              </a:spcBef>
              <a:buNone/>
              <a:defRPr>
                <a:solidFill>
                  <a:schemeClr val="accent4"/>
                </a:solidFill>
              </a:defRPr>
            </a:lvl1pPr>
            <a:lvl2pPr>
              <a:lnSpc>
                <a:spcPct val="80000"/>
              </a:lnSpc>
              <a:spcBef>
                <a:spcPts val="1000"/>
              </a:spcBef>
              <a:defRPr>
                <a:solidFill>
                  <a:schemeClr val="accent5"/>
                </a:solidFill>
              </a:defRPr>
            </a:lvl2pPr>
            <a:lvl3pPr>
              <a:lnSpc>
                <a:spcPct val="80000"/>
              </a:lnSpc>
              <a:spcBef>
                <a:spcPts val="1000"/>
              </a:spcBef>
              <a:defRPr>
                <a:solidFill>
                  <a:schemeClr val="accent5"/>
                </a:solidFill>
              </a:defRPr>
            </a:lvl3pPr>
            <a:lvl4pPr>
              <a:lnSpc>
                <a:spcPct val="80000"/>
              </a:lnSpc>
              <a:spcBef>
                <a:spcPts val="1000"/>
              </a:spcBef>
              <a:defRPr>
                <a:solidFill>
                  <a:schemeClr val="accent5"/>
                </a:solidFill>
              </a:defRPr>
            </a:lvl4pPr>
            <a:lvl5pPr>
              <a:lnSpc>
                <a:spcPct val="80000"/>
              </a:lnSpc>
              <a:spcBef>
                <a:spcPts val="1000"/>
              </a:spcBef>
              <a:defRPr>
                <a:solidFill>
                  <a:schemeClr val="accent5"/>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7DA98CA4-DDD8-110E-107C-6C3E8FE2CC89}"/>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4020000">
            <a:off x="2070296" y="3396127"/>
            <a:ext cx="1756434" cy="4114172"/>
          </a:xfrm>
          <a:custGeom>
            <a:avLst/>
            <a:gdLst>
              <a:gd name="connsiteX0" fmla="*/ 0 w 2237447"/>
              <a:gd name="connsiteY0" fmla="*/ 0 h 5240869"/>
              <a:gd name="connsiteX1" fmla="*/ 2237447 w 2237447"/>
              <a:gd name="connsiteY1" fmla="*/ 0 h 5240869"/>
              <a:gd name="connsiteX2" fmla="*/ 2237447 w 2237447"/>
              <a:gd name="connsiteY2" fmla="*/ 4607377 h 5240869"/>
              <a:gd name="connsiteX3" fmla="*/ 1968546 w 2237447"/>
              <a:gd name="connsiteY3" fmla="*/ 5240869 h 5240869"/>
              <a:gd name="connsiteX4" fmla="*/ 0 w 2237447"/>
              <a:gd name="connsiteY4" fmla="*/ 5240869 h 524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7447" h="5240869">
                <a:moveTo>
                  <a:pt x="0" y="0"/>
                </a:moveTo>
                <a:lnTo>
                  <a:pt x="2237447" y="0"/>
                </a:lnTo>
                <a:lnTo>
                  <a:pt x="2237447" y="4607377"/>
                </a:lnTo>
                <a:lnTo>
                  <a:pt x="1968546" y="5240869"/>
                </a:lnTo>
                <a:lnTo>
                  <a:pt x="0" y="5240869"/>
                </a:lnTo>
                <a:close/>
              </a:path>
            </a:pathLst>
          </a:custGeom>
        </p:spPr>
      </p:pic>
      <p:sp>
        <p:nvSpPr>
          <p:cNvPr id="2" name="Title 1">
            <a:extLst>
              <a:ext uri="{FF2B5EF4-FFF2-40B4-BE49-F238E27FC236}">
                <a16:creationId xmlns:a16="http://schemas.microsoft.com/office/drawing/2014/main" id="{A3CECAE8-0615-F6F0-F231-8267E5DF33E4}"/>
              </a:ext>
            </a:extLst>
          </p:cNvPr>
          <p:cNvSpPr>
            <a:spLocks noGrp="1"/>
          </p:cNvSpPr>
          <p:nvPr>
            <p:ph type="title"/>
          </p:nvPr>
        </p:nvSpPr>
        <p:spPr>
          <a:xfrm>
            <a:off x="1076325" y="368300"/>
            <a:ext cx="3758142" cy="1203113"/>
          </a:xfrm>
        </p:spPr>
        <p:txBody>
          <a:bodyPr anchor="b">
            <a:normAutofit/>
          </a:bodyPr>
          <a:lstStyle>
            <a:lvl1pPr>
              <a:defRPr sz="1800">
                <a:solidFill>
                  <a:schemeClr val="tx1"/>
                </a:solidFill>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4BA692C6-2F66-8806-1C10-AC928BC980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4" name="Text Placeholder 3">
            <a:extLst>
              <a:ext uri="{FF2B5EF4-FFF2-40B4-BE49-F238E27FC236}">
                <a16:creationId xmlns:a16="http://schemas.microsoft.com/office/drawing/2014/main" id="{FC369C08-05C6-F5A7-5003-EBBDEA8ADDCE}"/>
              </a:ext>
            </a:extLst>
          </p:cNvPr>
          <p:cNvSpPr>
            <a:spLocks noGrp="1"/>
          </p:cNvSpPr>
          <p:nvPr>
            <p:ph type="body" sz="half" idx="2"/>
          </p:nvPr>
        </p:nvSpPr>
        <p:spPr>
          <a:xfrm>
            <a:off x="1076325" y="1628776"/>
            <a:ext cx="3758142" cy="2915096"/>
          </a:xfrm>
        </p:spPr>
        <p:txBody>
          <a:bodyPr/>
          <a:lstStyle>
            <a:lvl1pPr marL="0" indent="0">
              <a:buNone/>
              <a:defRPr sz="1600">
                <a:solidFill>
                  <a:schemeClr val="accent4"/>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6" name="Graphic 5">
            <a:extLst>
              <a:ext uri="{FF2B5EF4-FFF2-40B4-BE49-F238E27FC236}">
                <a16:creationId xmlns:a16="http://schemas.microsoft.com/office/drawing/2014/main" id="{776D209C-3ECB-27C2-3E01-66F4D42BC5A6}"/>
              </a:ext>
            </a:extLst>
          </p:cNvPr>
          <p:cNvPicPr>
            <a:picLocks noChangeAspect="1"/>
          </p:cNvPicPr>
          <p:nvPr userDrawn="1"/>
        </p:nvPicPr>
        <p:blipFill>
          <a:blip>
            <a:extLst>
              <a:ext uri="{96DAC541-7B7A-43D3-8B79-37D633B846F1}">
                <asvg:svgBlip xmlns:asvg="http://schemas.microsoft.com/office/drawing/2016/SVG/main" r:embed="rId4"/>
              </a:ext>
            </a:extLst>
          </a:blip>
          <a:srcRect l="-735" r="68002"/>
          <a:stretch>
            <a:fillRect/>
          </a:stretch>
        </p:blipFill>
        <p:spPr>
          <a:xfrm rot="5400000">
            <a:off x="9224766" y="5269828"/>
            <a:ext cx="389468" cy="2786879"/>
          </a:xfrm>
          <a:prstGeom prst="rect">
            <a:avLst/>
          </a:prstGeom>
        </p:spPr>
      </p:pic>
    </p:spTree>
    <p:extLst>
      <p:ext uri="{BB962C8B-B14F-4D97-AF65-F5344CB8AC3E}">
        <p14:creationId xmlns:p14="http://schemas.microsoft.com/office/powerpoint/2010/main" val="28061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rgbClr val="FFFFFF"/>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A98CA4-DDD8-110E-107C-6C3E8FE2CC89}"/>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4020000">
            <a:off x="2070296" y="3396127"/>
            <a:ext cx="1756434" cy="4114172"/>
          </a:xfrm>
          <a:custGeom>
            <a:avLst/>
            <a:gdLst>
              <a:gd name="connsiteX0" fmla="*/ 0 w 2237447"/>
              <a:gd name="connsiteY0" fmla="*/ 0 h 5240869"/>
              <a:gd name="connsiteX1" fmla="*/ 2237447 w 2237447"/>
              <a:gd name="connsiteY1" fmla="*/ 0 h 5240869"/>
              <a:gd name="connsiteX2" fmla="*/ 2237447 w 2237447"/>
              <a:gd name="connsiteY2" fmla="*/ 4607377 h 5240869"/>
              <a:gd name="connsiteX3" fmla="*/ 1968546 w 2237447"/>
              <a:gd name="connsiteY3" fmla="*/ 5240869 h 5240869"/>
              <a:gd name="connsiteX4" fmla="*/ 0 w 2237447"/>
              <a:gd name="connsiteY4" fmla="*/ 5240869 h 524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7447" h="5240869">
                <a:moveTo>
                  <a:pt x="0" y="0"/>
                </a:moveTo>
                <a:lnTo>
                  <a:pt x="2237447" y="0"/>
                </a:lnTo>
                <a:lnTo>
                  <a:pt x="2237447" y="4607377"/>
                </a:lnTo>
                <a:lnTo>
                  <a:pt x="1968546" y="5240869"/>
                </a:lnTo>
                <a:lnTo>
                  <a:pt x="0" y="5240869"/>
                </a:lnTo>
                <a:close/>
              </a:path>
            </a:pathLst>
          </a:custGeom>
        </p:spPr>
      </p:pic>
      <p:sp>
        <p:nvSpPr>
          <p:cNvPr id="2" name="Title 1">
            <a:extLst>
              <a:ext uri="{FF2B5EF4-FFF2-40B4-BE49-F238E27FC236}">
                <a16:creationId xmlns:a16="http://schemas.microsoft.com/office/drawing/2014/main" id="{A3CECAE8-0615-F6F0-F231-8267E5DF33E4}"/>
              </a:ext>
            </a:extLst>
          </p:cNvPr>
          <p:cNvSpPr>
            <a:spLocks noGrp="1"/>
          </p:cNvSpPr>
          <p:nvPr>
            <p:ph type="title"/>
          </p:nvPr>
        </p:nvSpPr>
        <p:spPr>
          <a:xfrm>
            <a:off x="1076325" y="368300"/>
            <a:ext cx="3758142" cy="1203113"/>
          </a:xfrm>
        </p:spPr>
        <p:txBody>
          <a:bodyPr anchor="b">
            <a:normAutofit/>
          </a:bodyPr>
          <a:lstStyle>
            <a:lvl1pPr>
              <a:defRPr sz="1800">
                <a:solidFill>
                  <a:schemeClr val="tx1"/>
                </a:solidFill>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4BA692C6-2F66-8806-1C10-AC928BC980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4" name="Text Placeholder 3">
            <a:extLst>
              <a:ext uri="{FF2B5EF4-FFF2-40B4-BE49-F238E27FC236}">
                <a16:creationId xmlns:a16="http://schemas.microsoft.com/office/drawing/2014/main" id="{FC369C08-05C6-F5A7-5003-EBBDEA8ADDCE}"/>
              </a:ext>
            </a:extLst>
          </p:cNvPr>
          <p:cNvSpPr>
            <a:spLocks noGrp="1"/>
          </p:cNvSpPr>
          <p:nvPr>
            <p:ph type="body" sz="half" idx="2"/>
          </p:nvPr>
        </p:nvSpPr>
        <p:spPr>
          <a:xfrm>
            <a:off x="1076325" y="1628776"/>
            <a:ext cx="3758142" cy="2915096"/>
          </a:xfrm>
        </p:spPr>
        <p:txBody>
          <a:bodyPr/>
          <a:lstStyle>
            <a:lvl1pPr marL="0" indent="0">
              <a:buNone/>
              <a:defRPr sz="1600">
                <a:solidFill>
                  <a:schemeClr val="accent4"/>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6" name="Graphic 5">
            <a:extLst>
              <a:ext uri="{FF2B5EF4-FFF2-40B4-BE49-F238E27FC236}">
                <a16:creationId xmlns:a16="http://schemas.microsoft.com/office/drawing/2014/main" id="{776D209C-3ECB-27C2-3E01-66F4D42BC5A6}"/>
              </a:ext>
            </a:extLst>
          </p:cNvPr>
          <p:cNvPicPr>
            <a:picLocks noChangeAspect="1"/>
          </p:cNvPicPr>
          <p:nvPr userDrawn="1"/>
        </p:nvPicPr>
        <p:blipFill>
          <a:blip>
            <a:extLst>
              <a:ext uri="{96DAC541-7B7A-43D3-8B79-37D633B846F1}">
                <asvg:svgBlip xmlns:asvg="http://schemas.microsoft.com/office/drawing/2016/SVG/main" r:embed="rId4"/>
              </a:ext>
            </a:extLst>
          </a:blip>
          <a:srcRect l="-735" r="68002"/>
          <a:stretch>
            <a:fillRect/>
          </a:stretch>
        </p:blipFill>
        <p:spPr>
          <a:xfrm rot="5400000">
            <a:off x="9224766" y="5269828"/>
            <a:ext cx="389468" cy="2786879"/>
          </a:xfrm>
          <a:prstGeom prst="rect">
            <a:avLst/>
          </a:prstGeom>
        </p:spPr>
      </p:pic>
      <p:sp>
        <p:nvSpPr>
          <p:cNvPr id="3" name="Picture Placeholder 2">
            <a:extLst>
              <a:ext uri="{FF2B5EF4-FFF2-40B4-BE49-F238E27FC236}">
                <a16:creationId xmlns:a16="http://schemas.microsoft.com/office/drawing/2014/main" id="{4C7AAB5B-933C-98A0-63CA-75776613E48E}"/>
              </a:ext>
            </a:extLst>
          </p:cNvPr>
          <p:cNvSpPr>
            <a:spLocks noGrp="1"/>
          </p:cNvSpPr>
          <p:nvPr>
            <p:ph type="pic" idx="1"/>
          </p:nvPr>
        </p:nvSpPr>
        <p:spPr>
          <a:xfrm>
            <a:off x="5107093" y="1628776"/>
            <a:ext cx="5926757" cy="4232274"/>
          </a:xfrm>
          <a:pattFill prst="pct5">
            <a:fgClr>
              <a:schemeClr val="accent6"/>
            </a:fgClr>
            <a:bgClr>
              <a:schemeClr val="bg1"/>
            </a:bgClr>
          </a:patt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Tree>
    <p:extLst>
      <p:ext uri="{BB962C8B-B14F-4D97-AF65-F5344CB8AC3E}">
        <p14:creationId xmlns:p14="http://schemas.microsoft.com/office/powerpoint/2010/main" val="374497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Breaker Slide Dow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B2E86035-FC81-C834-93D4-95EE835EF1C7}"/>
              </a:ext>
            </a:extLst>
          </p:cNvPr>
          <p:cNvPicPr>
            <a:picLocks noChangeAspect="1"/>
          </p:cNvPicPr>
          <p:nvPr userDrawn="1"/>
        </p:nvPicPr>
        <p:blipFill>
          <a:blip>
            <a:extLst>
              <a:ext uri="{96DAC541-7B7A-43D3-8B79-37D633B846F1}">
                <asvg:svgBlip xmlns:asvg="http://schemas.microsoft.com/office/drawing/2016/SVG/main" r:embed="rId2"/>
              </a:ext>
            </a:extLst>
          </a:blip>
          <a:srcRect l="10235" r="10235"/>
          <a:stretch>
            <a:fillRect/>
          </a:stretch>
        </p:blipFill>
        <p:spPr>
          <a:xfrm rot="5400000">
            <a:off x="2666999" y="-1190564"/>
            <a:ext cx="6858001" cy="9239132"/>
          </a:xfrm>
          <a:prstGeom prst="rect">
            <a:avLst/>
          </a:prstGeom>
        </p:spPr>
      </p:pic>
      <p:sp>
        <p:nvSpPr>
          <p:cNvPr id="8" name="Freeform: Shape 7">
            <a:extLst>
              <a:ext uri="{FF2B5EF4-FFF2-40B4-BE49-F238E27FC236}">
                <a16:creationId xmlns:a16="http://schemas.microsoft.com/office/drawing/2014/main" id="{F0E808B3-0E40-7411-C03B-DF9BB537A9E5}"/>
              </a:ext>
            </a:extLst>
          </p:cNvPr>
          <p:cNvSpPr/>
          <p:nvPr/>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noFill/>
          <a:ln w="6350"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CB30405E-3591-ACF9-B342-31DC5C2D1BFA}"/>
              </a:ext>
            </a:extLst>
          </p:cNvPr>
          <p:cNvSpPr/>
          <p:nvPr/>
        </p:nvSpPr>
        <p:spPr>
          <a:xfrm>
            <a:off x="12191936" y="0"/>
            <a:ext cx="6350" cy="1291272"/>
          </a:xfrm>
          <a:custGeom>
            <a:avLst/>
            <a:gdLst>
              <a:gd name="connsiteX0" fmla="*/ 0 w 6350"/>
              <a:gd name="connsiteY0" fmla="*/ 0 h 1291272"/>
              <a:gd name="connsiteX1" fmla="*/ 0 w 6350"/>
              <a:gd name="connsiteY1" fmla="*/ 0 h 1291272"/>
              <a:gd name="connsiteX2" fmla="*/ 0 w 6350"/>
              <a:gd name="connsiteY2" fmla="*/ 1291273 h 1291272"/>
              <a:gd name="connsiteX3" fmla="*/ 0 w 6350"/>
              <a:gd name="connsiteY3" fmla="*/ 0 h 1291272"/>
            </a:gdLst>
            <a:ahLst/>
            <a:cxnLst>
              <a:cxn ang="0">
                <a:pos x="connsiteX0" y="connsiteY0"/>
              </a:cxn>
              <a:cxn ang="0">
                <a:pos x="connsiteX1" y="connsiteY1"/>
              </a:cxn>
              <a:cxn ang="0">
                <a:pos x="connsiteX2" y="connsiteY2"/>
              </a:cxn>
              <a:cxn ang="0">
                <a:pos x="connsiteX3" y="connsiteY3"/>
              </a:cxn>
            </a:cxnLst>
            <a:rect l="l" t="t" r="r" b="b"/>
            <a:pathLst>
              <a:path w="6350" h="1291272">
                <a:moveTo>
                  <a:pt x="0" y="0"/>
                </a:moveTo>
                <a:lnTo>
                  <a:pt x="0" y="0"/>
                </a:lnTo>
                <a:lnTo>
                  <a:pt x="0" y="1291273"/>
                </a:lnTo>
                <a:lnTo>
                  <a:pt x="0" y="0"/>
                </a:lnTo>
                <a:close/>
              </a:path>
            </a:pathLst>
          </a:custGeom>
          <a:no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no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no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noFill/>
          <a:ln w="6350" cap="flat">
            <a:noFill/>
            <a:prstDash val="solid"/>
            <a:miter/>
          </a:ln>
        </p:spPr>
        <p:txBody>
          <a:bodyPr rtlCol="0" anchor="ctr"/>
          <a:lstStyle/>
          <a:p>
            <a:endParaRPr lang="en-GB"/>
          </a:p>
        </p:txBody>
      </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217220"/>
            <a:ext cx="11160125" cy="4588494"/>
          </a:xfrm>
        </p:spPr>
        <p:txBody>
          <a:bodyPr anchor="ctr">
            <a:noAutofit/>
          </a:bodyPr>
          <a:lstStyle>
            <a:lvl1pPr algn="ctr">
              <a:lnSpc>
                <a:spcPct val="70000"/>
              </a:lnSpc>
              <a:defRPr sz="8800">
                <a:solidFill>
                  <a:srgbClr val="000000"/>
                </a:solidFill>
              </a:defRPr>
            </a:lvl1pPr>
          </a:lstStyle>
          <a:p>
            <a:r>
              <a:rPr lang="en-US"/>
              <a:t>CLICK TO EDIT MASTER TITLE STYLE</a:t>
            </a:r>
            <a:endParaRPr lang="en-GB"/>
          </a:p>
        </p:txBody>
      </p:sp>
    </p:spTree>
    <p:extLst>
      <p:ext uri="{BB962C8B-B14F-4D97-AF65-F5344CB8AC3E}">
        <p14:creationId xmlns:p14="http://schemas.microsoft.com/office/powerpoint/2010/main" val="415057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Breaker Slide Up">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B2E86035-FC81-C834-93D4-95EE835EF1C7}"/>
              </a:ext>
            </a:extLst>
          </p:cNvPr>
          <p:cNvPicPr>
            <a:picLocks noChangeAspect="1"/>
          </p:cNvPicPr>
          <p:nvPr userDrawn="1"/>
        </p:nvPicPr>
        <p:blipFill>
          <a:blip>
            <a:extLst>
              <a:ext uri="{96DAC541-7B7A-43D3-8B79-37D633B846F1}">
                <asvg:svgBlip xmlns:asvg="http://schemas.microsoft.com/office/drawing/2016/SVG/main" r:embed="rId2"/>
              </a:ext>
            </a:extLst>
          </a:blip>
          <a:srcRect l="10235" r="10235"/>
          <a:stretch>
            <a:fillRect/>
          </a:stretch>
        </p:blipFill>
        <p:spPr>
          <a:xfrm rot="16200000">
            <a:off x="2666999" y="-1190564"/>
            <a:ext cx="6858001" cy="9239132"/>
          </a:xfrm>
          <a:prstGeom prst="rect">
            <a:avLst/>
          </a:prstGeom>
        </p:spPr>
      </p:pic>
      <p:sp>
        <p:nvSpPr>
          <p:cNvPr id="9" name="Freeform: Shape 8">
            <a:extLst>
              <a:ext uri="{FF2B5EF4-FFF2-40B4-BE49-F238E27FC236}">
                <a16:creationId xmlns:a16="http://schemas.microsoft.com/office/drawing/2014/main" id="{CB30405E-3591-ACF9-B342-31DC5C2D1BFA}"/>
              </a:ext>
            </a:extLst>
          </p:cNvPr>
          <p:cNvSpPr/>
          <p:nvPr/>
        </p:nvSpPr>
        <p:spPr>
          <a:xfrm>
            <a:off x="12191936" y="0"/>
            <a:ext cx="6350" cy="1291272"/>
          </a:xfrm>
          <a:custGeom>
            <a:avLst/>
            <a:gdLst>
              <a:gd name="connsiteX0" fmla="*/ 0 w 6350"/>
              <a:gd name="connsiteY0" fmla="*/ 0 h 1291272"/>
              <a:gd name="connsiteX1" fmla="*/ 0 w 6350"/>
              <a:gd name="connsiteY1" fmla="*/ 0 h 1291272"/>
              <a:gd name="connsiteX2" fmla="*/ 0 w 6350"/>
              <a:gd name="connsiteY2" fmla="*/ 1291273 h 1291272"/>
              <a:gd name="connsiteX3" fmla="*/ 0 w 6350"/>
              <a:gd name="connsiteY3" fmla="*/ 0 h 1291272"/>
            </a:gdLst>
            <a:ahLst/>
            <a:cxnLst>
              <a:cxn ang="0">
                <a:pos x="connsiteX0" y="connsiteY0"/>
              </a:cxn>
              <a:cxn ang="0">
                <a:pos x="connsiteX1" y="connsiteY1"/>
              </a:cxn>
              <a:cxn ang="0">
                <a:pos x="connsiteX2" y="connsiteY2"/>
              </a:cxn>
              <a:cxn ang="0">
                <a:pos x="connsiteX3" y="connsiteY3"/>
              </a:cxn>
            </a:cxnLst>
            <a:rect l="l" t="t" r="r" b="b"/>
            <a:pathLst>
              <a:path w="6350" h="1291272">
                <a:moveTo>
                  <a:pt x="0" y="0"/>
                </a:moveTo>
                <a:lnTo>
                  <a:pt x="0" y="0"/>
                </a:lnTo>
                <a:lnTo>
                  <a:pt x="0" y="1291273"/>
                </a:lnTo>
                <a:lnTo>
                  <a:pt x="0" y="0"/>
                </a:lnTo>
                <a:close/>
              </a:path>
            </a:pathLst>
          </a:custGeom>
          <a:noFill/>
          <a:ln w="6350" cap="flat">
            <a:noFill/>
            <a:prstDash val="solid"/>
            <a:miter/>
          </a:ln>
        </p:spPr>
        <p:txBody>
          <a:bodyPr rtlCol="0" anchor="ctr"/>
          <a:lstStyle/>
          <a:p>
            <a:endParaRPr lang="en-GB"/>
          </a:p>
        </p:txBody>
      </p:sp>
      <p:grpSp>
        <p:nvGrpSpPr>
          <p:cNvPr id="3" name="Group 2">
            <a:extLst>
              <a:ext uri="{FF2B5EF4-FFF2-40B4-BE49-F238E27FC236}">
                <a16:creationId xmlns:a16="http://schemas.microsoft.com/office/drawing/2014/main" id="{1809BA74-8CE1-1B40-08CA-949B1D83CB5C}"/>
              </a:ext>
            </a:extLst>
          </p:cNvPr>
          <p:cNvGrpSpPr/>
          <p:nvPr userDrawn="1"/>
        </p:nvGrpSpPr>
        <p:grpSpPr>
          <a:xfrm>
            <a:off x="11030013" y="331470"/>
            <a:ext cx="647700" cy="254507"/>
            <a:chOff x="11030013" y="331470"/>
            <a:chExt cx="647700" cy="254507"/>
          </a:xfrm>
        </p:grpSpPr>
        <p:sp>
          <p:nvSpPr>
            <p:cNvPr id="8" name="Freeform: Shape 7">
              <a:extLst>
                <a:ext uri="{FF2B5EF4-FFF2-40B4-BE49-F238E27FC236}">
                  <a16:creationId xmlns:a16="http://schemas.microsoft.com/office/drawing/2014/main" id="{F0E808B3-0E40-7411-C03B-DF9BB537A9E5}"/>
                </a:ext>
              </a:extLst>
            </p:cNvPr>
            <p:cNvSpPr/>
            <p:nvPr/>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no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no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no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noFill/>
            <a:ln w="6350" cap="flat">
              <a:noFill/>
              <a:prstDash val="solid"/>
              <a:miter/>
            </a:ln>
          </p:spPr>
          <p:txBody>
            <a:bodyPr rtlCol="0" anchor="ctr"/>
            <a:lstStyle/>
            <a:p>
              <a:endParaRPr lang="en-GB"/>
            </a:p>
          </p:txBody>
        </p:sp>
      </p:gr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217220"/>
            <a:ext cx="11160125" cy="4588494"/>
          </a:xfrm>
        </p:spPr>
        <p:txBody>
          <a:bodyPr anchor="ctr">
            <a:noAutofit/>
          </a:bodyPr>
          <a:lstStyle>
            <a:lvl1pPr algn="ctr">
              <a:lnSpc>
                <a:spcPct val="70000"/>
              </a:lnSpc>
              <a:defRPr sz="8800">
                <a:solidFill>
                  <a:srgbClr val="000000"/>
                </a:solidFill>
              </a:defRPr>
            </a:lvl1pPr>
          </a:lstStyle>
          <a:p>
            <a:r>
              <a:rPr lang="en-US"/>
              <a:t>CLICK TO EDIT MASTER TITLE STYLE</a:t>
            </a:r>
            <a:endParaRPr lang="en-GB"/>
          </a:p>
        </p:txBody>
      </p:sp>
    </p:spTree>
    <p:extLst>
      <p:ext uri="{BB962C8B-B14F-4D97-AF65-F5344CB8AC3E}">
        <p14:creationId xmlns:p14="http://schemas.microsoft.com/office/powerpoint/2010/main" val="1711518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Breaker Slide Up">
    <p:bg>
      <p:bgPr>
        <a:solidFill>
          <a:schemeClr val="accent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B2E86035-FC81-C834-93D4-95EE835EF1C7}"/>
              </a:ext>
            </a:extLst>
          </p:cNvPr>
          <p:cNvPicPr>
            <a:picLocks noChangeAspect="1"/>
          </p:cNvPicPr>
          <p:nvPr userDrawn="1"/>
        </p:nvPicPr>
        <p:blipFill>
          <a:blip>
            <a:extLst>
              <a:ext uri="{96DAC541-7B7A-43D3-8B79-37D633B846F1}">
                <asvg:svgBlip xmlns:asvg="http://schemas.microsoft.com/office/drawing/2016/SVG/main" r:embed="rId2"/>
              </a:ext>
            </a:extLst>
          </a:blip>
          <a:srcRect l="10235" r="10235"/>
          <a:stretch>
            <a:fillRect/>
          </a:stretch>
        </p:blipFill>
        <p:spPr>
          <a:xfrm rot="16200000">
            <a:off x="2666999" y="-1190564"/>
            <a:ext cx="6858001" cy="9239132"/>
          </a:xfrm>
          <a:prstGeom prst="rect">
            <a:avLst/>
          </a:prstGeom>
        </p:spPr>
      </p:pic>
      <p:sp>
        <p:nvSpPr>
          <p:cNvPr id="9" name="Freeform: Shape 8">
            <a:extLst>
              <a:ext uri="{FF2B5EF4-FFF2-40B4-BE49-F238E27FC236}">
                <a16:creationId xmlns:a16="http://schemas.microsoft.com/office/drawing/2014/main" id="{CB30405E-3591-ACF9-B342-31DC5C2D1BFA}"/>
              </a:ext>
            </a:extLst>
          </p:cNvPr>
          <p:cNvSpPr/>
          <p:nvPr/>
        </p:nvSpPr>
        <p:spPr>
          <a:xfrm>
            <a:off x="12191936" y="0"/>
            <a:ext cx="6350" cy="1291272"/>
          </a:xfrm>
          <a:custGeom>
            <a:avLst/>
            <a:gdLst>
              <a:gd name="connsiteX0" fmla="*/ 0 w 6350"/>
              <a:gd name="connsiteY0" fmla="*/ 0 h 1291272"/>
              <a:gd name="connsiteX1" fmla="*/ 0 w 6350"/>
              <a:gd name="connsiteY1" fmla="*/ 0 h 1291272"/>
              <a:gd name="connsiteX2" fmla="*/ 0 w 6350"/>
              <a:gd name="connsiteY2" fmla="*/ 1291273 h 1291272"/>
              <a:gd name="connsiteX3" fmla="*/ 0 w 6350"/>
              <a:gd name="connsiteY3" fmla="*/ 0 h 1291272"/>
            </a:gdLst>
            <a:ahLst/>
            <a:cxnLst>
              <a:cxn ang="0">
                <a:pos x="connsiteX0" y="connsiteY0"/>
              </a:cxn>
              <a:cxn ang="0">
                <a:pos x="connsiteX1" y="connsiteY1"/>
              </a:cxn>
              <a:cxn ang="0">
                <a:pos x="connsiteX2" y="connsiteY2"/>
              </a:cxn>
              <a:cxn ang="0">
                <a:pos x="connsiteX3" y="connsiteY3"/>
              </a:cxn>
            </a:cxnLst>
            <a:rect l="l" t="t" r="r" b="b"/>
            <a:pathLst>
              <a:path w="6350" h="1291272">
                <a:moveTo>
                  <a:pt x="0" y="0"/>
                </a:moveTo>
                <a:lnTo>
                  <a:pt x="0" y="0"/>
                </a:lnTo>
                <a:lnTo>
                  <a:pt x="0" y="1291273"/>
                </a:lnTo>
                <a:lnTo>
                  <a:pt x="0" y="0"/>
                </a:lnTo>
                <a:close/>
              </a:path>
            </a:pathLst>
          </a:custGeom>
          <a:noFill/>
          <a:ln w="6350" cap="flat">
            <a:noFill/>
            <a:prstDash val="solid"/>
            <a:miter/>
          </a:ln>
        </p:spPr>
        <p:txBody>
          <a:bodyPr rtlCol="0" anchor="ctr"/>
          <a:lstStyle/>
          <a:p>
            <a:endParaRPr lang="en-GB"/>
          </a:p>
        </p:txBody>
      </p:sp>
      <p:grpSp>
        <p:nvGrpSpPr>
          <p:cNvPr id="3" name="Group 2">
            <a:extLst>
              <a:ext uri="{FF2B5EF4-FFF2-40B4-BE49-F238E27FC236}">
                <a16:creationId xmlns:a16="http://schemas.microsoft.com/office/drawing/2014/main" id="{1809BA74-8CE1-1B40-08CA-949B1D83CB5C}"/>
              </a:ext>
            </a:extLst>
          </p:cNvPr>
          <p:cNvGrpSpPr/>
          <p:nvPr userDrawn="1"/>
        </p:nvGrpSpPr>
        <p:grpSpPr>
          <a:xfrm>
            <a:off x="11030013" y="331470"/>
            <a:ext cx="647700" cy="254507"/>
            <a:chOff x="11030013" y="331470"/>
            <a:chExt cx="647700" cy="254507"/>
          </a:xfrm>
        </p:grpSpPr>
        <p:sp>
          <p:nvSpPr>
            <p:cNvPr id="8" name="Freeform: Shape 7">
              <a:extLst>
                <a:ext uri="{FF2B5EF4-FFF2-40B4-BE49-F238E27FC236}">
                  <a16:creationId xmlns:a16="http://schemas.microsoft.com/office/drawing/2014/main" id="{F0E808B3-0E40-7411-C03B-DF9BB537A9E5}"/>
                </a:ext>
              </a:extLst>
            </p:cNvPr>
            <p:cNvSpPr/>
            <p:nvPr/>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no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no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no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noFill/>
            <a:ln w="6350" cap="flat">
              <a:noFill/>
              <a:prstDash val="solid"/>
              <a:miter/>
            </a:ln>
          </p:spPr>
          <p:txBody>
            <a:bodyPr rtlCol="0" anchor="ctr"/>
            <a:lstStyle/>
            <a:p>
              <a:endParaRPr lang="en-GB"/>
            </a:p>
          </p:txBody>
        </p:sp>
      </p:gr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217220"/>
            <a:ext cx="11160125" cy="4588494"/>
          </a:xfrm>
        </p:spPr>
        <p:txBody>
          <a:bodyPr anchor="ctr">
            <a:noAutofit/>
          </a:bodyPr>
          <a:lstStyle>
            <a:lvl1pPr algn="ctr">
              <a:lnSpc>
                <a:spcPct val="70000"/>
              </a:lnSpc>
              <a:defRPr sz="8800">
                <a:solidFill>
                  <a:srgbClr val="000000"/>
                </a:solidFill>
              </a:defRPr>
            </a:lvl1pPr>
          </a:lstStyle>
          <a:p>
            <a:r>
              <a:rPr lang="en-US"/>
              <a:t>CLICK TO EDIT MASTER TITLE STYLE</a:t>
            </a:r>
            <a:endParaRPr lang="en-GB"/>
          </a:p>
        </p:txBody>
      </p:sp>
    </p:spTree>
    <p:extLst>
      <p:ext uri="{BB962C8B-B14F-4D97-AF65-F5344CB8AC3E}">
        <p14:creationId xmlns:p14="http://schemas.microsoft.com/office/powerpoint/2010/main" val="1010276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Section Breaker Slide Up">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B2E86035-FC81-C834-93D4-95EE835EF1C7}"/>
              </a:ext>
            </a:extLst>
          </p:cNvPr>
          <p:cNvPicPr>
            <a:picLocks noChangeAspect="1"/>
          </p:cNvPicPr>
          <p:nvPr userDrawn="1"/>
        </p:nvPicPr>
        <p:blipFill>
          <a:blip>
            <a:extLst>
              <a:ext uri="{96DAC541-7B7A-43D3-8B79-37D633B846F1}">
                <asvg:svgBlip xmlns:asvg="http://schemas.microsoft.com/office/drawing/2016/SVG/main" r:embed="rId2"/>
              </a:ext>
            </a:extLst>
          </a:blip>
          <a:srcRect l="10235" r="10235"/>
          <a:stretch>
            <a:fillRect/>
          </a:stretch>
        </p:blipFill>
        <p:spPr>
          <a:xfrm rot="16200000">
            <a:off x="2666999" y="-1190564"/>
            <a:ext cx="6858001" cy="9239132"/>
          </a:xfrm>
          <a:prstGeom prst="rect">
            <a:avLst/>
          </a:prstGeom>
        </p:spPr>
      </p:pic>
      <p:sp>
        <p:nvSpPr>
          <p:cNvPr id="9" name="Freeform: Shape 8">
            <a:extLst>
              <a:ext uri="{FF2B5EF4-FFF2-40B4-BE49-F238E27FC236}">
                <a16:creationId xmlns:a16="http://schemas.microsoft.com/office/drawing/2014/main" id="{CB30405E-3591-ACF9-B342-31DC5C2D1BFA}"/>
              </a:ext>
            </a:extLst>
          </p:cNvPr>
          <p:cNvSpPr/>
          <p:nvPr/>
        </p:nvSpPr>
        <p:spPr>
          <a:xfrm>
            <a:off x="12191936" y="0"/>
            <a:ext cx="6350" cy="1291272"/>
          </a:xfrm>
          <a:custGeom>
            <a:avLst/>
            <a:gdLst>
              <a:gd name="connsiteX0" fmla="*/ 0 w 6350"/>
              <a:gd name="connsiteY0" fmla="*/ 0 h 1291272"/>
              <a:gd name="connsiteX1" fmla="*/ 0 w 6350"/>
              <a:gd name="connsiteY1" fmla="*/ 0 h 1291272"/>
              <a:gd name="connsiteX2" fmla="*/ 0 w 6350"/>
              <a:gd name="connsiteY2" fmla="*/ 1291273 h 1291272"/>
              <a:gd name="connsiteX3" fmla="*/ 0 w 6350"/>
              <a:gd name="connsiteY3" fmla="*/ 0 h 1291272"/>
            </a:gdLst>
            <a:ahLst/>
            <a:cxnLst>
              <a:cxn ang="0">
                <a:pos x="connsiteX0" y="connsiteY0"/>
              </a:cxn>
              <a:cxn ang="0">
                <a:pos x="connsiteX1" y="connsiteY1"/>
              </a:cxn>
              <a:cxn ang="0">
                <a:pos x="connsiteX2" y="connsiteY2"/>
              </a:cxn>
              <a:cxn ang="0">
                <a:pos x="connsiteX3" y="connsiteY3"/>
              </a:cxn>
            </a:cxnLst>
            <a:rect l="l" t="t" r="r" b="b"/>
            <a:pathLst>
              <a:path w="6350" h="1291272">
                <a:moveTo>
                  <a:pt x="0" y="0"/>
                </a:moveTo>
                <a:lnTo>
                  <a:pt x="0" y="0"/>
                </a:lnTo>
                <a:lnTo>
                  <a:pt x="0" y="1291273"/>
                </a:lnTo>
                <a:lnTo>
                  <a:pt x="0" y="0"/>
                </a:lnTo>
                <a:close/>
              </a:path>
            </a:pathLst>
          </a:custGeom>
          <a:noFill/>
          <a:ln w="6350" cap="flat">
            <a:noFill/>
            <a:prstDash val="solid"/>
            <a:miter/>
          </a:ln>
        </p:spPr>
        <p:txBody>
          <a:bodyPr rtlCol="0" anchor="ctr"/>
          <a:lstStyle/>
          <a:p>
            <a:endParaRPr lang="en-GB"/>
          </a:p>
        </p:txBody>
      </p:sp>
      <p:grpSp>
        <p:nvGrpSpPr>
          <p:cNvPr id="3" name="Group 2">
            <a:extLst>
              <a:ext uri="{FF2B5EF4-FFF2-40B4-BE49-F238E27FC236}">
                <a16:creationId xmlns:a16="http://schemas.microsoft.com/office/drawing/2014/main" id="{1809BA74-8CE1-1B40-08CA-949B1D83CB5C}"/>
              </a:ext>
            </a:extLst>
          </p:cNvPr>
          <p:cNvGrpSpPr/>
          <p:nvPr userDrawn="1"/>
        </p:nvGrpSpPr>
        <p:grpSpPr>
          <a:xfrm>
            <a:off x="11030013" y="331470"/>
            <a:ext cx="647700" cy="254507"/>
            <a:chOff x="11030013" y="331470"/>
            <a:chExt cx="647700" cy="254507"/>
          </a:xfrm>
        </p:grpSpPr>
        <p:sp>
          <p:nvSpPr>
            <p:cNvPr id="8" name="Freeform: Shape 7">
              <a:extLst>
                <a:ext uri="{FF2B5EF4-FFF2-40B4-BE49-F238E27FC236}">
                  <a16:creationId xmlns:a16="http://schemas.microsoft.com/office/drawing/2014/main" id="{F0E808B3-0E40-7411-C03B-DF9BB537A9E5}"/>
                </a:ext>
              </a:extLst>
            </p:cNvPr>
            <p:cNvSpPr/>
            <p:nvPr/>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no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no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no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noFill/>
            <a:ln w="6350" cap="flat">
              <a:noFill/>
              <a:prstDash val="solid"/>
              <a:miter/>
            </a:ln>
          </p:spPr>
          <p:txBody>
            <a:bodyPr rtlCol="0" anchor="ctr"/>
            <a:lstStyle/>
            <a:p>
              <a:endParaRPr lang="en-GB"/>
            </a:p>
          </p:txBody>
        </p:sp>
      </p:gr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217220"/>
            <a:ext cx="11160125" cy="4588494"/>
          </a:xfrm>
        </p:spPr>
        <p:txBody>
          <a:bodyPr anchor="ctr">
            <a:noAutofit/>
          </a:bodyPr>
          <a:lstStyle>
            <a:lvl1pPr algn="ctr">
              <a:lnSpc>
                <a:spcPct val="70000"/>
              </a:lnSpc>
              <a:defRPr sz="8800">
                <a:solidFill>
                  <a:srgbClr val="000000"/>
                </a:solidFill>
              </a:defRPr>
            </a:lvl1pPr>
          </a:lstStyle>
          <a:p>
            <a:r>
              <a:rPr lang="en-US"/>
              <a:t>CLICK TO EDIT MASTER TITLE STYLE</a:t>
            </a:r>
            <a:endParaRPr lang="en-GB"/>
          </a:p>
        </p:txBody>
      </p:sp>
    </p:spTree>
    <p:extLst>
      <p:ext uri="{BB962C8B-B14F-4D97-AF65-F5344CB8AC3E}">
        <p14:creationId xmlns:p14="http://schemas.microsoft.com/office/powerpoint/2010/main" val="302888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tatement Text_Black">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DC2AADA-26DC-6D81-FC80-B793EBE01A4F}"/>
              </a:ext>
            </a:extLst>
          </p:cNvPr>
          <p:cNvGrpSpPr/>
          <p:nvPr userDrawn="1"/>
        </p:nvGrpSpPr>
        <p:grpSpPr>
          <a:xfrm>
            <a:off x="11030013" y="331470"/>
            <a:ext cx="647700" cy="254507"/>
            <a:chOff x="11030013" y="331470"/>
            <a:chExt cx="647700" cy="254507"/>
          </a:xfrm>
          <a:solidFill>
            <a:srgbClr val="FFFFFF"/>
          </a:solidFill>
        </p:grpSpPr>
        <p:sp>
          <p:nvSpPr>
            <p:cNvPr id="8" name="Freeform: Shape 7">
              <a:extLst>
                <a:ext uri="{FF2B5EF4-FFF2-40B4-BE49-F238E27FC236}">
                  <a16:creationId xmlns:a16="http://schemas.microsoft.com/office/drawing/2014/main" id="{F0E808B3-0E40-7411-C03B-DF9BB537A9E5}"/>
                </a:ext>
              </a:extLst>
            </p:cNvPr>
            <p:cNvSpPr/>
            <p:nvPr userDrawn="1"/>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grp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userDrawn="1"/>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grp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userDrawn="1"/>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grp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userDrawn="1"/>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grpFill/>
            <a:ln w="6350" cap="flat">
              <a:noFill/>
              <a:prstDash val="solid"/>
              <a:miter/>
            </a:ln>
          </p:spPr>
          <p:txBody>
            <a:bodyPr rtlCol="0" anchor="ctr"/>
            <a:lstStyle/>
            <a:p>
              <a:endParaRPr lang="en-GB"/>
            </a:p>
          </p:txBody>
        </p:sp>
      </p:gr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038059"/>
            <a:ext cx="11160125" cy="4946816"/>
          </a:xfrm>
        </p:spPr>
        <p:txBody>
          <a:bodyPr anchor="ctr">
            <a:noAutofit/>
          </a:bodyPr>
          <a:lstStyle>
            <a:lvl1pPr algn="ctr">
              <a:lnSpc>
                <a:spcPct val="70000"/>
              </a:lnSpc>
              <a:defRPr sz="8800">
                <a:solidFill>
                  <a:schemeClr val="bg1"/>
                </a:solidFill>
              </a:defRPr>
            </a:lvl1pPr>
          </a:lstStyle>
          <a:p>
            <a:r>
              <a:rPr lang="en-US"/>
              <a:t>CLICK TO EDIT MASTER TITLE STYLE.</a:t>
            </a:r>
            <a:endParaRPr lang="en-GB"/>
          </a:p>
        </p:txBody>
      </p:sp>
      <p:pic>
        <p:nvPicPr>
          <p:cNvPr id="5" name="Graphic 4">
            <a:extLst>
              <a:ext uri="{FF2B5EF4-FFF2-40B4-BE49-F238E27FC236}">
                <a16:creationId xmlns:a16="http://schemas.microsoft.com/office/drawing/2014/main" id="{9526A70C-F009-B22B-EADD-E03F5A535335}"/>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pic>
        <p:nvPicPr>
          <p:cNvPr id="7" name="Graphic 6">
            <a:extLst>
              <a:ext uri="{FF2B5EF4-FFF2-40B4-BE49-F238E27FC236}">
                <a16:creationId xmlns:a16="http://schemas.microsoft.com/office/drawing/2014/main" id="{1FAF3CB9-413D-01C3-4375-AB0E57B1BD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3" name="Slide Number Placeholder 1">
            <a:extLst>
              <a:ext uri="{FF2B5EF4-FFF2-40B4-BE49-F238E27FC236}">
                <a16:creationId xmlns:a16="http://schemas.microsoft.com/office/drawing/2014/main" id="{6A061246-C110-F037-F7BC-23222D6248FD}"/>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rgbClr val="FFFFFF"/>
                </a:solidFill>
              </a:rPr>
              <a:pPr marL="0" indent="0">
                <a:buNone/>
              </a:pPr>
              <a:t>‹#›</a:t>
            </a:fld>
            <a:endParaRPr lang="en-GB" sz="1400" b="1">
              <a:solidFill>
                <a:srgbClr val="FFFFFF"/>
              </a:solidFill>
            </a:endParaRPr>
          </a:p>
        </p:txBody>
      </p:sp>
    </p:spTree>
    <p:extLst>
      <p:ext uri="{BB962C8B-B14F-4D97-AF65-F5344CB8AC3E}">
        <p14:creationId xmlns:p14="http://schemas.microsoft.com/office/powerpoint/2010/main" val="188497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Statement Text_Dark">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DC2AADA-26DC-6D81-FC80-B793EBE01A4F}"/>
              </a:ext>
            </a:extLst>
          </p:cNvPr>
          <p:cNvGrpSpPr/>
          <p:nvPr userDrawn="1"/>
        </p:nvGrpSpPr>
        <p:grpSpPr>
          <a:xfrm>
            <a:off x="11030013" y="331470"/>
            <a:ext cx="647700" cy="254507"/>
            <a:chOff x="11030013" y="331470"/>
            <a:chExt cx="647700" cy="254507"/>
          </a:xfrm>
          <a:solidFill>
            <a:srgbClr val="FFFFFF"/>
          </a:solidFill>
        </p:grpSpPr>
        <p:sp>
          <p:nvSpPr>
            <p:cNvPr id="8" name="Freeform: Shape 7">
              <a:extLst>
                <a:ext uri="{FF2B5EF4-FFF2-40B4-BE49-F238E27FC236}">
                  <a16:creationId xmlns:a16="http://schemas.microsoft.com/office/drawing/2014/main" id="{F0E808B3-0E40-7411-C03B-DF9BB537A9E5}"/>
                </a:ext>
              </a:extLst>
            </p:cNvPr>
            <p:cNvSpPr/>
            <p:nvPr userDrawn="1"/>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grp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userDrawn="1"/>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grp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userDrawn="1"/>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grp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userDrawn="1"/>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grpFill/>
            <a:ln w="6350" cap="flat">
              <a:noFill/>
              <a:prstDash val="solid"/>
              <a:miter/>
            </a:ln>
          </p:spPr>
          <p:txBody>
            <a:bodyPr rtlCol="0" anchor="ctr"/>
            <a:lstStyle/>
            <a:p>
              <a:endParaRPr lang="en-GB"/>
            </a:p>
          </p:txBody>
        </p:sp>
      </p:gr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038059"/>
            <a:ext cx="11160125" cy="4946816"/>
          </a:xfrm>
        </p:spPr>
        <p:txBody>
          <a:bodyPr anchor="ctr">
            <a:noAutofit/>
          </a:bodyPr>
          <a:lstStyle>
            <a:lvl1pPr algn="ctr">
              <a:lnSpc>
                <a:spcPct val="70000"/>
              </a:lnSpc>
              <a:defRPr sz="8800">
                <a:solidFill>
                  <a:schemeClr val="bg1"/>
                </a:solidFill>
              </a:defRPr>
            </a:lvl1pPr>
          </a:lstStyle>
          <a:p>
            <a:r>
              <a:rPr lang="en-US"/>
              <a:t>CLICK TO EDIT MASTER TITLE STYLE.</a:t>
            </a:r>
            <a:endParaRPr lang="en-GB"/>
          </a:p>
        </p:txBody>
      </p:sp>
      <p:pic>
        <p:nvPicPr>
          <p:cNvPr id="5" name="Graphic 4">
            <a:extLst>
              <a:ext uri="{FF2B5EF4-FFF2-40B4-BE49-F238E27FC236}">
                <a16:creationId xmlns:a16="http://schemas.microsoft.com/office/drawing/2014/main" id="{9526A70C-F009-B22B-EADD-E03F5A535335}"/>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pic>
        <p:nvPicPr>
          <p:cNvPr id="7" name="Graphic 6">
            <a:extLst>
              <a:ext uri="{FF2B5EF4-FFF2-40B4-BE49-F238E27FC236}">
                <a16:creationId xmlns:a16="http://schemas.microsoft.com/office/drawing/2014/main" id="{1FAF3CB9-413D-01C3-4375-AB0E57B1BD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3" name="Slide Number Placeholder 1">
            <a:extLst>
              <a:ext uri="{FF2B5EF4-FFF2-40B4-BE49-F238E27FC236}">
                <a16:creationId xmlns:a16="http://schemas.microsoft.com/office/drawing/2014/main" id="{F7DDB2BD-514C-66CD-F5B3-BA490EB95E04}"/>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rgbClr val="FFFFFF"/>
                </a:solidFill>
              </a:rPr>
              <a:pPr marL="0" indent="0">
                <a:buNone/>
              </a:pPr>
              <a:t>‹#›</a:t>
            </a:fld>
            <a:endParaRPr lang="en-GB" sz="1400" b="1">
              <a:solidFill>
                <a:srgbClr val="FFFFFF"/>
              </a:solidFill>
            </a:endParaRPr>
          </a:p>
        </p:txBody>
      </p:sp>
    </p:spTree>
    <p:extLst>
      <p:ext uri="{BB962C8B-B14F-4D97-AF65-F5344CB8AC3E}">
        <p14:creationId xmlns:p14="http://schemas.microsoft.com/office/powerpoint/2010/main" val="21526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Statement Text_Grey">
    <p:bg>
      <p:bgPr>
        <a:solidFill>
          <a:schemeClr val="accent4"/>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DC2AADA-26DC-6D81-FC80-B793EBE01A4F}"/>
              </a:ext>
            </a:extLst>
          </p:cNvPr>
          <p:cNvGrpSpPr/>
          <p:nvPr userDrawn="1"/>
        </p:nvGrpSpPr>
        <p:grpSpPr>
          <a:xfrm>
            <a:off x="11030013" y="331470"/>
            <a:ext cx="647700" cy="254507"/>
            <a:chOff x="11030013" y="331470"/>
            <a:chExt cx="647700" cy="254507"/>
          </a:xfrm>
          <a:solidFill>
            <a:srgbClr val="FFFFFF"/>
          </a:solidFill>
        </p:grpSpPr>
        <p:sp>
          <p:nvSpPr>
            <p:cNvPr id="8" name="Freeform: Shape 7">
              <a:extLst>
                <a:ext uri="{FF2B5EF4-FFF2-40B4-BE49-F238E27FC236}">
                  <a16:creationId xmlns:a16="http://schemas.microsoft.com/office/drawing/2014/main" id="{F0E808B3-0E40-7411-C03B-DF9BB537A9E5}"/>
                </a:ext>
              </a:extLst>
            </p:cNvPr>
            <p:cNvSpPr/>
            <p:nvPr userDrawn="1"/>
          </p:nvSpPr>
          <p:spPr>
            <a:xfrm>
              <a:off x="11030013" y="377253"/>
              <a:ext cx="197866" cy="208724"/>
            </a:xfrm>
            <a:custGeom>
              <a:avLst/>
              <a:gdLst>
                <a:gd name="connsiteX0" fmla="*/ 105156 w 197866"/>
                <a:gd name="connsiteY0" fmla="*/ 208725 h 208724"/>
                <a:gd name="connsiteX1" fmla="*/ 197739 w 197866"/>
                <a:gd name="connsiteY1" fmla="*/ 153289 h 208724"/>
                <a:gd name="connsiteX2" fmla="*/ 159131 w 197866"/>
                <a:gd name="connsiteY2" fmla="*/ 131191 h 208724"/>
                <a:gd name="connsiteX3" fmla="*/ 158242 w 197866"/>
                <a:gd name="connsiteY3" fmla="*/ 131191 h 208724"/>
                <a:gd name="connsiteX4" fmla="*/ 105219 w 197866"/>
                <a:gd name="connsiteY4" fmla="*/ 164846 h 208724"/>
                <a:gd name="connsiteX5" fmla="*/ 47307 w 197866"/>
                <a:gd name="connsiteY5" fmla="*/ 104394 h 208724"/>
                <a:gd name="connsiteX6" fmla="*/ 63500 w 197866"/>
                <a:gd name="connsiteY6" fmla="*/ 60770 h 208724"/>
                <a:gd name="connsiteX7" fmla="*/ 105346 w 197866"/>
                <a:gd name="connsiteY7" fmla="*/ 43942 h 208724"/>
                <a:gd name="connsiteX8" fmla="*/ 158305 w 197866"/>
                <a:gd name="connsiteY8" fmla="*/ 79121 h 208724"/>
                <a:gd name="connsiteX9" fmla="*/ 197866 w 197866"/>
                <a:gd name="connsiteY9" fmla="*/ 56452 h 208724"/>
                <a:gd name="connsiteX10" fmla="*/ 103632 w 197866"/>
                <a:gd name="connsiteY10" fmla="*/ 0 h 208724"/>
                <a:gd name="connsiteX11" fmla="*/ 0 w 197866"/>
                <a:gd name="connsiteY11" fmla="*/ 104204 h 208724"/>
                <a:gd name="connsiteX12" fmla="*/ 105156 w 197866"/>
                <a:gd name="connsiteY12" fmla="*/ 208725 h 2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866" h="208724">
                  <a:moveTo>
                    <a:pt x="105156" y="208725"/>
                  </a:moveTo>
                  <a:cubicBezTo>
                    <a:pt x="147066" y="208725"/>
                    <a:pt x="180784" y="185674"/>
                    <a:pt x="197739" y="153289"/>
                  </a:cubicBezTo>
                  <a:lnTo>
                    <a:pt x="159131" y="131191"/>
                  </a:lnTo>
                  <a:lnTo>
                    <a:pt x="158242" y="131191"/>
                  </a:lnTo>
                  <a:cubicBezTo>
                    <a:pt x="151067" y="147384"/>
                    <a:pt x="134493" y="164783"/>
                    <a:pt x="105219" y="164846"/>
                  </a:cubicBezTo>
                  <a:cubicBezTo>
                    <a:pt x="71945" y="164846"/>
                    <a:pt x="47307" y="139573"/>
                    <a:pt x="47307" y="104394"/>
                  </a:cubicBezTo>
                  <a:cubicBezTo>
                    <a:pt x="47307" y="87186"/>
                    <a:pt x="53467" y="71247"/>
                    <a:pt x="63500" y="60770"/>
                  </a:cubicBezTo>
                  <a:cubicBezTo>
                    <a:pt x="74867" y="49403"/>
                    <a:pt x="88138" y="43498"/>
                    <a:pt x="105346" y="43942"/>
                  </a:cubicBezTo>
                  <a:cubicBezTo>
                    <a:pt x="131001" y="43815"/>
                    <a:pt x="149796" y="58420"/>
                    <a:pt x="158305" y="79121"/>
                  </a:cubicBezTo>
                  <a:lnTo>
                    <a:pt x="197866" y="56452"/>
                  </a:lnTo>
                  <a:cubicBezTo>
                    <a:pt x="180404" y="21717"/>
                    <a:pt x="144463" y="0"/>
                    <a:pt x="103632" y="0"/>
                  </a:cubicBezTo>
                  <a:cubicBezTo>
                    <a:pt x="44641" y="0"/>
                    <a:pt x="0" y="46355"/>
                    <a:pt x="0" y="104204"/>
                  </a:cubicBezTo>
                  <a:cubicBezTo>
                    <a:pt x="0" y="162052"/>
                    <a:pt x="43117" y="208725"/>
                    <a:pt x="105156" y="208725"/>
                  </a:cubicBezTo>
                  <a:close/>
                </a:path>
              </a:pathLst>
            </a:custGeom>
            <a:grpFill/>
            <a:ln w="635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4F8EB47-1944-9F2E-3EB1-4312DE31F522}"/>
                </a:ext>
              </a:extLst>
            </p:cNvPr>
            <p:cNvSpPr/>
            <p:nvPr userDrawn="1"/>
          </p:nvSpPr>
          <p:spPr>
            <a:xfrm>
              <a:off x="11589415" y="331470"/>
              <a:ext cx="88298" cy="248221"/>
            </a:xfrm>
            <a:custGeom>
              <a:avLst/>
              <a:gdLst>
                <a:gd name="connsiteX0" fmla="*/ 43086 w 88298"/>
                <a:gd name="connsiteY0" fmla="*/ 248222 h 248221"/>
                <a:gd name="connsiteX1" fmla="*/ 43086 w 88298"/>
                <a:gd name="connsiteY1" fmla="*/ 248222 h 248221"/>
                <a:gd name="connsiteX2" fmla="*/ 88298 w 88298"/>
                <a:gd name="connsiteY2" fmla="*/ 248222 h 248221"/>
                <a:gd name="connsiteX3" fmla="*/ 88298 w 88298"/>
                <a:gd name="connsiteY3" fmla="*/ 211519 h 248221"/>
                <a:gd name="connsiteX4" fmla="*/ 61120 w 88298"/>
                <a:gd name="connsiteY4" fmla="*/ 211519 h 248221"/>
                <a:gd name="connsiteX5" fmla="*/ 47087 w 88298"/>
                <a:gd name="connsiteY5" fmla="*/ 199517 h 248221"/>
                <a:gd name="connsiteX6" fmla="*/ 47087 w 88298"/>
                <a:gd name="connsiteY6" fmla="*/ 93409 h 248221"/>
                <a:gd name="connsiteX7" fmla="*/ 84869 w 88298"/>
                <a:gd name="connsiteY7" fmla="*/ 93409 h 248221"/>
                <a:gd name="connsiteX8" fmla="*/ 84869 w 88298"/>
                <a:gd name="connsiteY8" fmla="*/ 56642 h 248221"/>
                <a:gd name="connsiteX9" fmla="*/ 47087 w 88298"/>
                <a:gd name="connsiteY9" fmla="*/ 56642 h 248221"/>
                <a:gd name="connsiteX10" fmla="*/ 47087 w 88298"/>
                <a:gd name="connsiteY10" fmla="*/ 0 h 248221"/>
                <a:gd name="connsiteX11" fmla="*/ 33 w 88298"/>
                <a:gd name="connsiteY11" fmla="*/ 0 h 248221"/>
                <a:gd name="connsiteX12" fmla="*/ 33 w 88298"/>
                <a:gd name="connsiteY12" fmla="*/ 198882 h 248221"/>
                <a:gd name="connsiteX13" fmla="*/ 43023 w 88298"/>
                <a:gd name="connsiteY13"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298" h="248221">
                  <a:moveTo>
                    <a:pt x="43086" y="248222"/>
                  </a:moveTo>
                  <a:lnTo>
                    <a:pt x="43086" y="248222"/>
                  </a:lnTo>
                  <a:cubicBezTo>
                    <a:pt x="43086" y="248222"/>
                    <a:pt x="88298" y="248222"/>
                    <a:pt x="88298" y="248222"/>
                  </a:cubicBezTo>
                  <a:lnTo>
                    <a:pt x="88298" y="211519"/>
                  </a:lnTo>
                  <a:lnTo>
                    <a:pt x="61120" y="211519"/>
                  </a:lnTo>
                  <a:cubicBezTo>
                    <a:pt x="61120" y="211519"/>
                    <a:pt x="47467" y="211645"/>
                    <a:pt x="47087" y="199517"/>
                  </a:cubicBezTo>
                  <a:lnTo>
                    <a:pt x="47087" y="93409"/>
                  </a:lnTo>
                  <a:lnTo>
                    <a:pt x="84869" y="93409"/>
                  </a:lnTo>
                  <a:lnTo>
                    <a:pt x="84869" y="56642"/>
                  </a:lnTo>
                  <a:lnTo>
                    <a:pt x="47087" y="56642"/>
                  </a:lnTo>
                  <a:lnTo>
                    <a:pt x="47087" y="0"/>
                  </a:lnTo>
                  <a:lnTo>
                    <a:pt x="33" y="0"/>
                  </a:lnTo>
                  <a:lnTo>
                    <a:pt x="33" y="198882"/>
                  </a:lnTo>
                  <a:cubicBezTo>
                    <a:pt x="33" y="198882"/>
                    <a:pt x="-2761" y="248285"/>
                    <a:pt x="43023" y="248158"/>
                  </a:cubicBezTo>
                  <a:close/>
                </a:path>
              </a:pathLst>
            </a:custGeom>
            <a:grpFill/>
            <a:ln w="6350"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AB2A4497-79A8-924A-F481-37A75D6C0317}"/>
                </a:ext>
              </a:extLst>
            </p:cNvPr>
            <p:cNvSpPr/>
            <p:nvPr userDrawn="1"/>
          </p:nvSpPr>
          <p:spPr>
            <a:xfrm>
              <a:off x="11243754" y="377570"/>
              <a:ext cx="210501" cy="208152"/>
            </a:xfrm>
            <a:custGeom>
              <a:avLst/>
              <a:gdLst>
                <a:gd name="connsiteX0" fmla="*/ 105219 w 210501"/>
                <a:gd name="connsiteY0" fmla="*/ 208153 h 208152"/>
                <a:gd name="connsiteX1" fmla="*/ 210502 w 210501"/>
                <a:gd name="connsiteY1" fmla="*/ 104077 h 208152"/>
                <a:gd name="connsiteX2" fmla="*/ 105219 w 210501"/>
                <a:gd name="connsiteY2" fmla="*/ 0 h 208152"/>
                <a:gd name="connsiteX3" fmla="*/ 0 w 210501"/>
                <a:gd name="connsiteY3" fmla="*/ 103696 h 208152"/>
                <a:gd name="connsiteX4" fmla="*/ 0 w 210501"/>
                <a:gd name="connsiteY4" fmla="*/ 104077 h 208152"/>
                <a:gd name="connsiteX5" fmla="*/ 105219 w 210501"/>
                <a:gd name="connsiteY5" fmla="*/ 208153 h 208152"/>
                <a:gd name="connsiteX6" fmla="*/ 47053 w 210501"/>
                <a:gd name="connsiteY6" fmla="*/ 103696 h 208152"/>
                <a:gd name="connsiteX7" fmla="*/ 105283 w 210501"/>
                <a:gd name="connsiteY7" fmla="*/ 43497 h 208152"/>
                <a:gd name="connsiteX8" fmla="*/ 163513 w 210501"/>
                <a:gd name="connsiteY8" fmla="*/ 103696 h 208152"/>
                <a:gd name="connsiteX9" fmla="*/ 105283 w 210501"/>
                <a:gd name="connsiteY9" fmla="*/ 163893 h 208152"/>
                <a:gd name="connsiteX10" fmla="*/ 47053 w 210501"/>
                <a:gd name="connsiteY10" fmla="*/ 104077 h 208152"/>
                <a:gd name="connsiteX11" fmla="*/ 47053 w 210501"/>
                <a:gd name="connsiteY11" fmla="*/ 103696 h 20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1" h="208152">
                  <a:moveTo>
                    <a:pt x="105219" y="208153"/>
                  </a:moveTo>
                  <a:cubicBezTo>
                    <a:pt x="173672" y="208153"/>
                    <a:pt x="210502" y="154813"/>
                    <a:pt x="210502" y="104077"/>
                  </a:cubicBezTo>
                  <a:cubicBezTo>
                    <a:pt x="210502" y="53340"/>
                    <a:pt x="173736" y="0"/>
                    <a:pt x="105219" y="0"/>
                  </a:cubicBezTo>
                  <a:cubicBezTo>
                    <a:pt x="36702" y="0"/>
                    <a:pt x="0" y="53404"/>
                    <a:pt x="0" y="103696"/>
                  </a:cubicBezTo>
                  <a:lnTo>
                    <a:pt x="0" y="104077"/>
                  </a:lnTo>
                  <a:cubicBezTo>
                    <a:pt x="0" y="154813"/>
                    <a:pt x="36830" y="208153"/>
                    <a:pt x="105219" y="208153"/>
                  </a:cubicBezTo>
                  <a:close/>
                  <a:moveTo>
                    <a:pt x="47053" y="103696"/>
                  </a:moveTo>
                  <a:cubicBezTo>
                    <a:pt x="47053" y="69025"/>
                    <a:pt x="73151" y="43497"/>
                    <a:pt x="105283" y="43497"/>
                  </a:cubicBezTo>
                  <a:cubicBezTo>
                    <a:pt x="137414" y="43497"/>
                    <a:pt x="163513" y="69025"/>
                    <a:pt x="163513" y="103696"/>
                  </a:cubicBezTo>
                  <a:cubicBezTo>
                    <a:pt x="163513" y="138367"/>
                    <a:pt x="137477" y="163893"/>
                    <a:pt x="105283" y="163893"/>
                  </a:cubicBezTo>
                  <a:cubicBezTo>
                    <a:pt x="73089" y="163893"/>
                    <a:pt x="47053" y="138367"/>
                    <a:pt x="47053" y="104077"/>
                  </a:cubicBezTo>
                  <a:lnTo>
                    <a:pt x="47053" y="103696"/>
                  </a:lnTo>
                  <a:close/>
                </a:path>
              </a:pathLst>
            </a:custGeom>
            <a:grpFill/>
            <a:ln w="6350"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89E7033-CCCE-DB7F-F6F6-AC002188BEA9}"/>
                </a:ext>
              </a:extLst>
            </p:cNvPr>
            <p:cNvSpPr/>
            <p:nvPr userDrawn="1"/>
          </p:nvSpPr>
          <p:spPr>
            <a:xfrm>
              <a:off x="11482449" y="331470"/>
              <a:ext cx="80709" cy="248221"/>
            </a:xfrm>
            <a:custGeom>
              <a:avLst/>
              <a:gdLst>
                <a:gd name="connsiteX0" fmla="*/ 43182 w 80709"/>
                <a:gd name="connsiteY0" fmla="*/ 248222 h 248221"/>
                <a:gd name="connsiteX1" fmla="*/ 43182 w 80709"/>
                <a:gd name="connsiteY1" fmla="*/ 248222 h 248221"/>
                <a:gd name="connsiteX2" fmla="*/ 80710 w 80709"/>
                <a:gd name="connsiteY2" fmla="*/ 248222 h 248221"/>
                <a:gd name="connsiteX3" fmla="*/ 80710 w 80709"/>
                <a:gd name="connsiteY3" fmla="*/ 211519 h 248221"/>
                <a:gd name="connsiteX4" fmla="*/ 61152 w 80709"/>
                <a:gd name="connsiteY4" fmla="*/ 211519 h 248221"/>
                <a:gd name="connsiteX5" fmla="*/ 47119 w 80709"/>
                <a:gd name="connsiteY5" fmla="*/ 199517 h 248221"/>
                <a:gd name="connsiteX6" fmla="*/ 47119 w 80709"/>
                <a:gd name="connsiteY6" fmla="*/ 0 h 248221"/>
                <a:gd name="connsiteX7" fmla="*/ 65 w 80709"/>
                <a:gd name="connsiteY7" fmla="*/ 0 h 248221"/>
                <a:gd name="connsiteX8" fmla="*/ 65 w 80709"/>
                <a:gd name="connsiteY8" fmla="*/ 198882 h 248221"/>
                <a:gd name="connsiteX9" fmla="*/ 43118 w 80709"/>
                <a:gd name="connsiteY9" fmla="*/ 248158 h 2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9" h="248221">
                  <a:moveTo>
                    <a:pt x="43182" y="248222"/>
                  </a:moveTo>
                  <a:lnTo>
                    <a:pt x="43182" y="248222"/>
                  </a:lnTo>
                  <a:cubicBezTo>
                    <a:pt x="43182" y="248222"/>
                    <a:pt x="80710" y="248222"/>
                    <a:pt x="80710" y="248222"/>
                  </a:cubicBezTo>
                  <a:lnTo>
                    <a:pt x="80710" y="211519"/>
                  </a:lnTo>
                  <a:lnTo>
                    <a:pt x="61152" y="211519"/>
                  </a:lnTo>
                  <a:cubicBezTo>
                    <a:pt x="61152" y="211519"/>
                    <a:pt x="47500" y="211645"/>
                    <a:pt x="47119" y="199517"/>
                  </a:cubicBezTo>
                  <a:lnTo>
                    <a:pt x="47119" y="0"/>
                  </a:lnTo>
                  <a:lnTo>
                    <a:pt x="65" y="0"/>
                  </a:lnTo>
                  <a:lnTo>
                    <a:pt x="65" y="198882"/>
                  </a:lnTo>
                  <a:cubicBezTo>
                    <a:pt x="65" y="198882"/>
                    <a:pt x="-3555" y="248158"/>
                    <a:pt x="43118" y="248158"/>
                  </a:cubicBezTo>
                  <a:close/>
                </a:path>
              </a:pathLst>
            </a:custGeom>
            <a:grpFill/>
            <a:ln w="6350" cap="flat">
              <a:noFill/>
              <a:prstDash val="solid"/>
              <a:miter/>
            </a:ln>
          </p:spPr>
          <p:txBody>
            <a:bodyPr rtlCol="0" anchor="ctr"/>
            <a:lstStyle/>
            <a:p>
              <a:endParaRPr lang="en-GB"/>
            </a:p>
          </p:txBody>
        </p:sp>
      </p:grpSp>
      <p:sp>
        <p:nvSpPr>
          <p:cNvPr id="2" name="Title 1">
            <a:extLst>
              <a:ext uri="{FF2B5EF4-FFF2-40B4-BE49-F238E27FC236}">
                <a16:creationId xmlns:a16="http://schemas.microsoft.com/office/drawing/2014/main" id="{9FEA59CB-B261-6149-2367-DC9542671793}"/>
              </a:ext>
            </a:extLst>
          </p:cNvPr>
          <p:cNvSpPr>
            <a:spLocks noGrp="1"/>
          </p:cNvSpPr>
          <p:nvPr>
            <p:ph type="ctrTitle" hasCustomPrompt="1"/>
          </p:nvPr>
        </p:nvSpPr>
        <p:spPr>
          <a:xfrm>
            <a:off x="515937" y="1038059"/>
            <a:ext cx="11160125" cy="4946816"/>
          </a:xfrm>
        </p:spPr>
        <p:txBody>
          <a:bodyPr anchor="ctr">
            <a:noAutofit/>
          </a:bodyPr>
          <a:lstStyle>
            <a:lvl1pPr algn="ctr">
              <a:lnSpc>
                <a:spcPct val="70000"/>
              </a:lnSpc>
              <a:defRPr sz="8800">
                <a:solidFill>
                  <a:schemeClr val="bg1"/>
                </a:solidFill>
              </a:defRPr>
            </a:lvl1pPr>
          </a:lstStyle>
          <a:p>
            <a:r>
              <a:rPr lang="en-US"/>
              <a:t>CLICK TO EDIT MASTER TITLE STYLE.</a:t>
            </a:r>
            <a:endParaRPr lang="en-GB"/>
          </a:p>
        </p:txBody>
      </p:sp>
      <p:pic>
        <p:nvPicPr>
          <p:cNvPr id="5" name="Graphic 4">
            <a:extLst>
              <a:ext uri="{FF2B5EF4-FFF2-40B4-BE49-F238E27FC236}">
                <a16:creationId xmlns:a16="http://schemas.microsoft.com/office/drawing/2014/main" id="{9526A70C-F009-B22B-EADD-E03F5A535335}"/>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pic>
        <p:nvPicPr>
          <p:cNvPr id="7" name="Graphic 6">
            <a:extLst>
              <a:ext uri="{FF2B5EF4-FFF2-40B4-BE49-F238E27FC236}">
                <a16:creationId xmlns:a16="http://schemas.microsoft.com/office/drawing/2014/main" id="{1FAF3CB9-413D-01C3-4375-AB0E57B1BD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sp>
        <p:nvSpPr>
          <p:cNvPr id="3" name="Slide Number Placeholder 1">
            <a:extLst>
              <a:ext uri="{FF2B5EF4-FFF2-40B4-BE49-F238E27FC236}">
                <a16:creationId xmlns:a16="http://schemas.microsoft.com/office/drawing/2014/main" id="{F7DDB2BD-514C-66CD-F5B3-BA490EB95E04}"/>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rgbClr val="FFFFFF"/>
                </a:solidFill>
              </a:rPr>
              <a:pPr marL="0" indent="0">
                <a:buNone/>
              </a:pPr>
              <a:t>‹#›</a:t>
            </a:fld>
            <a:endParaRPr lang="en-GB" sz="1400" b="1">
              <a:solidFill>
                <a:srgbClr val="FFFFFF"/>
              </a:solidFill>
            </a:endParaRPr>
          </a:p>
        </p:txBody>
      </p:sp>
    </p:spTree>
    <p:extLst>
      <p:ext uri="{BB962C8B-B14F-4D97-AF65-F5344CB8AC3E}">
        <p14:creationId xmlns:p14="http://schemas.microsoft.com/office/powerpoint/2010/main" val="3396610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 Text Image_Dark_Double">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6BD2752-DFC6-BB09-EE42-7ACBE45DD066}"/>
              </a:ext>
            </a:extLst>
          </p:cNvPr>
          <p:cNvSpPr/>
          <p:nvPr userDrawn="1"/>
        </p:nvSpPr>
        <p:spPr>
          <a:xfrm>
            <a:off x="10964837" y="0"/>
            <a:ext cx="1227163" cy="648369"/>
          </a:xfrm>
          <a:prstGeom prst="rect">
            <a:avLst/>
          </a:prstGeom>
          <a:solidFill>
            <a:srgbClr val="FFFFFF"/>
          </a:solidFill>
          <a:ln w="6344" cap="flat">
            <a:noFill/>
            <a:prstDash val="solid"/>
            <a:miter/>
          </a:ln>
        </p:spPr>
        <p:txBody>
          <a:bodyPr rtlCol="0" anchor="ctr"/>
          <a:lstStyle/>
          <a:p>
            <a:pPr algn="l"/>
            <a:endParaRPr lang="en-US"/>
          </a:p>
        </p:txBody>
      </p:sp>
      <p:sp>
        <p:nvSpPr>
          <p:cNvPr id="34" name="Picture Placeholder 33">
            <a:extLst>
              <a:ext uri="{FF2B5EF4-FFF2-40B4-BE49-F238E27FC236}">
                <a16:creationId xmlns:a16="http://schemas.microsoft.com/office/drawing/2014/main" id="{66D04EB7-C58F-3C20-A6B7-021908E709F6}"/>
              </a:ext>
            </a:extLst>
          </p:cNvPr>
          <p:cNvSpPr>
            <a:spLocks noGrp="1"/>
          </p:cNvSpPr>
          <p:nvPr>
            <p:ph type="pic" sz="quarter" idx="10"/>
          </p:nvPr>
        </p:nvSpPr>
        <p:spPr>
          <a:xfrm>
            <a:off x="2" y="0"/>
            <a:ext cx="12191999" cy="6858000"/>
          </a:xfrm>
          <a:custGeom>
            <a:avLst/>
            <a:gdLst>
              <a:gd name="connsiteX0" fmla="*/ 1108943 w 12191999"/>
              <a:gd name="connsiteY0" fmla="*/ 5119963 h 6858000"/>
              <a:gd name="connsiteX1" fmla="*/ 1334206 w 12191999"/>
              <a:gd name="connsiteY1" fmla="*/ 5664968 h 6858000"/>
              <a:gd name="connsiteX2" fmla="*/ 1108943 w 12191999"/>
              <a:gd name="connsiteY2" fmla="*/ 6210029 h 6858000"/>
              <a:gd name="connsiteX3" fmla="*/ 1392136 w 12191999"/>
              <a:gd name="connsiteY3" fmla="*/ 6210029 h 6858000"/>
              <a:gd name="connsiteX4" fmla="*/ 1617342 w 12191999"/>
              <a:gd name="connsiteY4" fmla="*/ 5664968 h 6858000"/>
              <a:gd name="connsiteX5" fmla="*/ 1392136 w 12191999"/>
              <a:gd name="connsiteY5" fmla="*/ 5119963 h 6858000"/>
              <a:gd name="connsiteX6" fmla="*/ 600261 w 12191999"/>
              <a:gd name="connsiteY6" fmla="*/ 5119963 h 6858000"/>
              <a:gd name="connsiteX7" fmla="*/ 825524 w 12191999"/>
              <a:gd name="connsiteY7" fmla="*/ 5664968 h 6858000"/>
              <a:gd name="connsiteX8" fmla="*/ 600261 w 12191999"/>
              <a:gd name="connsiteY8" fmla="*/ 6210029 h 6858000"/>
              <a:gd name="connsiteX9" fmla="*/ 883397 w 12191999"/>
              <a:gd name="connsiteY9" fmla="*/ 6210029 h 6858000"/>
              <a:gd name="connsiteX10" fmla="*/ 1108660 w 12191999"/>
              <a:gd name="connsiteY10" fmla="*/ 5664968 h 6858000"/>
              <a:gd name="connsiteX11" fmla="*/ 883397 w 12191999"/>
              <a:gd name="connsiteY11" fmla="*/ 5119963 h 6858000"/>
              <a:gd name="connsiteX12" fmla="*/ 91579 w 12191999"/>
              <a:gd name="connsiteY12" fmla="*/ 5119963 h 6858000"/>
              <a:gd name="connsiteX13" fmla="*/ 204154 w 12191999"/>
              <a:gd name="connsiteY13" fmla="*/ 5392437 h 6858000"/>
              <a:gd name="connsiteX14" fmla="*/ 316785 w 12191999"/>
              <a:gd name="connsiteY14" fmla="*/ 5664968 h 6858000"/>
              <a:gd name="connsiteX15" fmla="*/ 91579 w 12191999"/>
              <a:gd name="connsiteY15" fmla="*/ 6210029 h 6858000"/>
              <a:gd name="connsiteX16" fmla="*/ 374715 w 12191999"/>
              <a:gd name="connsiteY16" fmla="*/ 6210029 h 6858000"/>
              <a:gd name="connsiteX17" fmla="*/ 599978 w 12191999"/>
              <a:gd name="connsiteY17" fmla="*/ 5664968 h 6858000"/>
              <a:gd name="connsiteX18" fmla="*/ 374715 w 12191999"/>
              <a:gd name="connsiteY18" fmla="*/ 5119963 h 6858000"/>
              <a:gd name="connsiteX19" fmla="*/ 316785 w 12191999"/>
              <a:gd name="connsiteY19" fmla="*/ 5119963 h 6858000"/>
              <a:gd name="connsiteX20" fmla="*/ 11349036 w 12191999"/>
              <a:gd name="connsiteY20" fmla="*/ 421302 h 6858000"/>
              <a:gd name="connsiteX21" fmla="*/ 11407688 w 12191999"/>
              <a:gd name="connsiteY21" fmla="*/ 481634 h 6858000"/>
              <a:gd name="connsiteX22" fmla="*/ 11349036 w 12191999"/>
              <a:gd name="connsiteY22" fmla="*/ 541987 h 6858000"/>
              <a:gd name="connsiteX23" fmla="*/ 11290384 w 12191999"/>
              <a:gd name="connsiteY23" fmla="*/ 482003 h 6858000"/>
              <a:gd name="connsiteX24" fmla="*/ 11290384 w 12191999"/>
              <a:gd name="connsiteY24" fmla="*/ 481634 h 6858000"/>
              <a:gd name="connsiteX25" fmla="*/ 11349036 w 12191999"/>
              <a:gd name="connsiteY25" fmla="*/ 421302 h 6858000"/>
              <a:gd name="connsiteX26" fmla="*/ 11349036 w 12191999"/>
              <a:gd name="connsiteY26" fmla="*/ 377655 h 6858000"/>
              <a:gd name="connsiteX27" fmla="*/ 11243006 w 12191999"/>
              <a:gd name="connsiteY27" fmla="*/ 481655 h 6858000"/>
              <a:gd name="connsiteX28" fmla="*/ 11243006 w 12191999"/>
              <a:gd name="connsiteY28" fmla="*/ 482023 h 6858000"/>
              <a:gd name="connsiteX29" fmla="*/ 11349036 w 12191999"/>
              <a:gd name="connsiteY29" fmla="*/ 586371 h 6858000"/>
              <a:gd name="connsiteX30" fmla="*/ 11455087 w 12191999"/>
              <a:gd name="connsiteY30" fmla="*/ 482023 h 6858000"/>
              <a:gd name="connsiteX31" fmla="*/ 11349036 w 12191999"/>
              <a:gd name="connsiteY31" fmla="*/ 377675 h 6858000"/>
              <a:gd name="connsiteX32" fmla="*/ 11132060 w 12191999"/>
              <a:gd name="connsiteY32" fmla="*/ 377410 h 6858000"/>
              <a:gd name="connsiteX33" fmla="*/ 11027676 w 12191999"/>
              <a:gd name="connsiteY33" fmla="*/ 481840 h 6858000"/>
              <a:gd name="connsiteX34" fmla="*/ 11133603 w 12191999"/>
              <a:gd name="connsiteY34" fmla="*/ 586617 h 6858000"/>
              <a:gd name="connsiteX35" fmla="*/ 11226919 w 12191999"/>
              <a:gd name="connsiteY35" fmla="*/ 531014 h 6858000"/>
              <a:gd name="connsiteX36" fmla="*/ 11187996 w 12191999"/>
              <a:gd name="connsiteY36" fmla="*/ 508843 h 6858000"/>
              <a:gd name="connsiteX37" fmla="*/ 11187112 w 12191999"/>
              <a:gd name="connsiteY37" fmla="*/ 508843 h 6858000"/>
              <a:gd name="connsiteX38" fmla="*/ 11187112 w 12191999"/>
              <a:gd name="connsiteY38" fmla="*/ 508863 h 6858000"/>
              <a:gd name="connsiteX39" fmla="*/ 11133706 w 12191999"/>
              <a:gd name="connsiteY39" fmla="*/ 542622 h 6858000"/>
              <a:gd name="connsiteX40" fmla="*/ 11075342 w 12191999"/>
              <a:gd name="connsiteY40" fmla="*/ 482024 h 6858000"/>
              <a:gd name="connsiteX41" fmla="*/ 11091677 w 12191999"/>
              <a:gd name="connsiteY41" fmla="*/ 438295 h 6858000"/>
              <a:gd name="connsiteX42" fmla="*/ 11133809 w 12191999"/>
              <a:gd name="connsiteY42" fmla="*/ 421426 h 6858000"/>
              <a:gd name="connsiteX43" fmla="*/ 11187174 w 12191999"/>
              <a:gd name="connsiteY43" fmla="*/ 456720 h 6858000"/>
              <a:gd name="connsiteX44" fmla="*/ 11227022 w 12191999"/>
              <a:gd name="connsiteY44" fmla="*/ 434016 h 6858000"/>
              <a:gd name="connsiteX45" fmla="*/ 11132060 w 12191999"/>
              <a:gd name="connsiteY45" fmla="*/ 377410 h 6858000"/>
              <a:gd name="connsiteX46" fmla="*/ 11591358 w 12191999"/>
              <a:gd name="connsiteY46" fmla="*/ 331470 h 6858000"/>
              <a:gd name="connsiteX47" fmla="*/ 11591358 w 12191999"/>
              <a:gd name="connsiteY47" fmla="*/ 530892 h 6858000"/>
              <a:gd name="connsiteX48" fmla="*/ 11634684 w 12191999"/>
              <a:gd name="connsiteY48" fmla="*/ 580312 h 6858000"/>
              <a:gd name="connsiteX49" fmla="*/ 11634684 w 12191999"/>
              <a:gd name="connsiteY49" fmla="*/ 580353 h 6858000"/>
              <a:gd name="connsiteX50" fmla="*/ 11680231 w 12191999"/>
              <a:gd name="connsiteY50" fmla="*/ 580353 h 6858000"/>
              <a:gd name="connsiteX51" fmla="*/ 11680231 w 12191999"/>
              <a:gd name="connsiteY51" fmla="*/ 543523 h 6858000"/>
              <a:gd name="connsiteX52" fmla="*/ 11652870 w 12191999"/>
              <a:gd name="connsiteY52" fmla="*/ 543523 h 6858000"/>
              <a:gd name="connsiteX53" fmla="*/ 11638737 w 12191999"/>
              <a:gd name="connsiteY53" fmla="*/ 531485 h 6858000"/>
              <a:gd name="connsiteX54" fmla="*/ 11638737 w 12191999"/>
              <a:gd name="connsiteY54" fmla="*/ 425070 h 6858000"/>
              <a:gd name="connsiteX55" fmla="*/ 11676816 w 12191999"/>
              <a:gd name="connsiteY55" fmla="*/ 425070 h 6858000"/>
              <a:gd name="connsiteX56" fmla="*/ 11676816 w 12191999"/>
              <a:gd name="connsiteY56" fmla="*/ 388219 h 6858000"/>
              <a:gd name="connsiteX57" fmla="*/ 11638737 w 12191999"/>
              <a:gd name="connsiteY57" fmla="*/ 388219 h 6858000"/>
              <a:gd name="connsiteX58" fmla="*/ 11638737 w 12191999"/>
              <a:gd name="connsiteY58" fmla="*/ 331470 h 6858000"/>
              <a:gd name="connsiteX59" fmla="*/ 11483641 w 12191999"/>
              <a:gd name="connsiteY59" fmla="*/ 331470 h 6858000"/>
              <a:gd name="connsiteX60" fmla="*/ 11483641 w 12191999"/>
              <a:gd name="connsiteY60" fmla="*/ 530892 h 6858000"/>
              <a:gd name="connsiteX61" fmla="*/ 11527008 w 12191999"/>
              <a:gd name="connsiteY61" fmla="*/ 580312 h 6858000"/>
              <a:gd name="connsiteX62" fmla="*/ 11527008 w 12191999"/>
              <a:gd name="connsiteY62" fmla="*/ 580353 h 6858000"/>
              <a:gd name="connsiteX63" fmla="*/ 11564841 w 12191999"/>
              <a:gd name="connsiteY63" fmla="*/ 580353 h 6858000"/>
              <a:gd name="connsiteX64" fmla="*/ 11564841 w 12191999"/>
              <a:gd name="connsiteY64" fmla="*/ 543523 h 6858000"/>
              <a:gd name="connsiteX65" fmla="*/ 11545173 w 12191999"/>
              <a:gd name="connsiteY65" fmla="*/ 543523 h 6858000"/>
              <a:gd name="connsiteX66" fmla="*/ 11545153 w 12191999"/>
              <a:gd name="connsiteY66" fmla="*/ 543523 h 6858000"/>
              <a:gd name="connsiteX67" fmla="*/ 11531040 w 12191999"/>
              <a:gd name="connsiteY67" fmla="*/ 531485 h 6858000"/>
              <a:gd name="connsiteX68" fmla="*/ 11531040 w 12191999"/>
              <a:gd name="connsiteY68" fmla="*/ 331470 h 6858000"/>
              <a:gd name="connsiteX69" fmla="*/ 0 w 12191999"/>
              <a:gd name="connsiteY69" fmla="*/ 0 h 6858000"/>
              <a:gd name="connsiteX70" fmla="*/ 12191999 w 12191999"/>
              <a:gd name="connsiteY70" fmla="*/ 0 h 6858000"/>
              <a:gd name="connsiteX71" fmla="*/ 12191999 w 12191999"/>
              <a:gd name="connsiteY71" fmla="*/ 6858000 h 6858000"/>
              <a:gd name="connsiteX72" fmla="*/ 10725351 w 12191999"/>
              <a:gd name="connsiteY72" fmla="*/ 6858000 h 6858000"/>
              <a:gd name="connsiteX73" fmla="*/ 10564726 w 12191999"/>
              <a:gd name="connsiteY73" fmla="*/ 6469283 h 6858000"/>
              <a:gd name="connsiteX74" fmla="*/ 10254342 w 12191999"/>
              <a:gd name="connsiteY74" fmla="*/ 6469283 h 6858000"/>
              <a:gd name="connsiteX75" fmla="*/ 10415008 w 12191999"/>
              <a:gd name="connsiteY75" fmla="*/ 6858000 h 6858000"/>
              <a:gd name="connsiteX76" fmla="*/ 10167806 w 12191999"/>
              <a:gd name="connsiteY76" fmla="*/ 6858000 h 6858000"/>
              <a:gd name="connsiteX77" fmla="*/ 10007140 w 12191999"/>
              <a:gd name="connsiteY77" fmla="*/ 6469283 h 6858000"/>
              <a:gd name="connsiteX78" fmla="*/ 9696819 w 12191999"/>
              <a:gd name="connsiteY78" fmla="*/ 6469283 h 6858000"/>
              <a:gd name="connsiteX79" fmla="*/ 9857485 w 12191999"/>
              <a:gd name="connsiteY79" fmla="*/ 6858000 h 6858000"/>
              <a:gd name="connsiteX80" fmla="*/ 9610282 w 12191999"/>
              <a:gd name="connsiteY80" fmla="*/ 6858000 h 6858000"/>
              <a:gd name="connsiteX81" fmla="*/ 9449616 w 12191999"/>
              <a:gd name="connsiteY81" fmla="*/ 6469283 h 6858000"/>
              <a:gd name="connsiteX82" fmla="*/ 9386125 w 12191999"/>
              <a:gd name="connsiteY82" fmla="*/ 6469283 h 6858000"/>
              <a:gd name="connsiteX83" fmla="*/ 9139295 w 12191999"/>
              <a:gd name="connsiteY83" fmla="*/ 6469283 h 6858000"/>
              <a:gd name="connsiteX84" fmla="*/ 9262679 w 12191999"/>
              <a:gd name="connsiteY84" fmla="*/ 6767919 h 6858000"/>
              <a:gd name="connsiteX85" fmla="*/ 9299908 w 12191999"/>
              <a:gd name="connsiteY85" fmla="*/ 6858000 h 6858000"/>
              <a:gd name="connsiteX86" fmla="*/ 9052759 w 12191999"/>
              <a:gd name="connsiteY86" fmla="*/ 6858000 h 6858000"/>
              <a:gd name="connsiteX87" fmla="*/ 8892093 w 12191999"/>
              <a:gd name="connsiteY87" fmla="*/ 6469283 h 6858000"/>
              <a:gd name="connsiteX88" fmla="*/ 8581710 w 12191999"/>
              <a:gd name="connsiteY88" fmla="*/ 6469283 h 6858000"/>
              <a:gd name="connsiteX89" fmla="*/ 8742376 w 12191999"/>
              <a:gd name="connsiteY89" fmla="*/ 6858000 h 6858000"/>
              <a:gd name="connsiteX90" fmla="*/ 8495174 w 12191999"/>
              <a:gd name="connsiteY90" fmla="*/ 6858000 h 6858000"/>
              <a:gd name="connsiteX91" fmla="*/ 8334508 w 12191999"/>
              <a:gd name="connsiteY91" fmla="*/ 6469283 h 6858000"/>
              <a:gd name="connsiteX92" fmla="*/ 8024187 w 12191999"/>
              <a:gd name="connsiteY92" fmla="*/ 6469283 h 6858000"/>
              <a:gd name="connsiteX93" fmla="*/ 8184853 w 12191999"/>
              <a:gd name="connsiteY93" fmla="*/ 6858000 h 6858000"/>
              <a:gd name="connsiteX94" fmla="*/ 0 w 12191999"/>
              <a:gd name="connsiteY94" fmla="*/ 6858000 h 6858000"/>
              <a:gd name="connsiteX95" fmla="*/ 0 w 12191999"/>
              <a:gd name="connsiteY95" fmla="*/ 5885879 h 6858000"/>
              <a:gd name="connsiteX96" fmla="*/ 91298 w 12191999"/>
              <a:gd name="connsiteY96" fmla="*/ 5664968 h 6858000"/>
              <a:gd name="connsiteX97" fmla="*/ 0 w 12191999"/>
              <a:gd name="connsiteY97" fmla="*/ 54440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2191999" h="6858000">
                <a:moveTo>
                  <a:pt x="1108943" y="5119963"/>
                </a:moveTo>
                <a:lnTo>
                  <a:pt x="1334206" y="5664968"/>
                </a:lnTo>
                <a:lnTo>
                  <a:pt x="1108943" y="6210029"/>
                </a:lnTo>
                <a:lnTo>
                  <a:pt x="1392136" y="6210029"/>
                </a:lnTo>
                <a:lnTo>
                  <a:pt x="1617342" y="5664968"/>
                </a:lnTo>
                <a:lnTo>
                  <a:pt x="1392136" y="5119963"/>
                </a:lnTo>
                <a:close/>
                <a:moveTo>
                  <a:pt x="600261" y="5119963"/>
                </a:moveTo>
                <a:lnTo>
                  <a:pt x="825524" y="5664968"/>
                </a:lnTo>
                <a:lnTo>
                  <a:pt x="600261" y="6210029"/>
                </a:lnTo>
                <a:lnTo>
                  <a:pt x="883397" y="6210029"/>
                </a:lnTo>
                <a:lnTo>
                  <a:pt x="1108660" y="5664968"/>
                </a:lnTo>
                <a:lnTo>
                  <a:pt x="883397" y="5119963"/>
                </a:lnTo>
                <a:close/>
                <a:moveTo>
                  <a:pt x="91579" y="5119963"/>
                </a:moveTo>
                <a:lnTo>
                  <a:pt x="204154" y="5392437"/>
                </a:lnTo>
                <a:lnTo>
                  <a:pt x="316785" y="5664968"/>
                </a:lnTo>
                <a:lnTo>
                  <a:pt x="91579" y="6210029"/>
                </a:lnTo>
                <a:lnTo>
                  <a:pt x="374715" y="6210029"/>
                </a:lnTo>
                <a:lnTo>
                  <a:pt x="599978" y="5664968"/>
                </a:lnTo>
                <a:lnTo>
                  <a:pt x="374715" y="5119963"/>
                </a:lnTo>
                <a:lnTo>
                  <a:pt x="316785" y="5119963"/>
                </a:lnTo>
                <a:close/>
                <a:moveTo>
                  <a:pt x="11349036" y="421302"/>
                </a:moveTo>
                <a:cubicBezTo>
                  <a:pt x="11381396" y="421302"/>
                  <a:pt x="11407688" y="446893"/>
                  <a:pt x="11407688" y="481634"/>
                </a:cubicBezTo>
                <a:cubicBezTo>
                  <a:pt x="11407688" y="516376"/>
                  <a:pt x="11381458" y="541987"/>
                  <a:pt x="11349036" y="541987"/>
                </a:cubicBezTo>
                <a:cubicBezTo>
                  <a:pt x="11316676" y="541987"/>
                  <a:pt x="11290384" y="516396"/>
                  <a:pt x="11290384" y="482003"/>
                </a:cubicBezTo>
                <a:lnTo>
                  <a:pt x="11290384" y="481634"/>
                </a:lnTo>
                <a:cubicBezTo>
                  <a:pt x="11290384" y="446893"/>
                  <a:pt x="11316676" y="421302"/>
                  <a:pt x="11349036" y="421302"/>
                </a:cubicBezTo>
                <a:close/>
                <a:moveTo>
                  <a:pt x="11349036" y="377655"/>
                </a:moveTo>
                <a:cubicBezTo>
                  <a:pt x="11280098" y="377655"/>
                  <a:pt x="11243006" y="431211"/>
                  <a:pt x="11243006" y="481655"/>
                </a:cubicBezTo>
                <a:lnTo>
                  <a:pt x="11243006" y="482023"/>
                </a:lnTo>
                <a:cubicBezTo>
                  <a:pt x="11243006" y="532918"/>
                  <a:pt x="11280098" y="586371"/>
                  <a:pt x="11349036" y="586371"/>
                </a:cubicBezTo>
                <a:cubicBezTo>
                  <a:pt x="11417974" y="586371"/>
                  <a:pt x="11455087" y="532897"/>
                  <a:pt x="11455087" y="482023"/>
                </a:cubicBezTo>
                <a:cubicBezTo>
                  <a:pt x="11455087" y="431149"/>
                  <a:pt x="11418015" y="377675"/>
                  <a:pt x="11349036" y="377675"/>
                </a:cubicBezTo>
                <a:close/>
                <a:moveTo>
                  <a:pt x="11132060" y="377410"/>
                </a:moveTo>
                <a:cubicBezTo>
                  <a:pt x="11072647" y="377390"/>
                  <a:pt x="11027676" y="423882"/>
                  <a:pt x="11027676" y="481840"/>
                </a:cubicBezTo>
                <a:cubicBezTo>
                  <a:pt x="11027676" y="539797"/>
                  <a:pt x="11071125" y="586617"/>
                  <a:pt x="11133603" y="586617"/>
                </a:cubicBezTo>
                <a:cubicBezTo>
                  <a:pt x="11175818" y="586617"/>
                  <a:pt x="11209803" y="563484"/>
                  <a:pt x="11226919" y="531014"/>
                </a:cubicBezTo>
                <a:lnTo>
                  <a:pt x="11187996" y="508843"/>
                </a:lnTo>
                <a:lnTo>
                  <a:pt x="11187112" y="508843"/>
                </a:lnTo>
                <a:lnTo>
                  <a:pt x="11187112" y="508863"/>
                </a:lnTo>
                <a:cubicBezTo>
                  <a:pt x="11179912" y="525098"/>
                  <a:pt x="11163207" y="542520"/>
                  <a:pt x="11133706" y="542622"/>
                </a:cubicBezTo>
                <a:cubicBezTo>
                  <a:pt x="11100152" y="542622"/>
                  <a:pt x="11075342" y="517318"/>
                  <a:pt x="11075342" y="482024"/>
                </a:cubicBezTo>
                <a:cubicBezTo>
                  <a:pt x="11075342" y="464786"/>
                  <a:pt x="11081576" y="448797"/>
                  <a:pt x="11091677" y="438295"/>
                </a:cubicBezTo>
                <a:cubicBezTo>
                  <a:pt x="11103115" y="426912"/>
                  <a:pt x="11116487" y="420975"/>
                  <a:pt x="11133809" y="421426"/>
                </a:cubicBezTo>
                <a:cubicBezTo>
                  <a:pt x="11159668" y="421323"/>
                  <a:pt x="11178615" y="435961"/>
                  <a:pt x="11187174" y="456720"/>
                </a:cubicBezTo>
                <a:lnTo>
                  <a:pt x="11227022" y="434016"/>
                </a:lnTo>
                <a:cubicBezTo>
                  <a:pt x="11209412" y="399213"/>
                  <a:pt x="11173205" y="377410"/>
                  <a:pt x="11132060" y="377410"/>
                </a:cubicBezTo>
                <a:close/>
                <a:moveTo>
                  <a:pt x="11591358" y="331470"/>
                </a:moveTo>
                <a:lnTo>
                  <a:pt x="11591358" y="530892"/>
                </a:lnTo>
                <a:cubicBezTo>
                  <a:pt x="11591358" y="530892"/>
                  <a:pt x="11588540" y="580435"/>
                  <a:pt x="11634684" y="580312"/>
                </a:cubicBezTo>
                <a:lnTo>
                  <a:pt x="11634684" y="580353"/>
                </a:lnTo>
                <a:lnTo>
                  <a:pt x="11680231" y="580353"/>
                </a:lnTo>
                <a:lnTo>
                  <a:pt x="11680231" y="543523"/>
                </a:lnTo>
                <a:lnTo>
                  <a:pt x="11652870" y="543523"/>
                </a:lnTo>
                <a:cubicBezTo>
                  <a:pt x="11652870" y="543523"/>
                  <a:pt x="11639127" y="543666"/>
                  <a:pt x="11638737" y="531485"/>
                </a:cubicBezTo>
                <a:lnTo>
                  <a:pt x="11638737" y="425070"/>
                </a:lnTo>
                <a:lnTo>
                  <a:pt x="11676816" y="425070"/>
                </a:lnTo>
                <a:lnTo>
                  <a:pt x="11676816" y="388219"/>
                </a:lnTo>
                <a:lnTo>
                  <a:pt x="11638737" y="388219"/>
                </a:lnTo>
                <a:lnTo>
                  <a:pt x="11638737" y="331470"/>
                </a:lnTo>
                <a:close/>
                <a:moveTo>
                  <a:pt x="11483641" y="331470"/>
                </a:moveTo>
                <a:lnTo>
                  <a:pt x="11483641" y="530892"/>
                </a:lnTo>
                <a:cubicBezTo>
                  <a:pt x="11483641" y="530892"/>
                  <a:pt x="11479980" y="580312"/>
                  <a:pt x="11527008" y="580312"/>
                </a:cubicBezTo>
                <a:lnTo>
                  <a:pt x="11527008" y="580353"/>
                </a:lnTo>
                <a:lnTo>
                  <a:pt x="11564841" y="580353"/>
                </a:lnTo>
                <a:lnTo>
                  <a:pt x="11564841" y="543523"/>
                </a:lnTo>
                <a:lnTo>
                  <a:pt x="11545173" y="543523"/>
                </a:lnTo>
                <a:lnTo>
                  <a:pt x="11545153" y="543523"/>
                </a:lnTo>
                <a:cubicBezTo>
                  <a:pt x="11545153" y="543523"/>
                  <a:pt x="11531431" y="543646"/>
                  <a:pt x="11531040" y="531485"/>
                </a:cubicBezTo>
                <a:lnTo>
                  <a:pt x="11531040" y="331470"/>
                </a:lnTo>
                <a:close/>
                <a:moveTo>
                  <a:pt x="0" y="0"/>
                </a:moveTo>
                <a:lnTo>
                  <a:pt x="12191999" y="0"/>
                </a:lnTo>
                <a:lnTo>
                  <a:pt x="12191999" y="6858000"/>
                </a:lnTo>
                <a:lnTo>
                  <a:pt x="10725351" y="6858000"/>
                </a:lnTo>
                <a:lnTo>
                  <a:pt x="10564726" y="6469283"/>
                </a:lnTo>
                <a:lnTo>
                  <a:pt x="10254342" y="6469283"/>
                </a:lnTo>
                <a:lnTo>
                  <a:pt x="10415008" y="6858000"/>
                </a:lnTo>
                <a:lnTo>
                  <a:pt x="10167806" y="6858000"/>
                </a:lnTo>
                <a:lnTo>
                  <a:pt x="10007140" y="6469283"/>
                </a:lnTo>
                <a:lnTo>
                  <a:pt x="9696819" y="6469283"/>
                </a:lnTo>
                <a:lnTo>
                  <a:pt x="9857485" y="6858000"/>
                </a:lnTo>
                <a:lnTo>
                  <a:pt x="9610282" y="6858000"/>
                </a:lnTo>
                <a:lnTo>
                  <a:pt x="9449616" y="6469283"/>
                </a:lnTo>
                <a:lnTo>
                  <a:pt x="9386125" y="6469283"/>
                </a:lnTo>
                <a:lnTo>
                  <a:pt x="9139295" y="6469283"/>
                </a:lnTo>
                <a:lnTo>
                  <a:pt x="9262679" y="6767919"/>
                </a:lnTo>
                <a:lnTo>
                  <a:pt x="9299908" y="6858000"/>
                </a:lnTo>
                <a:lnTo>
                  <a:pt x="9052759" y="6858000"/>
                </a:lnTo>
                <a:lnTo>
                  <a:pt x="8892093" y="6469283"/>
                </a:lnTo>
                <a:lnTo>
                  <a:pt x="8581710" y="6469283"/>
                </a:lnTo>
                <a:lnTo>
                  <a:pt x="8742376" y="6858000"/>
                </a:lnTo>
                <a:lnTo>
                  <a:pt x="8495174" y="6858000"/>
                </a:lnTo>
                <a:lnTo>
                  <a:pt x="8334508" y="6469283"/>
                </a:lnTo>
                <a:lnTo>
                  <a:pt x="8024187" y="6469283"/>
                </a:lnTo>
                <a:lnTo>
                  <a:pt x="8184853" y="6858000"/>
                </a:lnTo>
                <a:lnTo>
                  <a:pt x="0" y="6858000"/>
                </a:lnTo>
                <a:lnTo>
                  <a:pt x="0" y="5885879"/>
                </a:lnTo>
                <a:lnTo>
                  <a:pt x="91298" y="5664968"/>
                </a:lnTo>
                <a:lnTo>
                  <a:pt x="0" y="5444080"/>
                </a:lnTo>
                <a:close/>
              </a:path>
            </a:pathLst>
          </a:custGeom>
          <a:pattFill prst="pct5">
            <a:fgClr>
              <a:schemeClr val="bg1"/>
            </a:fgClr>
            <a:bgClr>
              <a:schemeClr val="accent3"/>
            </a:bgClr>
          </a:pattFill>
        </p:spPr>
        <p:txBody>
          <a:bodyPr wrap="square">
            <a:noAutofit/>
          </a:bodyPr>
          <a:lstStyle/>
          <a:p>
            <a:r>
              <a:rPr lang="en-US"/>
              <a:t>Click icon to add picture</a:t>
            </a:r>
            <a:endParaRPr lang="en-GB"/>
          </a:p>
        </p:txBody>
      </p:sp>
      <p:sp>
        <p:nvSpPr>
          <p:cNvPr id="39" name="Title 1">
            <a:extLst>
              <a:ext uri="{FF2B5EF4-FFF2-40B4-BE49-F238E27FC236}">
                <a16:creationId xmlns:a16="http://schemas.microsoft.com/office/drawing/2014/main" id="{76785D70-94AF-C312-746A-EE3E71852434}"/>
              </a:ext>
            </a:extLst>
          </p:cNvPr>
          <p:cNvSpPr>
            <a:spLocks noGrp="1"/>
          </p:cNvSpPr>
          <p:nvPr>
            <p:ph type="title" hasCustomPrompt="1"/>
          </p:nvPr>
        </p:nvSpPr>
        <p:spPr>
          <a:xfrm>
            <a:off x="1080000" y="648368"/>
            <a:ext cx="7745747" cy="4019884"/>
          </a:xfrm>
        </p:spPr>
        <p:txBody>
          <a:bodyPr anchor="t">
            <a:normAutofit/>
          </a:bodyPr>
          <a:lstStyle>
            <a:lvl1pPr fontAlgn="t">
              <a:lnSpc>
                <a:spcPct val="70000"/>
              </a:lnSpc>
              <a:defRPr sz="6000">
                <a:solidFill>
                  <a:srgbClr val="FFFFFF"/>
                </a:solidFill>
              </a:defRPr>
            </a:lvl1pPr>
          </a:lstStyle>
          <a:p>
            <a:r>
              <a:rPr lang="en-GB"/>
              <a:t>Click to edit Master title style.</a:t>
            </a:r>
          </a:p>
        </p:txBody>
      </p:sp>
      <p:grpSp>
        <p:nvGrpSpPr>
          <p:cNvPr id="2" name="Group 1">
            <a:extLst>
              <a:ext uri="{FF2B5EF4-FFF2-40B4-BE49-F238E27FC236}">
                <a16:creationId xmlns:a16="http://schemas.microsoft.com/office/drawing/2014/main" id="{3DB19351-6F1A-14EB-7E18-E67A843B90C4}"/>
              </a:ext>
            </a:extLst>
          </p:cNvPr>
          <p:cNvGrpSpPr/>
          <p:nvPr userDrawn="1"/>
        </p:nvGrpSpPr>
        <p:grpSpPr>
          <a:xfrm>
            <a:off x="-2236817" y="-1"/>
            <a:ext cx="2155910" cy="6857999"/>
            <a:chOff x="-2236817" y="-1"/>
            <a:chExt cx="2155910" cy="6857999"/>
          </a:xfrm>
        </p:grpSpPr>
        <p:sp>
          <p:nvSpPr>
            <p:cNvPr id="3" name="Rectangle 2">
              <a:extLst>
                <a:ext uri="{FF2B5EF4-FFF2-40B4-BE49-F238E27FC236}">
                  <a16:creationId xmlns:a16="http://schemas.microsoft.com/office/drawing/2014/main" id="{06557109-B1B0-2253-9BD8-C5CFE0A3AC8D}"/>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Send the image to back to reveal the statement text again. </a:t>
              </a:r>
            </a:p>
          </p:txBody>
        </p:sp>
        <p:pic>
          <p:nvPicPr>
            <p:cNvPr id="4" name="Picture 3" descr="A screenshot of a computer&#10;&#10;Description automatically generated">
              <a:extLst>
                <a:ext uri="{FF2B5EF4-FFF2-40B4-BE49-F238E27FC236}">
                  <a16:creationId xmlns:a16="http://schemas.microsoft.com/office/drawing/2014/main" id="{1F44FCFF-3443-F3DA-4376-4172D6B84F3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5" name="Picture 4">
              <a:extLst>
                <a:ext uri="{FF2B5EF4-FFF2-40B4-BE49-F238E27FC236}">
                  <a16:creationId xmlns:a16="http://schemas.microsoft.com/office/drawing/2014/main" id="{FAE8DEDC-3262-EAE7-FB37-10999D06A4C5}"/>
                </a:ext>
              </a:extLst>
            </p:cNvPr>
            <p:cNvPicPr>
              <a:picLocks noChangeAspect="1"/>
            </p:cNvPicPr>
            <p:nvPr userDrawn="1"/>
          </p:nvPicPr>
          <p:blipFill>
            <a:blip r:embed="rId3"/>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46386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7">
          <p15:clr>
            <a:srgbClr val="FBAE40"/>
          </p15:clr>
        </p15:guide>
        <p15:guide id="2" orient="horz" pos="36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 Text_Dark_Double">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6BD2752-DFC6-BB09-EE42-7ACBE45DD066}"/>
              </a:ext>
            </a:extLst>
          </p:cNvPr>
          <p:cNvSpPr/>
          <p:nvPr userDrawn="1"/>
        </p:nvSpPr>
        <p:spPr>
          <a:xfrm>
            <a:off x="10964837" y="0"/>
            <a:ext cx="1227163" cy="648369"/>
          </a:xfrm>
          <a:prstGeom prst="rect">
            <a:avLst/>
          </a:prstGeom>
          <a:solidFill>
            <a:srgbClr val="FFFFFF"/>
          </a:solidFill>
          <a:ln w="6344" cap="flat">
            <a:noFill/>
            <a:prstDash val="solid"/>
            <a:miter/>
          </a:ln>
        </p:spPr>
        <p:txBody>
          <a:bodyPr rtlCol="0" anchor="ctr"/>
          <a:lstStyle/>
          <a:p>
            <a:pPr algn="l"/>
            <a:endParaRPr lang="en-US"/>
          </a:p>
        </p:txBody>
      </p:sp>
      <p:sp>
        <p:nvSpPr>
          <p:cNvPr id="12" name="Picture Placeholder 11">
            <a:extLst>
              <a:ext uri="{FF2B5EF4-FFF2-40B4-BE49-F238E27FC236}">
                <a16:creationId xmlns:a16="http://schemas.microsoft.com/office/drawing/2014/main" id="{24281736-4DDE-9CFC-16F7-4447E56DCC1C}"/>
              </a:ext>
            </a:extLst>
          </p:cNvPr>
          <p:cNvSpPr>
            <a:spLocks noGrp="1"/>
          </p:cNvSpPr>
          <p:nvPr>
            <p:ph type="pic" sz="quarter" idx="10"/>
          </p:nvPr>
        </p:nvSpPr>
        <p:spPr>
          <a:xfrm>
            <a:off x="0" y="0"/>
            <a:ext cx="12191999" cy="6858000"/>
          </a:xfrm>
          <a:custGeom>
            <a:avLst/>
            <a:gdLst>
              <a:gd name="connsiteX0" fmla="*/ 11349036 w 12191999"/>
              <a:gd name="connsiteY0" fmla="*/ 421302 h 6858000"/>
              <a:gd name="connsiteX1" fmla="*/ 11407688 w 12191999"/>
              <a:gd name="connsiteY1" fmla="*/ 481634 h 6858000"/>
              <a:gd name="connsiteX2" fmla="*/ 11349036 w 12191999"/>
              <a:gd name="connsiteY2" fmla="*/ 541987 h 6858000"/>
              <a:gd name="connsiteX3" fmla="*/ 11290384 w 12191999"/>
              <a:gd name="connsiteY3" fmla="*/ 482003 h 6858000"/>
              <a:gd name="connsiteX4" fmla="*/ 11290384 w 12191999"/>
              <a:gd name="connsiteY4" fmla="*/ 481634 h 6858000"/>
              <a:gd name="connsiteX5" fmla="*/ 11349036 w 12191999"/>
              <a:gd name="connsiteY5" fmla="*/ 421302 h 6858000"/>
              <a:gd name="connsiteX6" fmla="*/ 11349036 w 12191999"/>
              <a:gd name="connsiteY6" fmla="*/ 377655 h 6858000"/>
              <a:gd name="connsiteX7" fmla="*/ 11243006 w 12191999"/>
              <a:gd name="connsiteY7" fmla="*/ 481655 h 6858000"/>
              <a:gd name="connsiteX8" fmla="*/ 11243006 w 12191999"/>
              <a:gd name="connsiteY8" fmla="*/ 482023 h 6858000"/>
              <a:gd name="connsiteX9" fmla="*/ 11349036 w 12191999"/>
              <a:gd name="connsiteY9" fmla="*/ 586371 h 6858000"/>
              <a:gd name="connsiteX10" fmla="*/ 11455087 w 12191999"/>
              <a:gd name="connsiteY10" fmla="*/ 482023 h 6858000"/>
              <a:gd name="connsiteX11" fmla="*/ 11349036 w 12191999"/>
              <a:gd name="connsiteY11" fmla="*/ 377675 h 6858000"/>
              <a:gd name="connsiteX12" fmla="*/ 11132060 w 12191999"/>
              <a:gd name="connsiteY12" fmla="*/ 377410 h 6858000"/>
              <a:gd name="connsiteX13" fmla="*/ 11027676 w 12191999"/>
              <a:gd name="connsiteY13" fmla="*/ 481840 h 6858000"/>
              <a:gd name="connsiteX14" fmla="*/ 11133603 w 12191999"/>
              <a:gd name="connsiteY14" fmla="*/ 586617 h 6858000"/>
              <a:gd name="connsiteX15" fmla="*/ 11226919 w 12191999"/>
              <a:gd name="connsiteY15" fmla="*/ 531014 h 6858000"/>
              <a:gd name="connsiteX16" fmla="*/ 11187996 w 12191999"/>
              <a:gd name="connsiteY16" fmla="*/ 508843 h 6858000"/>
              <a:gd name="connsiteX17" fmla="*/ 11187112 w 12191999"/>
              <a:gd name="connsiteY17" fmla="*/ 508843 h 6858000"/>
              <a:gd name="connsiteX18" fmla="*/ 11187112 w 12191999"/>
              <a:gd name="connsiteY18" fmla="*/ 508863 h 6858000"/>
              <a:gd name="connsiteX19" fmla="*/ 11133706 w 12191999"/>
              <a:gd name="connsiteY19" fmla="*/ 542622 h 6858000"/>
              <a:gd name="connsiteX20" fmla="*/ 11075342 w 12191999"/>
              <a:gd name="connsiteY20" fmla="*/ 482024 h 6858000"/>
              <a:gd name="connsiteX21" fmla="*/ 11091677 w 12191999"/>
              <a:gd name="connsiteY21" fmla="*/ 438295 h 6858000"/>
              <a:gd name="connsiteX22" fmla="*/ 11133809 w 12191999"/>
              <a:gd name="connsiteY22" fmla="*/ 421426 h 6858000"/>
              <a:gd name="connsiteX23" fmla="*/ 11187174 w 12191999"/>
              <a:gd name="connsiteY23" fmla="*/ 456720 h 6858000"/>
              <a:gd name="connsiteX24" fmla="*/ 11227022 w 12191999"/>
              <a:gd name="connsiteY24" fmla="*/ 434016 h 6858000"/>
              <a:gd name="connsiteX25" fmla="*/ 11132060 w 12191999"/>
              <a:gd name="connsiteY25" fmla="*/ 377410 h 6858000"/>
              <a:gd name="connsiteX26" fmla="*/ 11591358 w 12191999"/>
              <a:gd name="connsiteY26" fmla="*/ 331470 h 6858000"/>
              <a:gd name="connsiteX27" fmla="*/ 11591358 w 12191999"/>
              <a:gd name="connsiteY27" fmla="*/ 530892 h 6858000"/>
              <a:gd name="connsiteX28" fmla="*/ 11634684 w 12191999"/>
              <a:gd name="connsiteY28" fmla="*/ 580312 h 6858000"/>
              <a:gd name="connsiteX29" fmla="*/ 11634684 w 12191999"/>
              <a:gd name="connsiteY29" fmla="*/ 580353 h 6858000"/>
              <a:gd name="connsiteX30" fmla="*/ 11680231 w 12191999"/>
              <a:gd name="connsiteY30" fmla="*/ 580353 h 6858000"/>
              <a:gd name="connsiteX31" fmla="*/ 11680231 w 12191999"/>
              <a:gd name="connsiteY31" fmla="*/ 543523 h 6858000"/>
              <a:gd name="connsiteX32" fmla="*/ 11652870 w 12191999"/>
              <a:gd name="connsiteY32" fmla="*/ 543523 h 6858000"/>
              <a:gd name="connsiteX33" fmla="*/ 11638737 w 12191999"/>
              <a:gd name="connsiteY33" fmla="*/ 531485 h 6858000"/>
              <a:gd name="connsiteX34" fmla="*/ 11638737 w 12191999"/>
              <a:gd name="connsiteY34" fmla="*/ 425070 h 6858000"/>
              <a:gd name="connsiteX35" fmla="*/ 11676816 w 12191999"/>
              <a:gd name="connsiteY35" fmla="*/ 425070 h 6858000"/>
              <a:gd name="connsiteX36" fmla="*/ 11676816 w 12191999"/>
              <a:gd name="connsiteY36" fmla="*/ 388219 h 6858000"/>
              <a:gd name="connsiteX37" fmla="*/ 11638737 w 12191999"/>
              <a:gd name="connsiteY37" fmla="*/ 388219 h 6858000"/>
              <a:gd name="connsiteX38" fmla="*/ 11638737 w 12191999"/>
              <a:gd name="connsiteY38" fmla="*/ 331470 h 6858000"/>
              <a:gd name="connsiteX39" fmla="*/ 11483641 w 12191999"/>
              <a:gd name="connsiteY39" fmla="*/ 331470 h 6858000"/>
              <a:gd name="connsiteX40" fmla="*/ 11483641 w 12191999"/>
              <a:gd name="connsiteY40" fmla="*/ 530892 h 6858000"/>
              <a:gd name="connsiteX41" fmla="*/ 11527008 w 12191999"/>
              <a:gd name="connsiteY41" fmla="*/ 580312 h 6858000"/>
              <a:gd name="connsiteX42" fmla="*/ 11527008 w 12191999"/>
              <a:gd name="connsiteY42" fmla="*/ 580353 h 6858000"/>
              <a:gd name="connsiteX43" fmla="*/ 11564841 w 12191999"/>
              <a:gd name="connsiteY43" fmla="*/ 580353 h 6858000"/>
              <a:gd name="connsiteX44" fmla="*/ 11564841 w 12191999"/>
              <a:gd name="connsiteY44" fmla="*/ 543523 h 6858000"/>
              <a:gd name="connsiteX45" fmla="*/ 11545173 w 12191999"/>
              <a:gd name="connsiteY45" fmla="*/ 543523 h 6858000"/>
              <a:gd name="connsiteX46" fmla="*/ 11545153 w 12191999"/>
              <a:gd name="connsiteY46" fmla="*/ 543523 h 6858000"/>
              <a:gd name="connsiteX47" fmla="*/ 11531040 w 12191999"/>
              <a:gd name="connsiteY47" fmla="*/ 531485 h 6858000"/>
              <a:gd name="connsiteX48" fmla="*/ 11531040 w 12191999"/>
              <a:gd name="connsiteY48" fmla="*/ 331470 h 6858000"/>
              <a:gd name="connsiteX49" fmla="*/ 0 w 12191999"/>
              <a:gd name="connsiteY49" fmla="*/ 0 h 6858000"/>
              <a:gd name="connsiteX50" fmla="*/ 12191999 w 12191999"/>
              <a:gd name="connsiteY50" fmla="*/ 0 h 6858000"/>
              <a:gd name="connsiteX51" fmla="*/ 12191999 w 12191999"/>
              <a:gd name="connsiteY51" fmla="*/ 6858000 h 6858000"/>
              <a:gd name="connsiteX52" fmla="*/ 10725351 w 12191999"/>
              <a:gd name="connsiteY52" fmla="*/ 6858000 h 6858000"/>
              <a:gd name="connsiteX53" fmla="*/ 10564726 w 12191999"/>
              <a:gd name="connsiteY53" fmla="*/ 6469283 h 6858000"/>
              <a:gd name="connsiteX54" fmla="*/ 10254342 w 12191999"/>
              <a:gd name="connsiteY54" fmla="*/ 6469283 h 6858000"/>
              <a:gd name="connsiteX55" fmla="*/ 10415008 w 12191999"/>
              <a:gd name="connsiteY55" fmla="*/ 6858000 h 6858000"/>
              <a:gd name="connsiteX56" fmla="*/ 10167806 w 12191999"/>
              <a:gd name="connsiteY56" fmla="*/ 6858000 h 6858000"/>
              <a:gd name="connsiteX57" fmla="*/ 10007140 w 12191999"/>
              <a:gd name="connsiteY57" fmla="*/ 6469283 h 6858000"/>
              <a:gd name="connsiteX58" fmla="*/ 9696819 w 12191999"/>
              <a:gd name="connsiteY58" fmla="*/ 6469283 h 6858000"/>
              <a:gd name="connsiteX59" fmla="*/ 9857485 w 12191999"/>
              <a:gd name="connsiteY59" fmla="*/ 6858000 h 6858000"/>
              <a:gd name="connsiteX60" fmla="*/ 9610282 w 12191999"/>
              <a:gd name="connsiteY60" fmla="*/ 6858000 h 6858000"/>
              <a:gd name="connsiteX61" fmla="*/ 9449616 w 12191999"/>
              <a:gd name="connsiteY61" fmla="*/ 6469283 h 6858000"/>
              <a:gd name="connsiteX62" fmla="*/ 9386125 w 12191999"/>
              <a:gd name="connsiteY62" fmla="*/ 6469283 h 6858000"/>
              <a:gd name="connsiteX63" fmla="*/ 9139295 w 12191999"/>
              <a:gd name="connsiteY63" fmla="*/ 6469283 h 6858000"/>
              <a:gd name="connsiteX64" fmla="*/ 9262679 w 12191999"/>
              <a:gd name="connsiteY64" fmla="*/ 6767919 h 6858000"/>
              <a:gd name="connsiteX65" fmla="*/ 9299908 w 12191999"/>
              <a:gd name="connsiteY65" fmla="*/ 6858000 h 6858000"/>
              <a:gd name="connsiteX66" fmla="*/ 9052759 w 12191999"/>
              <a:gd name="connsiteY66" fmla="*/ 6858000 h 6858000"/>
              <a:gd name="connsiteX67" fmla="*/ 8892093 w 12191999"/>
              <a:gd name="connsiteY67" fmla="*/ 6469283 h 6858000"/>
              <a:gd name="connsiteX68" fmla="*/ 8581710 w 12191999"/>
              <a:gd name="connsiteY68" fmla="*/ 6469283 h 6858000"/>
              <a:gd name="connsiteX69" fmla="*/ 8742376 w 12191999"/>
              <a:gd name="connsiteY69" fmla="*/ 6858000 h 6858000"/>
              <a:gd name="connsiteX70" fmla="*/ 8495174 w 12191999"/>
              <a:gd name="connsiteY70" fmla="*/ 6858000 h 6858000"/>
              <a:gd name="connsiteX71" fmla="*/ 8334508 w 12191999"/>
              <a:gd name="connsiteY71" fmla="*/ 6469283 h 6858000"/>
              <a:gd name="connsiteX72" fmla="*/ 8024187 w 12191999"/>
              <a:gd name="connsiteY72" fmla="*/ 6469283 h 6858000"/>
              <a:gd name="connsiteX73" fmla="*/ 8184853 w 12191999"/>
              <a:gd name="connsiteY73" fmla="*/ 6858000 h 6858000"/>
              <a:gd name="connsiteX74" fmla="*/ 0 w 12191999"/>
              <a:gd name="connsiteY74" fmla="*/ 6858000 h 6858000"/>
              <a:gd name="connsiteX75" fmla="*/ 0 w 12191999"/>
              <a:gd name="connsiteY75" fmla="*/ 6350680 h 6858000"/>
              <a:gd name="connsiteX76" fmla="*/ 0 w 12191999"/>
              <a:gd name="connsiteY76" fmla="*/ 5885879 h 6858000"/>
              <a:gd name="connsiteX77" fmla="*/ 0 w 12191999"/>
              <a:gd name="connsiteY77" fmla="*/ 5444080 h 6858000"/>
              <a:gd name="connsiteX78" fmla="*/ 0 w 12191999"/>
              <a:gd name="connsiteY78" fmla="*/ 450200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2191999" h="6858000">
                <a:moveTo>
                  <a:pt x="11349036" y="421302"/>
                </a:moveTo>
                <a:cubicBezTo>
                  <a:pt x="11381396" y="421302"/>
                  <a:pt x="11407688" y="446893"/>
                  <a:pt x="11407688" y="481634"/>
                </a:cubicBezTo>
                <a:cubicBezTo>
                  <a:pt x="11407688" y="516376"/>
                  <a:pt x="11381458" y="541987"/>
                  <a:pt x="11349036" y="541987"/>
                </a:cubicBezTo>
                <a:cubicBezTo>
                  <a:pt x="11316676" y="541987"/>
                  <a:pt x="11290384" y="516396"/>
                  <a:pt x="11290384" y="482003"/>
                </a:cubicBezTo>
                <a:lnTo>
                  <a:pt x="11290384" y="481634"/>
                </a:lnTo>
                <a:cubicBezTo>
                  <a:pt x="11290384" y="446893"/>
                  <a:pt x="11316676" y="421302"/>
                  <a:pt x="11349036" y="421302"/>
                </a:cubicBezTo>
                <a:close/>
                <a:moveTo>
                  <a:pt x="11349036" y="377655"/>
                </a:moveTo>
                <a:cubicBezTo>
                  <a:pt x="11280098" y="377655"/>
                  <a:pt x="11243006" y="431211"/>
                  <a:pt x="11243006" y="481655"/>
                </a:cubicBezTo>
                <a:lnTo>
                  <a:pt x="11243006" y="482023"/>
                </a:lnTo>
                <a:cubicBezTo>
                  <a:pt x="11243006" y="532918"/>
                  <a:pt x="11280098" y="586371"/>
                  <a:pt x="11349036" y="586371"/>
                </a:cubicBezTo>
                <a:cubicBezTo>
                  <a:pt x="11417974" y="586371"/>
                  <a:pt x="11455087" y="532897"/>
                  <a:pt x="11455087" y="482023"/>
                </a:cubicBezTo>
                <a:cubicBezTo>
                  <a:pt x="11455087" y="431149"/>
                  <a:pt x="11418015" y="377675"/>
                  <a:pt x="11349036" y="377675"/>
                </a:cubicBezTo>
                <a:close/>
                <a:moveTo>
                  <a:pt x="11132060" y="377410"/>
                </a:moveTo>
                <a:cubicBezTo>
                  <a:pt x="11072647" y="377390"/>
                  <a:pt x="11027676" y="423882"/>
                  <a:pt x="11027676" y="481840"/>
                </a:cubicBezTo>
                <a:cubicBezTo>
                  <a:pt x="11027676" y="539797"/>
                  <a:pt x="11071125" y="586617"/>
                  <a:pt x="11133603" y="586617"/>
                </a:cubicBezTo>
                <a:cubicBezTo>
                  <a:pt x="11175818" y="586617"/>
                  <a:pt x="11209803" y="563484"/>
                  <a:pt x="11226919" y="531014"/>
                </a:cubicBezTo>
                <a:lnTo>
                  <a:pt x="11187996" y="508843"/>
                </a:lnTo>
                <a:lnTo>
                  <a:pt x="11187112" y="508843"/>
                </a:lnTo>
                <a:lnTo>
                  <a:pt x="11187112" y="508863"/>
                </a:lnTo>
                <a:cubicBezTo>
                  <a:pt x="11179912" y="525098"/>
                  <a:pt x="11163207" y="542520"/>
                  <a:pt x="11133706" y="542622"/>
                </a:cubicBezTo>
                <a:cubicBezTo>
                  <a:pt x="11100152" y="542622"/>
                  <a:pt x="11075342" y="517318"/>
                  <a:pt x="11075342" y="482024"/>
                </a:cubicBezTo>
                <a:cubicBezTo>
                  <a:pt x="11075342" y="464786"/>
                  <a:pt x="11081576" y="448797"/>
                  <a:pt x="11091677" y="438295"/>
                </a:cubicBezTo>
                <a:cubicBezTo>
                  <a:pt x="11103115" y="426912"/>
                  <a:pt x="11116487" y="420975"/>
                  <a:pt x="11133809" y="421426"/>
                </a:cubicBezTo>
                <a:cubicBezTo>
                  <a:pt x="11159668" y="421323"/>
                  <a:pt x="11178615" y="435961"/>
                  <a:pt x="11187174" y="456720"/>
                </a:cubicBezTo>
                <a:lnTo>
                  <a:pt x="11227022" y="434016"/>
                </a:lnTo>
                <a:cubicBezTo>
                  <a:pt x="11209412" y="399213"/>
                  <a:pt x="11173205" y="377410"/>
                  <a:pt x="11132060" y="377410"/>
                </a:cubicBezTo>
                <a:close/>
                <a:moveTo>
                  <a:pt x="11591358" y="331470"/>
                </a:moveTo>
                <a:lnTo>
                  <a:pt x="11591358" y="530892"/>
                </a:lnTo>
                <a:cubicBezTo>
                  <a:pt x="11591358" y="530892"/>
                  <a:pt x="11588540" y="580435"/>
                  <a:pt x="11634684" y="580312"/>
                </a:cubicBezTo>
                <a:lnTo>
                  <a:pt x="11634684" y="580353"/>
                </a:lnTo>
                <a:lnTo>
                  <a:pt x="11680231" y="580353"/>
                </a:lnTo>
                <a:lnTo>
                  <a:pt x="11680231" y="543523"/>
                </a:lnTo>
                <a:lnTo>
                  <a:pt x="11652870" y="543523"/>
                </a:lnTo>
                <a:cubicBezTo>
                  <a:pt x="11652870" y="543523"/>
                  <a:pt x="11639127" y="543666"/>
                  <a:pt x="11638737" y="531485"/>
                </a:cubicBezTo>
                <a:lnTo>
                  <a:pt x="11638737" y="425070"/>
                </a:lnTo>
                <a:lnTo>
                  <a:pt x="11676816" y="425070"/>
                </a:lnTo>
                <a:lnTo>
                  <a:pt x="11676816" y="388219"/>
                </a:lnTo>
                <a:lnTo>
                  <a:pt x="11638737" y="388219"/>
                </a:lnTo>
                <a:lnTo>
                  <a:pt x="11638737" y="331470"/>
                </a:lnTo>
                <a:close/>
                <a:moveTo>
                  <a:pt x="11483641" y="331470"/>
                </a:moveTo>
                <a:lnTo>
                  <a:pt x="11483641" y="530892"/>
                </a:lnTo>
                <a:cubicBezTo>
                  <a:pt x="11483641" y="530892"/>
                  <a:pt x="11479980" y="580312"/>
                  <a:pt x="11527008" y="580312"/>
                </a:cubicBezTo>
                <a:lnTo>
                  <a:pt x="11527008" y="580353"/>
                </a:lnTo>
                <a:lnTo>
                  <a:pt x="11564841" y="580353"/>
                </a:lnTo>
                <a:lnTo>
                  <a:pt x="11564841" y="543523"/>
                </a:lnTo>
                <a:lnTo>
                  <a:pt x="11545173" y="543523"/>
                </a:lnTo>
                <a:lnTo>
                  <a:pt x="11545153" y="543523"/>
                </a:lnTo>
                <a:cubicBezTo>
                  <a:pt x="11545153" y="543523"/>
                  <a:pt x="11531431" y="543646"/>
                  <a:pt x="11531040" y="531485"/>
                </a:cubicBezTo>
                <a:lnTo>
                  <a:pt x="11531040" y="331470"/>
                </a:lnTo>
                <a:close/>
                <a:moveTo>
                  <a:pt x="0" y="0"/>
                </a:moveTo>
                <a:lnTo>
                  <a:pt x="12191999" y="0"/>
                </a:lnTo>
                <a:lnTo>
                  <a:pt x="12191999" y="6858000"/>
                </a:lnTo>
                <a:lnTo>
                  <a:pt x="10725351" y="6858000"/>
                </a:lnTo>
                <a:lnTo>
                  <a:pt x="10564726" y="6469283"/>
                </a:lnTo>
                <a:lnTo>
                  <a:pt x="10254342" y="6469283"/>
                </a:lnTo>
                <a:lnTo>
                  <a:pt x="10415008" y="6858000"/>
                </a:lnTo>
                <a:lnTo>
                  <a:pt x="10167806" y="6858000"/>
                </a:lnTo>
                <a:lnTo>
                  <a:pt x="10007140" y="6469283"/>
                </a:lnTo>
                <a:lnTo>
                  <a:pt x="9696819" y="6469283"/>
                </a:lnTo>
                <a:lnTo>
                  <a:pt x="9857485" y="6858000"/>
                </a:lnTo>
                <a:lnTo>
                  <a:pt x="9610282" y="6858000"/>
                </a:lnTo>
                <a:lnTo>
                  <a:pt x="9449616" y="6469283"/>
                </a:lnTo>
                <a:lnTo>
                  <a:pt x="9386125" y="6469283"/>
                </a:lnTo>
                <a:lnTo>
                  <a:pt x="9139295" y="6469283"/>
                </a:lnTo>
                <a:lnTo>
                  <a:pt x="9262679" y="6767919"/>
                </a:lnTo>
                <a:lnTo>
                  <a:pt x="9299908" y="6858000"/>
                </a:lnTo>
                <a:lnTo>
                  <a:pt x="9052759" y="6858000"/>
                </a:lnTo>
                <a:lnTo>
                  <a:pt x="8892093" y="6469283"/>
                </a:lnTo>
                <a:lnTo>
                  <a:pt x="8581710" y="6469283"/>
                </a:lnTo>
                <a:lnTo>
                  <a:pt x="8742376" y="6858000"/>
                </a:lnTo>
                <a:lnTo>
                  <a:pt x="8495174" y="6858000"/>
                </a:lnTo>
                <a:lnTo>
                  <a:pt x="8334508" y="6469283"/>
                </a:lnTo>
                <a:lnTo>
                  <a:pt x="8024187" y="6469283"/>
                </a:lnTo>
                <a:lnTo>
                  <a:pt x="8184853" y="6858000"/>
                </a:lnTo>
                <a:lnTo>
                  <a:pt x="0" y="6858000"/>
                </a:lnTo>
                <a:lnTo>
                  <a:pt x="0" y="6350680"/>
                </a:lnTo>
                <a:lnTo>
                  <a:pt x="0" y="5885879"/>
                </a:lnTo>
                <a:lnTo>
                  <a:pt x="0" y="5444080"/>
                </a:lnTo>
                <a:lnTo>
                  <a:pt x="0" y="4502003"/>
                </a:lnTo>
                <a:close/>
              </a:path>
            </a:pathLst>
          </a:custGeom>
          <a:pattFill prst="pct5">
            <a:fgClr>
              <a:schemeClr val="bg1"/>
            </a:fgClr>
            <a:bgClr>
              <a:schemeClr val="accent3"/>
            </a:bgClr>
          </a:pattFill>
        </p:spPr>
        <p:txBody>
          <a:bodyPr wrap="square">
            <a:noAutofit/>
          </a:bodyPr>
          <a:lstStyle/>
          <a:p>
            <a:r>
              <a:rPr lang="en-US"/>
              <a:t>Click icon to add picture</a:t>
            </a:r>
            <a:endParaRPr lang="en-GB"/>
          </a:p>
        </p:txBody>
      </p:sp>
      <p:sp>
        <p:nvSpPr>
          <p:cNvPr id="2" name="Title 1">
            <a:extLst>
              <a:ext uri="{FF2B5EF4-FFF2-40B4-BE49-F238E27FC236}">
                <a16:creationId xmlns:a16="http://schemas.microsoft.com/office/drawing/2014/main" id="{B5647D2C-E97F-2F2F-3A30-FC9921E679A7}"/>
              </a:ext>
            </a:extLst>
          </p:cNvPr>
          <p:cNvSpPr>
            <a:spLocks noGrp="1"/>
          </p:cNvSpPr>
          <p:nvPr>
            <p:ph type="title" hasCustomPrompt="1"/>
          </p:nvPr>
        </p:nvSpPr>
        <p:spPr>
          <a:xfrm>
            <a:off x="1080000" y="648368"/>
            <a:ext cx="7745747" cy="4019884"/>
          </a:xfrm>
        </p:spPr>
        <p:txBody>
          <a:bodyPr anchor="t">
            <a:normAutofit/>
          </a:bodyPr>
          <a:lstStyle>
            <a:lvl1pPr fontAlgn="t">
              <a:lnSpc>
                <a:spcPct val="70000"/>
              </a:lnSpc>
              <a:defRPr sz="6000">
                <a:solidFill>
                  <a:srgbClr val="FFFFFF"/>
                </a:solidFill>
              </a:defRPr>
            </a:lvl1pPr>
          </a:lstStyle>
          <a:p>
            <a:r>
              <a:rPr lang="en-GB"/>
              <a:t>Click to edit Master title style.</a:t>
            </a:r>
          </a:p>
        </p:txBody>
      </p:sp>
      <p:pic>
        <p:nvPicPr>
          <p:cNvPr id="41" name="Graphic 40">
            <a:extLst>
              <a:ext uri="{FF2B5EF4-FFF2-40B4-BE49-F238E27FC236}">
                <a16:creationId xmlns:a16="http://schemas.microsoft.com/office/drawing/2014/main" id="{C5ADBA68-B969-9AE6-B5E9-AC5C99B658E0}"/>
              </a:ext>
            </a:extLst>
          </p:cNvPr>
          <p:cNvPicPr>
            <a:picLocks noChangeAspect="1"/>
          </p:cNvPicPr>
          <p:nvPr userDrawn="1"/>
        </p:nvPicPr>
        <p:blipFill>
          <a:blip>
            <a:extLst>
              <a:ext uri="{96DAC541-7B7A-43D3-8B79-37D633B846F1}">
                <asvg:svgBlip xmlns:asvg="http://schemas.microsoft.com/office/drawing/2016/SVG/main" r:embed="rId2"/>
              </a:ext>
            </a:extLst>
          </a:blip>
          <a:srcRect l="-371371" t="-126189" r="-32059" b="25517"/>
          <a:stretch>
            <a:fillRect/>
          </a:stretch>
        </p:blipFill>
        <p:spPr>
          <a:xfrm rot="5400000">
            <a:off x="5563837" y="227361"/>
            <a:ext cx="6856858" cy="6402134"/>
          </a:xfrm>
          <a:custGeom>
            <a:avLst/>
            <a:gdLst>
              <a:gd name="connsiteX0" fmla="*/ 0 w 6856858"/>
              <a:gd name="connsiteY0" fmla="*/ 6402134 h 6402134"/>
              <a:gd name="connsiteX1" fmla="*/ 0 w 6856858"/>
              <a:gd name="connsiteY1" fmla="*/ 64 h 6402134"/>
              <a:gd name="connsiteX2" fmla="*/ 6856858 w 6856858"/>
              <a:gd name="connsiteY2" fmla="*/ 0 h 6402134"/>
              <a:gd name="connsiteX3" fmla="*/ 6856857 w 6856858"/>
              <a:gd name="connsiteY3" fmla="*/ 6402134 h 6402134"/>
              <a:gd name="connsiteX4" fmla="*/ 6420207 w 6856858"/>
              <a:gd name="connsiteY4" fmla="*/ 6221445 h 6402134"/>
              <a:gd name="connsiteX5" fmla="*/ 6420208 w 6856858"/>
              <a:gd name="connsiteY5" fmla="*/ 4025879 h 6402134"/>
              <a:gd name="connsiteX6" fmla="*/ 5058179 w 6856858"/>
              <a:gd name="connsiteY6" fmla="*/ 4025879 h 6402134"/>
              <a:gd name="connsiteX7" fmla="*/ 5058178 w 6856858"/>
              <a:gd name="connsiteY7" fmla="*/ 5657828 h 6402134"/>
              <a:gd name="connsiteX8" fmla="*/ 3428428 w 6856858"/>
              <a:gd name="connsiteY8" fmla="*/ 4983427 h 6402134"/>
              <a:gd name="connsiteX9" fmla="*/ 0 w 6856858"/>
              <a:gd name="connsiteY9" fmla="*/ 6402134 h 640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6858" h="6402134">
                <a:moveTo>
                  <a:pt x="0" y="6402134"/>
                </a:moveTo>
                <a:lnTo>
                  <a:pt x="0" y="64"/>
                </a:lnTo>
                <a:lnTo>
                  <a:pt x="6856858" y="0"/>
                </a:lnTo>
                <a:lnTo>
                  <a:pt x="6856857" y="6402134"/>
                </a:lnTo>
                <a:lnTo>
                  <a:pt x="6420207" y="6221445"/>
                </a:lnTo>
                <a:lnTo>
                  <a:pt x="6420208" y="4025879"/>
                </a:lnTo>
                <a:lnTo>
                  <a:pt x="5058179" y="4025879"/>
                </a:lnTo>
                <a:lnTo>
                  <a:pt x="5058178" y="5657828"/>
                </a:lnTo>
                <a:lnTo>
                  <a:pt x="3428428" y="4983427"/>
                </a:lnTo>
                <a:lnTo>
                  <a:pt x="0" y="6402134"/>
                </a:lnTo>
                <a:close/>
              </a:path>
            </a:pathLst>
          </a:custGeom>
        </p:spPr>
      </p:pic>
      <p:grpSp>
        <p:nvGrpSpPr>
          <p:cNvPr id="3" name="Group 2">
            <a:extLst>
              <a:ext uri="{FF2B5EF4-FFF2-40B4-BE49-F238E27FC236}">
                <a16:creationId xmlns:a16="http://schemas.microsoft.com/office/drawing/2014/main" id="{49AB8136-9A1C-1F7D-00D8-B8206F7C8F5B}"/>
              </a:ext>
            </a:extLst>
          </p:cNvPr>
          <p:cNvGrpSpPr/>
          <p:nvPr userDrawn="1"/>
        </p:nvGrpSpPr>
        <p:grpSpPr>
          <a:xfrm>
            <a:off x="-2236817" y="-1"/>
            <a:ext cx="2155910" cy="6857999"/>
            <a:chOff x="-2236817" y="-1"/>
            <a:chExt cx="2155910" cy="6857999"/>
          </a:xfrm>
        </p:grpSpPr>
        <p:sp>
          <p:nvSpPr>
            <p:cNvPr id="4" name="Rectangle 3">
              <a:extLst>
                <a:ext uri="{FF2B5EF4-FFF2-40B4-BE49-F238E27FC236}">
                  <a16:creationId xmlns:a16="http://schemas.microsoft.com/office/drawing/2014/main" id="{427BA37F-30F6-8B1B-276F-06441A9603AB}"/>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Send the image to back to reveal the statement text again. </a:t>
              </a:r>
            </a:p>
          </p:txBody>
        </p:sp>
        <p:pic>
          <p:nvPicPr>
            <p:cNvPr id="5" name="Picture 4" descr="A screenshot of a computer&#10;&#10;Description automatically generated">
              <a:extLst>
                <a:ext uri="{FF2B5EF4-FFF2-40B4-BE49-F238E27FC236}">
                  <a16:creationId xmlns:a16="http://schemas.microsoft.com/office/drawing/2014/main" id="{F5E12049-041B-98D8-4F8F-6632B38E705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6" name="Picture 5">
              <a:extLst>
                <a:ext uri="{FF2B5EF4-FFF2-40B4-BE49-F238E27FC236}">
                  <a16:creationId xmlns:a16="http://schemas.microsoft.com/office/drawing/2014/main" id="{A2A3E6CA-05FD-A8D1-3A6B-A0CA8E8738E8}"/>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151920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7">
          <p15:clr>
            <a:srgbClr val="FBAE40"/>
          </p15:clr>
        </p15:guide>
        <p15:guide id="2" orient="horz" pos="36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tatement Text Image_Teal_Single">
    <p:bg>
      <p:bgPr>
        <a:solidFill>
          <a:schemeClr val="accent3"/>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6BD2752-DFC6-BB09-EE42-7ACBE45DD066}"/>
              </a:ext>
            </a:extLst>
          </p:cNvPr>
          <p:cNvSpPr/>
          <p:nvPr userDrawn="1"/>
        </p:nvSpPr>
        <p:spPr>
          <a:xfrm>
            <a:off x="10964837" y="0"/>
            <a:ext cx="1227163" cy="648369"/>
          </a:xfrm>
          <a:prstGeom prst="rect">
            <a:avLst/>
          </a:prstGeom>
          <a:solidFill>
            <a:schemeClr val="tx1"/>
          </a:solidFill>
          <a:ln w="6344" cap="flat">
            <a:noFill/>
            <a:prstDash val="solid"/>
            <a:miter/>
          </a:ln>
        </p:spPr>
        <p:txBody>
          <a:bodyPr rtlCol="0" anchor="ctr"/>
          <a:lstStyle/>
          <a:p>
            <a:pPr algn="l"/>
            <a:endParaRPr lang="en-US"/>
          </a:p>
        </p:txBody>
      </p:sp>
      <p:sp>
        <p:nvSpPr>
          <p:cNvPr id="12" name="Picture Placeholder 11">
            <a:extLst>
              <a:ext uri="{FF2B5EF4-FFF2-40B4-BE49-F238E27FC236}">
                <a16:creationId xmlns:a16="http://schemas.microsoft.com/office/drawing/2014/main" id="{24281736-4DDE-9CFC-16F7-4447E56DCC1C}"/>
              </a:ext>
            </a:extLst>
          </p:cNvPr>
          <p:cNvSpPr>
            <a:spLocks noGrp="1"/>
          </p:cNvSpPr>
          <p:nvPr>
            <p:ph type="pic" sz="quarter" idx="10"/>
          </p:nvPr>
        </p:nvSpPr>
        <p:spPr>
          <a:xfrm>
            <a:off x="0" y="0"/>
            <a:ext cx="12191999" cy="6858000"/>
          </a:xfrm>
          <a:custGeom>
            <a:avLst/>
            <a:gdLst>
              <a:gd name="connsiteX0" fmla="*/ 11349036 w 12191999"/>
              <a:gd name="connsiteY0" fmla="*/ 421302 h 6858000"/>
              <a:gd name="connsiteX1" fmla="*/ 11407688 w 12191999"/>
              <a:gd name="connsiteY1" fmla="*/ 481634 h 6858000"/>
              <a:gd name="connsiteX2" fmla="*/ 11349036 w 12191999"/>
              <a:gd name="connsiteY2" fmla="*/ 541987 h 6858000"/>
              <a:gd name="connsiteX3" fmla="*/ 11290384 w 12191999"/>
              <a:gd name="connsiteY3" fmla="*/ 482003 h 6858000"/>
              <a:gd name="connsiteX4" fmla="*/ 11290384 w 12191999"/>
              <a:gd name="connsiteY4" fmla="*/ 481634 h 6858000"/>
              <a:gd name="connsiteX5" fmla="*/ 11349036 w 12191999"/>
              <a:gd name="connsiteY5" fmla="*/ 421302 h 6858000"/>
              <a:gd name="connsiteX6" fmla="*/ 11349036 w 12191999"/>
              <a:gd name="connsiteY6" fmla="*/ 377655 h 6858000"/>
              <a:gd name="connsiteX7" fmla="*/ 11243006 w 12191999"/>
              <a:gd name="connsiteY7" fmla="*/ 481655 h 6858000"/>
              <a:gd name="connsiteX8" fmla="*/ 11243006 w 12191999"/>
              <a:gd name="connsiteY8" fmla="*/ 482023 h 6858000"/>
              <a:gd name="connsiteX9" fmla="*/ 11349036 w 12191999"/>
              <a:gd name="connsiteY9" fmla="*/ 586371 h 6858000"/>
              <a:gd name="connsiteX10" fmla="*/ 11455087 w 12191999"/>
              <a:gd name="connsiteY10" fmla="*/ 482023 h 6858000"/>
              <a:gd name="connsiteX11" fmla="*/ 11349036 w 12191999"/>
              <a:gd name="connsiteY11" fmla="*/ 377675 h 6858000"/>
              <a:gd name="connsiteX12" fmla="*/ 11132060 w 12191999"/>
              <a:gd name="connsiteY12" fmla="*/ 377410 h 6858000"/>
              <a:gd name="connsiteX13" fmla="*/ 11027676 w 12191999"/>
              <a:gd name="connsiteY13" fmla="*/ 481840 h 6858000"/>
              <a:gd name="connsiteX14" fmla="*/ 11133603 w 12191999"/>
              <a:gd name="connsiteY14" fmla="*/ 586617 h 6858000"/>
              <a:gd name="connsiteX15" fmla="*/ 11226919 w 12191999"/>
              <a:gd name="connsiteY15" fmla="*/ 531014 h 6858000"/>
              <a:gd name="connsiteX16" fmla="*/ 11187996 w 12191999"/>
              <a:gd name="connsiteY16" fmla="*/ 508843 h 6858000"/>
              <a:gd name="connsiteX17" fmla="*/ 11187112 w 12191999"/>
              <a:gd name="connsiteY17" fmla="*/ 508843 h 6858000"/>
              <a:gd name="connsiteX18" fmla="*/ 11187112 w 12191999"/>
              <a:gd name="connsiteY18" fmla="*/ 508863 h 6858000"/>
              <a:gd name="connsiteX19" fmla="*/ 11133706 w 12191999"/>
              <a:gd name="connsiteY19" fmla="*/ 542622 h 6858000"/>
              <a:gd name="connsiteX20" fmla="*/ 11075342 w 12191999"/>
              <a:gd name="connsiteY20" fmla="*/ 482024 h 6858000"/>
              <a:gd name="connsiteX21" fmla="*/ 11091677 w 12191999"/>
              <a:gd name="connsiteY21" fmla="*/ 438295 h 6858000"/>
              <a:gd name="connsiteX22" fmla="*/ 11133809 w 12191999"/>
              <a:gd name="connsiteY22" fmla="*/ 421426 h 6858000"/>
              <a:gd name="connsiteX23" fmla="*/ 11187174 w 12191999"/>
              <a:gd name="connsiteY23" fmla="*/ 456720 h 6858000"/>
              <a:gd name="connsiteX24" fmla="*/ 11227022 w 12191999"/>
              <a:gd name="connsiteY24" fmla="*/ 434016 h 6858000"/>
              <a:gd name="connsiteX25" fmla="*/ 11132060 w 12191999"/>
              <a:gd name="connsiteY25" fmla="*/ 377410 h 6858000"/>
              <a:gd name="connsiteX26" fmla="*/ 11591358 w 12191999"/>
              <a:gd name="connsiteY26" fmla="*/ 331470 h 6858000"/>
              <a:gd name="connsiteX27" fmla="*/ 11591358 w 12191999"/>
              <a:gd name="connsiteY27" fmla="*/ 530892 h 6858000"/>
              <a:gd name="connsiteX28" fmla="*/ 11634684 w 12191999"/>
              <a:gd name="connsiteY28" fmla="*/ 580312 h 6858000"/>
              <a:gd name="connsiteX29" fmla="*/ 11634684 w 12191999"/>
              <a:gd name="connsiteY29" fmla="*/ 580353 h 6858000"/>
              <a:gd name="connsiteX30" fmla="*/ 11680231 w 12191999"/>
              <a:gd name="connsiteY30" fmla="*/ 580353 h 6858000"/>
              <a:gd name="connsiteX31" fmla="*/ 11680231 w 12191999"/>
              <a:gd name="connsiteY31" fmla="*/ 543523 h 6858000"/>
              <a:gd name="connsiteX32" fmla="*/ 11652870 w 12191999"/>
              <a:gd name="connsiteY32" fmla="*/ 543523 h 6858000"/>
              <a:gd name="connsiteX33" fmla="*/ 11638737 w 12191999"/>
              <a:gd name="connsiteY33" fmla="*/ 531485 h 6858000"/>
              <a:gd name="connsiteX34" fmla="*/ 11638737 w 12191999"/>
              <a:gd name="connsiteY34" fmla="*/ 425070 h 6858000"/>
              <a:gd name="connsiteX35" fmla="*/ 11676816 w 12191999"/>
              <a:gd name="connsiteY35" fmla="*/ 425070 h 6858000"/>
              <a:gd name="connsiteX36" fmla="*/ 11676816 w 12191999"/>
              <a:gd name="connsiteY36" fmla="*/ 388219 h 6858000"/>
              <a:gd name="connsiteX37" fmla="*/ 11638737 w 12191999"/>
              <a:gd name="connsiteY37" fmla="*/ 388219 h 6858000"/>
              <a:gd name="connsiteX38" fmla="*/ 11638737 w 12191999"/>
              <a:gd name="connsiteY38" fmla="*/ 331470 h 6858000"/>
              <a:gd name="connsiteX39" fmla="*/ 11483641 w 12191999"/>
              <a:gd name="connsiteY39" fmla="*/ 331470 h 6858000"/>
              <a:gd name="connsiteX40" fmla="*/ 11483641 w 12191999"/>
              <a:gd name="connsiteY40" fmla="*/ 530892 h 6858000"/>
              <a:gd name="connsiteX41" fmla="*/ 11527008 w 12191999"/>
              <a:gd name="connsiteY41" fmla="*/ 580312 h 6858000"/>
              <a:gd name="connsiteX42" fmla="*/ 11527008 w 12191999"/>
              <a:gd name="connsiteY42" fmla="*/ 580353 h 6858000"/>
              <a:gd name="connsiteX43" fmla="*/ 11564841 w 12191999"/>
              <a:gd name="connsiteY43" fmla="*/ 580353 h 6858000"/>
              <a:gd name="connsiteX44" fmla="*/ 11564841 w 12191999"/>
              <a:gd name="connsiteY44" fmla="*/ 543523 h 6858000"/>
              <a:gd name="connsiteX45" fmla="*/ 11545173 w 12191999"/>
              <a:gd name="connsiteY45" fmla="*/ 543523 h 6858000"/>
              <a:gd name="connsiteX46" fmla="*/ 11545153 w 12191999"/>
              <a:gd name="connsiteY46" fmla="*/ 543523 h 6858000"/>
              <a:gd name="connsiteX47" fmla="*/ 11531040 w 12191999"/>
              <a:gd name="connsiteY47" fmla="*/ 531485 h 6858000"/>
              <a:gd name="connsiteX48" fmla="*/ 11531040 w 12191999"/>
              <a:gd name="connsiteY48" fmla="*/ 331470 h 6858000"/>
              <a:gd name="connsiteX49" fmla="*/ 0 w 12191999"/>
              <a:gd name="connsiteY49" fmla="*/ 0 h 6858000"/>
              <a:gd name="connsiteX50" fmla="*/ 12191999 w 12191999"/>
              <a:gd name="connsiteY50" fmla="*/ 0 h 6858000"/>
              <a:gd name="connsiteX51" fmla="*/ 12191999 w 12191999"/>
              <a:gd name="connsiteY51" fmla="*/ 6858000 h 6858000"/>
              <a:gd name="connsiteX52" fmla="*/ 10725351 w 12191999"/>
              <a:gd name="connsiteY52" fmla="*/ 6858000 h 6858000"/>
              <a:gd name="connsiteX53" fmla="*/ 10564726 w 12191999"/>
              <a:gd name="connsiteY53" fmla="*/ 6469283 h 6858000"/>
              <a:gd name="connsiteX54" fmla="*/ 10254342 w 12191999"/>
              <a:gd name="connsiteY54" fmla="*/ 6469283 h 6858000"/>
              <a:gd name="connsiteX55" fmla="*/ 10415008 w 12191999"/>
              <a:gd name="connsiteY55" fmla="*/ 6858000 h 6858000"/>
              <a:gd name="connsiteX56" fmla="*/ 10167806 w 12191999"/>
              <a:gd name="connsiteY56" fmla="*/ 6858000 h 6858000"/>
              <a:gd name="connsiteX57" fmla="*/ 10007140 w 12191999"/>
              <a:gd name="connsiteY57" fmla="*/ 6469283 h 6858000"/>
              <a:gd name="connsiteX58" fmla="*/ 9696819 w 12191999"/>
              <a:gd name="connsiteY58" fmla="*/ 6469283 h 6858000"/>
              <a:gd name="connsiteX59" fmla="*/ 9857485 w 12191999"/>
              <a:gd name="connsiteY59" fmla="*/ 6858000 h 6858000"/>
              <a:gd name="connsiteX60" fmla="*/ 9610282 w 12191999"/>
              <a:gd name="connsiteY60" fmla="*/ 6858000 h 6858000"/>
              <a:gd name="connsiteX61" fmla="*/ 9449616 w 12191999"/>
              <a:gd name="connsiteY61" fmla="*/ 6469283 h 6858000"/>
              <a:gd name="connsiteX62" fmla="*/ 9386125 w 12191999"/>
              <a:gd name="connsiteY62" fmla="*/ 6469283 h 6858000"/>
              <a:gd name="connsiteX63" fmla="*/ 9139295 w 12191999"/>
              <a:gd name="connsiteY63" fmla="*/ 6469283 h 6858000"/>
              <a:gd name="connsiteX64" fmla="*/ 9262679 w 12191999"/>
              <a:gd name="connsiteY64" fmla="*/ 6767919 h 6858000"/>
              <a:gd name="connsiteX65" fmla="*/ 9299908 w 12191999"/>
              <a:gd name="connsiteY65" fmla="*/ 6858000 h 6858000"/>
              <a:gd name="connsiteX66" fmla="*/ 9052759 w 12191999"/>
              <a:gd name="connsiteY66" fmla="*/ 6858000 h 6858000"/>
              <a:gd name="connsiteX67" fmla="*/ 8892093 w 12191999"/>
              <a:gd name="connsiteY67" fmla="*/ 6469283 h 6858000"/>
              <a:gd name="connsiteX68" fmla="*/ 8581710 w 12191999"/>
              <a:gd name="connsiteY68" fmla="*/ 6469283 h 6858000"/>
              <a:gd name="connsiteX69" fmla="*/ 8742376 w 12191999"/>
              <a:gd name="connsiteY69" fmla="*/ 6858000 h 6858000"/>
              <a:gd name="connsiteX70" fmla="*/ 8495174 w 12191999"/>
              <a:gd name="connsiteY70" fmla="*/ 6858000 h 6858000"/>
              <a:gd name="connsiteX71" fmla="*/ 8334508 w 12191999"/>
              <a:gd name="connsiteY71" fmla="*/ 6469283 h 6858000"/>
              <a:gd name="connsiteX72" fmla="*/ 8024187 w 12191999"/>
              <a:gd name="connsiteY72" fmla="*/ 6469283 h 6858000"/>
              <a:gd name="connsiteX73" fmla="*/ 8184853 w 12191999"/>
              <a:gd name="connsiteY73" fmla="*/ 6858000 h 6858000"/>
              <a:gd name="connsiteX74" fmla="*/ 0 w 12191999"/>
              <a:gd name="connsiteY74" fmla="*/ 6858000 h 6858000"/>
              <a:gd name="connsiteX75" fmla="*/ 0 w 12191999"/>
              <a:gd name="connsiteY75" fmla="*/ 6350680 h 6858000"/>
              <a:gd name="connsiteX76" fmla="*/ 0 w 12191999"/>
              <a:gd name="connsiteY76" fmla="*/ 5885879 h 6858000"/>
              <a:gd name="connsiteX77" fmla="*/ 0 w 12191999"/>
              <a:gd name="connsiteY77" fmla="*/ 5444080 h 6858000"/>
              <a:gd name="connsiteX78" fmla="*/ 0 w 12191999"/>
              <a:gd name="connsiteY78" fmla="*/ 450200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2191999" h="6858000">
                <a:moveTo>
                  <a:pt x="11349036" y="421302"/>
                </a:moveTo>
                <a:cubicBezTo>
                  <a:pt x="11381396" y="421302"/>
                  <a:pt x="11407688" y="446893"/>
                  <a:pt x="11407688" y="481634"/>
                </a:cubicBezTo>
                <a:cubicBezTo>
                  <a:pt x="11407688" y="516376"/>
                  <a:pt x="11381458" y="541987"/>
                  <a:pt x="11349036" y="541987"/>
                </a:cubicBezTo>
                <a:cubicBezTo>
                  <a:pt x="11316676" y="541987"/>
                  <a:pt x="11290384" y="516396"/>
                  <a:pt x="11290384" y="482003"/>
                </a:cubicBezTo>
                <a:lnTo>
                  <a:pt x="11290384" y="481634"/>
                </a:lnTo>
                <a:cubicBezTo>
                  <a:pt x="11290384" y="446893"/>
                  <a:pt x="11316676" y="421302"/>
                  <a:pt x="11349036" y="421302"/>
                </a:cubicBezTo>
                <a:close/>
                <a:moveTo>
                  <a:pt x="11349036" y="377655"/>
                </a:moveTo>
                <a:cubicBezTo>
                  <a:pt x="11280098" y="377655"/>
                  <a:pt x="11243006" y="431211"/>
                  <a:pt x="11243006" y="481655"/>
                </a:cubicBezTo>
                <a:lnTo>
                  <a:pt x="11243006" y="482023"/>
                </a:lnTo>
                <a:cubicBezTo>
                  <a:pt x="11243006" y="532918"/>
                  <a:pt x="11280098" y="586371"/>
                  <a:pt x="11349036" y="586371"/>
                </a:cubicBezTo>
                <a:cubicBezTo>
                  <a:pt x="11417974" y="586371"/>
                  <a:pt x="11455087" y="532897"/>
                  <a:pt x="11455087" y="482023"/>
                </a:cubicBezTo>
                <a:cubicBezTo>
                  <a:pt x="11455087" y="431149"/>
                  <a:pt x="11418015" y="377675"/>
                  <a:pt x="11349036" y="377675"/>
                </a:cubicBezTo>
                <a:close/>
                <a:moveTo>
                  <a:pt x="11132060" y="377410"/>
                </a:moveTo>
                <a:cubicBezTo>
                  <a:pt x="11072647" y="377390"/>
                  <a:pt x="11027676" y="423882"/>
                  <a:pt x="11027676" y="481840"/>
                </a:cubicBezTo>
                <a:cubicBezTo>
                  <a:pt x="11027676" y="539797"/>
                  <a:pt x="11071125" y="586617"/>
                  <a:pt x="11133603" y="586617"/>
                </a:cubicBezTo>
                <a:cubicBezTo>
                  <a:pt x="11175818" y="586617"/>
                  <a:pt x="11209803" y="563484"/>
                  <a:pt x="11226919" y="531014"/>
                </a:cubicBezTo>
                <a:lnTo>
                  <a:pt x="11187996" y="508843"/>
                </a:lnTo>
                <a:lnTo>
                  <a:pt x="11187112" y="508843"/>
                </a:lnTo>
                <a:lnTo>
                  <a:pt x="11187112" y="508863"/>
                </a:lnTo>
                <a:cubicBezTo>
                  <a:pt x="11179912" y="525098"/>
                  <a:pt x="11163207" y="542520"/>
                  <a:pt x="11133706" y="542622"/>
                </a:cubicBezTo>
                <a:cubicBezTo>
                  <a:pt x="11100152" y="542622"/>
                  <a:pt x="11075342" y="517318"/>
                  <a:pt x="11075342" y="482024"/>
                </a:cubicBezTo>
                <a:cubicBezTo>
                  <a:pt x="11075342" y="464786"/>
                  <a:pt x="11081576" y="448797"/>
                  <a:pt x="11091677" y="438295"/>
                </a:cubicBezTo>
                <a:cubicBezTo>
                  <a:pt x="11103115" y="426912"/>
                  <a:pt x="11116487" y="420975"/>
                  <a:pt x="11133809" y="421426"/>
                </a:cubicBezTo>
                <a:cubicBezTo>
                  <a:pt x="11159668" y="421323"/>
                  <a:pt x="11178615" y="435961"/>
                  <a:pt x="11187174" y="456720"/>
                </a:cubicBezTo>
                <a:lnTo>
                  <a:pt x="11227022" y="434016"/>
                </a:lnTo>
                <a:cubicBezTo>
                  <a:pt x="11209412" y="399213"/>
                  <a:pt x="11173205" y="377410"/>
                  <a:pt x="11132060" y="377410"/>
                </a:cubicBezTo>
                <a:close/>
                <a:moveTo>
                  <a:pt x="11591358" y="331470"/>
                </a:moveTo>
                <a:lnTo>
                  <a:pt x="11591358" y="530892"/>
                </a:lnTo>
                <a:cubicBezTo>
                  <a:pt x="11591358" y="530892"/>
                  <a:pt x="11588540" y="580435"/>
                  <a:pt x="11634684" y="580312"/>
                </a:cubicBezTo>
                <a:lnTo>
                  <a:pt x="11634684" y="580353"/>
                </a:lnTo>
                <a:lnTo>
                  <a:pt x="11680231" y="580353"/>
                </a:lnTo>
                <a:lnTo>
                  <a:pt x="11680231" y="543523"/>
                </a:lnTo>
                <a:lnTo>
                  <a:pt x="11652870" y="543523"/>
                </a:lnTo>
                <a:cubicBezTo>
                  <a:pt x="11652870" y="543523"/>
                  <a:pt x="11639127" y="543666"/>
                  <a:pt x="11638737" y="531485"/>
                </a:cubicBezTo>
                <a:lnTo>
                  <a:pt x="11638737" y="425070"/>
                </a:lnTo>
                <a:lnTo>
                  <a:pt x="11676816" y="425070"/>
                </a:lnTo>
                <a:lnTo>
                  <a:pt x="11676816" y="388219"/>
                </a:lnTo>
                <a:lnTo>
                  <a:pt x="11638737" y="388219"/>
                </a:lnTo>
                <a:lnTo>
                  <a:pt x="11638737" y="331470"/>
                </a:lnTo>
                <a:close/>
                <a:moveTo>
                  <a:pt x="11483641" y="331470"/>
                </a:moveTo>
                <a:lnTo>
                  <a:pt x="11483641" y="530892"/>
                </a:lnTo>
                <a:cubicBezTo>
                  <a:pt x="11483641" y="530892"/>
                  <a:pt x="11479980" y="580312"/>
                  <a:pt x="11527008" y="580312"/>
                </a:cubicBezTo>
                <a:lnTo>
                  <a:pt x="11527008" y="580353"/>
                </a:lnTo>
                <a:lnTo>
                  <a:pt x="11564841" y="580353"/>
                </a:lnTo>
                <a:lnTo>
                  <a:pt x="11564841" y="543523"/>
                </a:lnTo>
                <a:lnTo>
                  <a:pt x="11545173" y="543523"/>
                </a:lnTo>
                <a:lnTo>
                  <a:pt x="11545153" y="543523"/>
                </a:lnTo>
                <a:cubicBezTo>
                  <a:pt x="11545153" y="543523"/>
                  <a:pt x="11531431" y="543646"/>
                  <a:pt x="11531040" y="531485"/>
                </a:cubicBezTo>
                <a:lnTo>
                  <a:pt x="11531040" y="331470"/>
                </a:lnTo>
                <a:close/>
                <a:moveTo>
                  <a:pt x="0" y="0"/>
                </a:moveTo>
                <a:lnTo>
                  <a:pt x="12191999" y="0"/>
                </a:lnTo>
                <a:lnTo>
                  <a:pt x="12191999" y="6858000"/>
                </a:lnTo>
                <a:lnTo>
                  <a:pt x="10725351" y="6858000"/>
                </a:lnTo>
                <a:lnTo>
                  <a:pt x="10564726" y="6469283"/>
                </a:lnTo>
                <a:lnTo>
                  <a:pt x="10254342" y="6469283"/>
                </a:lnTo>
                <a:lnTo>
                  <a:pt x="10415008" y="6858000"/>
                </a:lnTo>
                <a:lnTo>
                  <a:pt x="10167806" y="6858000"/>
                </a:lnTo>
                <a:lnTo>
                  <a:pt x="10007140" y="6469283"/>
                </a:lnTo>
                <a:lnTo>
                  <a:pt x="9696819" y="6469283"/>
                </a:lnTo>
                <a:lnTo>
                  <a:pt x="9857485" y="6858000"/>
                </a:lnTo>
                <a:lnTo>
                  <a:pt x="9610282" y="6858000"/>
                </a:lnTo>
                <a:lnTo>
                  <a:pt x="9449616" y="6469283"/>
                </a:lnTo>
                <a:lnTo>
                  <a:pt x="9386125" y="6469283"/>
                </a:lnTo>
                <a:lnTo>
                  <a:pt x="9139295" y="6469283"/>
                </a:lnTo>
                <a:lnTo>
                  <a:pt x="9262679" y="6767919"/>
                </a:lnTo>
                <a:lnTo>
                  <a:pt x="9299908" y="6858000"/>
                </a:lnTo>
                <a:lnTo>
                  <a:pt x="9052759" y="6858000"/>
                </a:lnTo>
                <a:lnTo>
                  <a:pt x="8892093" y="6469283"/>
                </a:lnTo>
                <a:lnTo>
                  <a:pt x="8581710" y="6469283"/>
                </a:lnTo>
                <a:lnTo>
                  <a:pt x="8742376" y="6858000"/>
                </a:lnTo>
                <a:lnTo>
                  <a:pt x="8495174" y="6858000"/>
                </a:lnTo>
                <a:lnTo>
                  <a:pt x="8334508" y="6469283"/>
                </a:lnTo>
                <a:lnTo>
                  <a:pt x="8024187" y="6469283"/>
                </a:lnTo>
                <a:lnTo>
                  <a:pt x="8184853" y="6858000"/>
                </a:lnTo>
                <a:lnTo>
                  <a:pt x="0" y="6858000"/>
                </a:lnTo>
                <a:lnTo>
                  <a:pt x="0" y="6350680"/>
                </a:lnTo>
                <a:lnTo>
                  <a:pt x="0" y="5885879"/>
                </a:lnTo>
                <a:lnTo>
                  <a:pt x="0" y="5444080"/>
                </a:lnTo>
                <a:lnTo>
                  <a:pt x="0" y="4502003"/>
                </a:lnTo>
                <a:close/>
              </a:path>
            </a:pathLst>
          </a:custGeom>
          <a:pattFill prst="pct5">
            <a:fgClr>
              <a:schemeClr val="accent3"/>
            </a:fgClr>
            <a:bgClr>
              <a:schemeClr val="bg1"/>
            </a:bgClr>
          </a:pattFill>
        </p:spPr>
        <p:txBody>
          <a:bodyPr wrap="square">
            <a:noAutofit/>
          </a:bodyPr>
          <a:lstStyle/>
          <a:p>
            <a:r>
              <a:rPr lang="en-US"/>
              <a:t>Click icon to add picture</a:t>
            </a:r>
            <a:endParaRPr lang="en-GB"/>
          </a:p>
        </p:txBody>
      </p:sp>
      <p:sp>
        <p:nvSpPr>
          <p:cNvPr id="2" name="Title 1">
            <a:extLst>
              <a:ext uri="{FF2B5EF4-FFF2-40B4-BE49-F238E27FC236}">
                <a16:creationId xmlns:a16="http://schemas.microsoft.com/office/drawing/2014/main" id="{B5647D2C-E97F-2F2F-3A30-FC9921E679A7}"/>
              </a:ext>
            </a:extLst>
          </p:cNvPr>
          <p:cNvSpPr>
            <a:spLocks noGrp="1"/>
          </p:cNvSpPr>
          <p:nvPr>
            <p:ph type="title" hasCustomPrompt="1"/>
          </p:nvPr>
        </p:nvSpPr>
        <p:spPr>
          <a:xfrm>
            <a:off x="1080000" y="648368"/>
            <a:ext cx="7745747" cy="4019884"/>
          </a:xfrm>
        </p:spPr>
        <p:txBody>
          <a:bodyPr anchor="t">
            <a:normAutofit/>
          </a:bodyPr>
          <a:lstStyle>
            <a:lvl1pPr fontAlgn="t">
              <a:lnSpc>
                <a:spcPct val="70000"/>
              </a:lnSpc>
              <a:defRPr sz="6000">
                <a:solidFill>
                  <a:schemeClr val="tx1"/>
                </a:solidFill>
              </a:defRPr>
            </a:lvl1pPr>
          </a:lstStyle>
          <a:p>
            <a:r>
              <a:rPr lang="en-GB"/>
              <a:t>Click to edit Master title style.</a:t>
            </a:r>
          </a:p>
        </p:txBody>
      </p:sp>
      <p:pic>
        <p:nvPicPr>
          <p:cNvPr id="41" name="Graphic 40">
            <a:extLst>
              <a:ext uri="{FF2B5EF4-FFF2-40B4-BE49-F238E27FC236}">
                <a16:creationId xmlns:a16="http://schemas.microsoft.com/office/drawing/2014/main" id="{C5ADBA68-B969-9AE6-B5E9-AC5C99B658E0}"/>
              </a:ext>
            </a:extLst>
          </p:cNvPr>
          <p:cNvPicPr>
            <a:picLocks noChangeAspect="1"/>
          </p:cNvPicPr>
          <p:nvPr userDrawn="1"/>
        </p:nvPicPr>
        <p:blipFill>
          <a:blip>
            <a:extLst>
              <a:ext uri="{96DAC541-7B7A-43D3-8B79-37D633B846F1}">
                <asvg:svgBlip xmlns:asvg="http://schemas.microsoft.com/office/drawing/2016/SVG/main" r:embed="rId2"/>
              </a:ext>
            </a:extLst>
          </a:blip>
          <a:srcRect l="-371371" t="-126189" r="-32059" b="25517"/>
          <a:stretch>
            <a:fillRect/>
          </a:stretch>
        </p:blipFill>
        <p:spPr>
          <a:xfrm rot="5400000">
            <a:off x="5563837" y="227361"/>
            <a:ext cx="6856858" cy="6402134"/>
          </a:xfrm>
          <a:custGeom>
            <a:avLst/>
            <a:gdLst>
              <a:gd name="connsiteX0" fmla="*/ 0 w 6856858"/>
              <a:gd name="connsiteY0" fmla="*/ 6402134 h 6402134"/>
              <a:gd name="connsiteX1" fmla="*/ 0 w 6856858"/>
              <a:gd name="connsiteY1" fmla="*/ 64 h 6402134"/>
              <a:gd name="connsiteX2" fmla="*/ 6856858 w 6856858"/>
              <a:gd name="connsiteY2" fmla="*/ 0 h 6402134"/>
              <a:gd name="connsiteX3" fmla="*/ 6856857 w 6856858"/>
              <a:gd name="connsiteY3" fmla="*/ 6402134 h 6402134"/>
              <a:gd name="connsiteX4" fmla="*/ 6420207 w 6856858"/>
              <a:gd name="connsiteY4" fmla="*/ 6221445 h 6402134"/>
              <a:gd name="connsiteX5" fmla="*/ 6420208 w 6856858"/>
              <a:gd name="connsiteY5" fmla="*/ 4025879 h 6402134"/>
              <a:gd name="connsiteX6" fmla="*/ 5058179 w 6856858"/>
              <a:gd name="connsiteY6" fmla="*/ 4025879 h 6402134"/>
              <a:gd name="connsiteX7" fmla="*/ 5058178 w 6856858"/>
              <a:gd name="connsiteY7" fmla="*/ 5657828 h 6402134"/>
              <a:gd name="connsiteX8" fmla="*/ 3428428 w 6856858"/>
              <a:gd name="connsiteY8" fmla="*/ 4983427 h 6402134"/>
              <a:gd name="connsiteX9" fmla="*/ 0 w 6856858"/>
              <a:gd name="connsiteY9" fmla="*/ 6402134 h 640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6858" h="6402134">
                <a:moveTo>
                  <a:pt x="0" y="6402134"/>
                </a:moveTo>
                <a:lnTo>
                  <a:pt x="0" y="64"/>
                </a:lnTo>
                <a:lnTo>
                  <a:pt x="6856858" y="0"/>
                </a:lnTo>
                <a:lnTo>
                  <a:pt x="6856857" y="6402134"/>
                </a:lnTo>
                <a:lnTo>
                  <a:pt x="6420207" y="6221445"/>
                </a:lnTo>
                <a:lnTo>
                  <a:pt x="6420208" y="4025879"/>
                </a:lnTo>
                <a:lnTo>
                  <a:pt x="5058179" y="4025879"/>
                </a:lnTo>
                <a:lnTo>
                  <a:pt x="5058178" y="5657828"/>
                </a:lnTo>
                <a:lnTo>
                  <a:pt x="3428428" y="4983427"/>
                </a:lnTo>
                <a:lnTo>
                  <a:pt x="0" y="6402134"/>
                </a:lnTo>
                <a:close/>
              </a:path>
            </a:pathLst>
          </a:custGeom>
        </p:spPr>
      </p:pic>
      <p:grpSp>
        <p:nvGrpSpPr>
          <p:cNvPr id="3" name="Group 2">
            <a:extLst>
              <a:ext uri="{FF2B5EF4-FFF2-40B4-BE49-F238E27FC236}">
                <a16:creationId xmlns:a16="http://schemas.microsoft.com/office/drawing/2014/main" id="{49AB8136-9A1C-1F7D-00D8-B8206F7C8F5B}"/>
              </a:ext>
            </a:extLst>
          </p:cNvPr>
          <p:cNvGrpSpPr/>
          <p:nvPr userDrawn="1"/>
        </p:nvGrpSpPr>
        <p:grpSpPr>
          <a:xfrm>
            <a:off x="-2236817" y="-1"/>
            <a:ext cx="2155910" cy="6857999"/>
            <a:chOff x="-2236817" y="-1"/>
            <a:chExt cx="2155910" cy="6857999"/>
          </a:xfrm>
        </p:grpSpPr>
        <p:sp>
          <p:nvSpPr>
            <p:cNvPr id="4" name="Rectangle 3">
              <a:extLst>
                <a:ext uri="{FF2B5EF4-FFF2-40B4-BE49-F238E27FC236}">
                  <a16:creationId xmlns:a16="http://schemas.microsoft.com/office/drawing/2014/main" id="{427BA37F-30F6-8B1B-276F-06441A9603AB}"/>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5" name="Picture 4" descr="A screenshot of a computer&#10;&#10;Description automatically generated">
              <a:extLst>
                <a:ext uri="{FF2B5EF4-FFF2-40B4-BE49-F238E27FC236}">
                  <a16:creationId xmlns:a16="http://schemas.microsoft.com/office/drawing/2014/main" id="{F5E12049-041B-98D8-4F8F-6632B38E705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6" name="Picture 5">
              <a:extLst>
                <a:ext uri="{FF2B5EF4-FFF2-40B4-BE49-F238E27FC236}">
                  <a16:creationId xmlns:a16="http://schemas.microsoft.com/office/drawing/2014/main" id="{A2A3E6CA-05FD-A8D1-3A6B-A0CA8E8738E8}"/>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3840030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7">
          <p15:clr>
            <a:srgbClr val="FBAE40"/>
          </p15:clr>
        </p15:guide>
        <p15:guide id="2" orient="horz" pos="36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tatement Text Image_Teal_Double">
    <p:bg>
      <p:bgPr>
        <a:solidFill>
          <a:schemeClr val="accent3"/>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6BD2752-DFC6-BB09-EE42-7ACBE45DD066}"/>
              </a:ext>
            </a:extLst>
          </p:cNvPr>
          <p:cNvSpPr/>
          <p:nvPr userDrawn="1"/>
        </p:nvSpPr>
        <p:spPr>
          <a:xfrm>
            <a:off x="10964837" y="0"/>
            <a:ext cx="1227163" cy="648369"/>
          </a:xfrm>
          <a:prstGeom prst="rect">
            <a:avLst/>
          </a:prstGeom>
          <a:solidFill>
            <a:schemeClr val="tx1"/>
          </a:solidFill>
          <a:ln w="6344" cap="flat">
            <a:noFill/>
            <a:prstDash val="solid"/>
            <a:miter/>
          </a:ln>
        </p:spPr>
        <p:txBody>
          <a:bodyPr rtlCol="0" anchor="ctr"/>
          <a:lstStyle/>
          <a:p>
            <a:pPr algn="l"/>
            <a:endParaRPr lang="en-US"/>
          </a:p>
        </p:txBody>
      </p:sp>
      <p:sp>
        <p:nvSpPr>
          <p:cNvPr id="34" name="Picture Placeholder 33">
            <a:extLst>
              <a:ext uri="{FF2B5EF4-FFF2-40B4-BE49-F238E27FC236}">
                <a16:creationId xmlns:a16="http://schemas.microsoft.com/office/drawing/2014/main" id="{66D04EB7-C58F-3C20-A6B7-021908E709F6}"/>
              </a:ext>
            </a:extLst>
          </p:cNvPr>
          <p:cNvSpPr>
            <a:spLocks noGrp="1"/>
          </p:cNvSpPr>
          <p:nvPr>
            <p:ph type="pic" sz="quarter" idx="10" hasCustomPrompt="1"/>
          </p:nvPr>
        </p:nvSpPr>
        <p:spPr>
          <a:xfrm>
            <a:off x="1" y="0"/>
            <a:ext cx="12191999" cy="6858000"/>
          </a:xfrm>
          <a:custGeom>
            <a:avLst/>
            <a:gdLst>
              <a:gd name="connsiteX0" fmla="*/ 1108943 w 12191999"/>
              <a:gd name="connsiteY0" fmla="*/ 5119963 h 6858000"/>
              <a:gd name="connsiteX1" fmla="*/ 1334206 w 12191999"/>
              <a:gd name="connsiteY1" fmla="*/ 5664968 h 6858000"/>
              <a:gd name="connsiteX2" fmla="*/ 1108943 w 12191999"/>
              <a:gd name="connsiteY2" fmla="*/ 6210029 h 6858000"/>
              <a:gd name="connsiteX3" fmla="*/ 1392136 w 12191999"/>
              <a:gd name="connsiteY3" fmla="*/ 6210029 h 6858000"/>
              <a:gd name="connsiteX4" fmla="*/ 1617342 w 12191999"/>
              <a:gd name="connsiteY4" fmla="*/ 5664968 h 6858000"/>
              <a:gd name="connsiteX5" fmla="*/ 1392136 w 12191999"/>
              <a:gd name="connsiteY5" fmla="*/ 5119963 h 6858000"/>
              <a:gd name="connsiteX6" fmla="*/ 600261 w 12191999"/>
              <a:gd name="connsiteY6" fmla="*/ 5119963 h 6858000"/>
              <a:gd name="connsiteX7" fmla="*/ 825524 w 12191999"/>
              <a:gd name="connsiteY7" fmla="*/ 5664968 h 6858000"/>
              <a:gd name="connsiteX8" fmla="*/ 600261 w 12191999"/>
              <a:gd name="connsiteY8" fmla="*/ 6210029 h 6858000"/>
              <a:gd name="connsiteX9" fmla="*/ 883397 w 12191999"/>
              <a:gd name="connsiteY9" fmla="*/ 6210029 h 6858000"/>
              <a:gd name="connsiteX10" fmla="*/ 1108660 w 12191999"/>
              <a:gd name="connsiteY10" fmla="*/ 5664968 h 6858000"/>
              <a:gd name="connsiteX11" fmla="*/ 883397 w 12191999"/>
              <a:gd name="connsiteY11" fmla="*/ 5119963 h 6858000"/>
              <a:gd name="connsiteX12" fmla="*/ 91579 w 12191999"/>
              <a:gd name="connsiteY12" fmla="*/ 5119963 h 6858000"/>
              <a:gd name="connsiteX13" fmla="*/ 204154 w 12191999"/>
              <a:gd name="connsiteY13" fmla="*/ 5392437 h 6858000"/>
              <a:gd name="connsiteX14" fmla="*/ 316785 w 12191999"/>
              <a:gd name="connsiteY14" fmla="*/ 5664968 h 6858000"/>
              <a:gd name="connsiteX15" fmla="*/ 91579 w 12191999"/>
              <a:gd name="connsiteY15" fmla="*/ 6210029 h 6858000"/>
              <a:gd name="connsiteX16" fmla="*/ 374715 w 12191999"/>
              <a:gd name="connsiteY16" fmla="*/ 6210029 h 6858000"/>
              <a:gd name="connsiteX17" fmla="*/ 599978 w 12191999"/>
              <a:gd name="connsiteY17" fmla="*/ 5664968 h 6858000"/>
              <a:gd name="connsiteX18" fmla="*/ 374715 w 12191999"/>
              <a:gd name="connsiteY18" fmla="*/ 5119963 h 6858000"/>
              <a:gd name="connsiteX19" fmla="*/ 316785 w 12191999"/>
              <a:gd name="connsiteY19" fmla="*/ 5119963 h 6858000"/>
              <a:gd name="connsiteX20" fmla="*/ 11349036 w 12191999"/>
              <a:gd name="connsiteY20" fmla="*/ 421302 h 6858000"/>
              <a:gd name="connsiteX21" fmla="*/ 11407688 w 12191999"/>
              <a:gd name="connsiteY21" fmla="*/ 481634 h 6858000"/>
              <a:gd name="connsiteX22" fmla="*/ 11349036 w 12191999"/>
              <a:gd name="connsiteY22" fmla="*/ 541987 h 6858000"/>
              <a:gd name="connsiteX23" fmla="*/ 11290384 w 12191999"/>
              <a:gd name="connsiteY23" fmla="*/ 482003 h 6858000"/>
              <a:gd name="connsiteX24" fmla="*/ 11290384 w 12191999"/>
              <a:gd name="connsiteY24" fmla="*/ 481634 h 6858000"/>
              <a:gd name="connsiteX25" fmla="*/ 11349036 w 12191999"/>
              <a:gd name="connsiteY25" fmla="*/ 421302 h 6858000"/>
              <a:gd name="connsiteX26" fmla="*/ 11349036 w 12191999"/>
              <a:gd name="connsiteY26" fmla="*/ 377655 h 6858000"/>
              <a:gd name="connsiteX27" fmla="*/ 11243006 w 12191999"/>
              <a:gd name="connsiteY27" fmla="*/ 481655 h 6858000"/>
              <a:gd name="connsiteX28" fmla="*/ 11243006 w 12191999"/>
              <a:gd name="connsiteY28" fmla="*/ 482023 h 6858000"/>
              <a:gd name="connsiteX29" fmla="*/ 11349036 w 12191999"/>
              <a:gd name="connsiteY29" fmla="*/ 586371 h 6858000"/>
              <a:gd name="connsiteX30" fmla="*/ 11455087 w 12191999"/>
              <a:gd name="connsiteY30" fmla="*/ 482023 h 6858000"/>
              <a:gd name="connsiteX31" fmla="*/ 11349036 w 12191999"/>
              <a:gd name="connsiteY31" fmla="*/ 377675 h 6858000"/>
              <a:gd name="connsiteX32" fmla="*/ 11132060 w 12191999"/>
              <a:gd name="connsiteY32" fmla="*/ 377410 h 6858000"/>
              <a:gd name="connsiteX33" fmla="*/ 11027676 w 12191999"/>
              <a:gd name="connsiteY33" fmla="*/ 481840 h 6858000"/>
              <a:gd name="connsiteX34" fmla="*/ 11133603 w 12191999"/>
              <a:gd name="connsiteY34" fmla="*/ 586617 h 6858000"/>
              <a:gd name="connsiteX35" fmla="*/ 11226919 w 12191999"/>
              <a:gd name="connsiteY35" fmla="*/ 531014 h 6858000"/>
              <a:gd name="connsiteX36" fmla="*/ 11187996 w 12191999"/>
              <a:gd name="connsiteY36" fmla="*/ 508843 h 6858000"/>
              <a:gd name="connsiteX37" fmla="*/ 11187112 w 12191999"/>
              <a:gd name="connsiteY37" fmla="*/ 508843 h 6858000"/>
              <a:gd name="connsiteX38" fmla="*/ 11187112 w 12191999"/>
              <a:gd name="connsiteY38" fmla="*/ 508863 h 6858000"/>
              <a:gd name="connsiteX39" fmla="*/ 11133706 w 12191999"/>
              <a:gd name="connsiteY39" fmla="*/ 542622 h 6858000"/>
              <a:gd name="connsiteX40" fmla="*/ 11075342 w 12191999"/>
              <a:gd name="connsiteY40" fmla="*/ 482024 h 6858000"/>
              <a:gd name="connsiteX41" fmla="*/ 11091677 w 12191999"/>
              <a:gd name="connsiteY41" fmla="*/ 438295 h 6858000"/>
              <a:gd name="connsiteX42" fmla="*/ 11133809 w 12191999"/>
              <a:gd name="connsiteY42" fmla="*/ 421426 h 6858000"/>
              <a:gd name="connsiteX43" fmla="*/ 11187174 w 12191999"/>
              <a:gd name="connsiteY43" fmla="*/ 456720 h 6858000"/>
              <a:gd name="connsiteX44" fmla="*/ 11227022 w 12191999"/>
              <a:gd name="connsiteY44" fmla="*/ 434016 h 6858000"/>
              <a:gd name="connsiteX45" fmla="*/ 11132060 w 12191999"/>
              <a:gd name="connsiteY45" fmla="*/ 377410 h 6858000"/>
              <a:gd name="connsiteX46" fmla="*/ 11591358 w 12191999"/>
              <a:gd name="connsiteY46" fmla="*/ 331470 h 6858000"/>
              <a:gd name="connsiteX47" fmla="*/ 11591358 w 12191999"/>
              <a:gd name="connsiteY47" fmla="*/ 530892 h 6858000"/>
              <a:gd name="connsiteX48" fmla="*/ 11634684 w 12191999"/>
              <a:gd name="connsiteY48" fmla="*/ 580312 h 6858000"/>
              <a:gd name="connsiteX49" fmla="*/ 11634684 w 12191999"/>
              <a:gd name="connsiteY49" fmla="*/ 580353 h 6858000"/>
              <a:gd name="connsiteX50" fmla="*/ 11680231 w 12191999"/>
              <a:gd name="connsiteY50" fmla="*/ 580353 h 6858000"/>
              <a:gd name="connsiteX51" fmla="*/ 11680231 w 12191999"/>
              <a:gd name="connsiteY51" fmla="*/ 543523 h 6858000"/>
              <a:gd name="connsiteX52" fmla="*/ 11652870 w 12191999"/>
              <a:gd name="connsiteY52" fmla="*/ 543523 h 6858000"/>
              <a:gd name="connsiteX53" fmla="*/ 11638737 w 12191999"/>
              <a:gd name="connsiteY53" fmla="*/ 531485 h 6858000"/>
              <a:gd name="connsiteX54" fmla="*/ 11638737 w 12191999"/>
              <a:gd name="connsiteY54" fmla="*/ 425070 h 6858000"/>
              <a:gd name="connsiteX55" fmla="*/ 11676816 w 12191999"/>
              <a:gd name="connsiteY55" fmla="*/ 425070 h 6858000"/>
              <a:gd name="connsiteX56" fmla="*/ 11676816 w 12191999"/>
              <a:gd name="connsiteY56" fmla="*/ 388219 h 6858000"/>
              <a:gd name="connsiteX57" fmla="*/ 11638737 w 12191999"/>
              <a:gd name="connsiteY57" fmla="*/ 388219 h 6858000"/>
              <a:gd name="connsiteX58" fmla="*/ 11638737 w 12191999"/>
              <a:gd name="connsiteY58" fmla="*/ 331470 h 6858000"/>
              <a:gd name="connsiteX59" fmla="*/ 11483641 w 12191999"/>
              <a:gd name="connsiteY59" fmla="*/ 331470 h 6858000"/>
              <a:gd name="connsiteX60" fmla="*/ 11483641 w 12191999"/>
              <a:gd name="connsiteY60" fmla="*/ 530892 h 6858000"/>
              <a:gd name="connsiteX61" fmla="*/ 11527008 w 12191999"/>
              <a:gd name="connsiteY61" fmla="*/ 580312 h 6858000"/>
              <a:gd name="connsiteX62" fmla="*/ 11527008 w 12191999"/>
              <a:gd name="connsiteY62" fmla="*/ 580353 h 6858000"/>
              <a:gd name="connsiteX63" fmla="*/ 11564841 w 12191999"/>
              <a:gd name="connsiteY63" fmla="*/ 580353 h 6858000"/>
              <a:gd name="connsiteX64" fmla="*/ 11564841 w 12191999"/>
              <a:gd name="connsiteY64" fmla="*/ 543523 h 6858000"/>
              <a:gd name="connsiteX65" fmla="*/ 11545173 w 12191999"/>
              <a:gd name="connsiteY65" fmla="*/ 543523 h 6858000"/>
              <a:gd name="connsiteX66" fmla="*/ 11545153 w 12191999"/>
              <a:gd name="connsiteY66" fmla="*/ 543523 h 6858000"/>
              <a:gd name="connsiteX67" fmla="*/ 11531040 w 12191999"/>
              <a:gd name="connsiteY67" fmla="*/ 531485 h 6858000"/>
              <a:gd name="connsiteX68" fmla="*/ 11531040 w 12191999"/>
              <a:gd name="connsiteY68" fmla="*/ 331470 h 6858000"/>
              <a:gd name="connsiteX69" fmla="*/ 0 w 12191999"/>
              <a:gd name="connsiteY69" fmla="*/ 0 h 6858000"/>
              <a:gd name="connsiteX70" fmla="*/ 12191999 w 12191999"/>
              <a:gd name="connsiteY70" fmla="*/ 0 h 6858000"/>
              <a:gd name="connsiteX71" fmla="*/ 12191999 w 12191999"/>
              <a:gd name="connsiteY71" fmla="*/ 6858000 h 6858000"/>
              <a:gd name="connsiteX72" fmla="*/ 10725351 w 12191999"/>
              <a:gd name="connsiteY72" fmla="*/ 6858000 h 6858000"/>
              <a:gd name="connsiteX73" fmla="*/ 10564726 w 12191999"/>
              <a:gd name="connsiteY73" fmla="*/ 6469283 h 6858000"/>
              <a:gd name="connsiteX74" fmla="*/ 10254342 w 12191999"/>
              <a:gd name="connsiteY74" fmla="*/ 6469283 h 6858000"/>
              <a:gd name="connsiteX75" fmla="*/ 10415008 w 12191999"/>
              <a:gd name="connsiteY75" fmla="*/ 6858000 h 6858000"/>
              <a:gd name="connsiteX76" fmla="*/ 10167806 w 12191999"/>
              <a:gd name="connsiteY76" fmla="*/ 6858000 h 6858000"/>
              <a:gd name="connsiteX77" fmla="*/ 10007140 w 12191999"/>
              <a:gd name="connsiteY77" fmla="*/ 6469283 h 6858000"/>
              <a:gd name="connsiteX78" fmla="*/ 9696819 w 12191999"/>
              <a:gd name="connsiteY78" fmla="*/ 6469283 h 6858000"/>
              <a:gd name="connsiteX79" fmla="*/ 9857485 w 12191999"/>
              <a:gd name="connsiteY79" fmla="*/ 6858000 h 6858000"/>
              <a:gd name="connsiteX80" fmla="*/ 9610282 w 12191999"/>
              <a:gd name="connsiteY80" fmla="*/ 6858000 h 6858000"/>
              <a:gd name="connsiteX81" fmla="*/ 9449616 w 12191999"/>
              <a:gd name="connsiteY81" fmla="*/ 6469283 h 6858000"/>
              <a:gd name="connsiteX82" fmla="*/ 9386125 w 12191999"/>
              <a:gd name="connsiteY82" fmla="*/ 6469283 h 6858000"/>
              <a:gd name="connsiteX83" fmla="*/ 9139295 w 12191999"/>
              <a:gd name="connsiteY83" fmla="*/ 6469283 h 6858000"/>
              <a:gd name="connsiteX84" fmla="*/ 9262679 w 12191999"/>
              <a:gd name="connsiteY84" fmla="*/ 6767919 h 6858000"/>
              <a:gd name="connsiteX85" fmla="*/ 9299908 w 12191999"/>
              <a:gd name="connsiteY85" fmla="*/ 6858000 h 6858000"/>
              <a:gd name="connsiteX86" fmla="*/ 9052759 w 12191999"/>
              <a:gd name="connsiteY86" fmla="*/ 6858000 h 6858000"/>
              <a:gd name="connsiteX87" fmla="*/ 8892093 w 12191999"/>
              <a:gd name="connsiteY87" fmla="*/ 6469283 h 6858000"/>
              <a:gd name="connsiteX88" fmla="*/ 8581710 w 12191999"/>
              <a:gd name="connsiteY88" fmla="*/ 6469283 h 6858000"/>
              <a:gd name="connsiteX89" fmla="*/ 8742376 w 12191999"/>
              <a:gd name="connsiteY89" fmla="*/ 6858000 h 6858000"/>
              <a:gd name="connsiteX90" fmla="*/ 8495174 w 12191999"/>
              <a:gd name="connsiteY90" fmla="*/ 6858000 h 6858000"/>
              <a:gd name="connsiteX91" fmla="*/ 8334508 w 12191999"/>
              <a:gd name="connsiteY91" fmla="*/ 6469283 h 6858000"/>
              <a:gd name="connsiteX92" fmla="*/ 8024187 w 12191999"/>
              <a:gd name="connsiteY92" fmla="*/ 6469283 h 6858000"/>
              <a:gd name="connsiteX93" fmla="*/ 8184853 w 12191999"/>
              <a:gd name="connsiteY93" fmla="*/ 6858000 h 6858000"/>
              <a:gd name="connsiteX94" fmla="*/ 0 w 12191999"/>
              <a:gd name="connsiteY94" fmla="*/ 6858000 h 6858000"/>
              <a:gd name="connsiteX95" fmla="*/ 0 w 12191999"/>
              <a:gd name="connsiteY95" fmla="*/ 5885879 h 6858000"/>
              <a:gd name="connsiteX96" fmla="*/ 91298 w 12191999"/>
              <a:gd name="connsiteY96" fmla="*/ 5664968 h 6858000"/>
              <a:gd name="connsiteX97" fmla="*/ 0 w 12191999"/>
              <a:gd name="connsiteY97" fmla="*/ 54440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2191999" h="6858000">
                <a:moveTo>
                  <a:pt x="1108943" y="5119963"/>
                </a:moveTo>
                <a:lnTo>
                  <a:pt x="1334206" y="5664968"/>
                </a:lnTo>
                <a:lnTo>
                  <a:pt x="1108943" y="6210029"/>
                </a:lnTo>
                <a:lnTo>
                  <a:pt x="1392136" y="6210029"/>
                </a:lnTo>
                <a:lnTo>
                  <a:pt x="1617342" y="5664968"/>
                </a:lnTo>
                <a:lnTo>
                  <a:pt x="1392136" y="5119963"/>
                </a:lnTo>
                <a:close/>
                <a:moveTo>
                  <a:pt x="600261" y="5119963"/>
                </a:moveTo>
                <a:lnTo>
                  <a:pt x="825524" y="5664968"/>
                </a:lnTo>
                <a:lnTo>
                  <a:pt x="600261" y="6210029"/>
                </a:lnTo>
                <a:lnTo>
                  <a:pt x="883397" y="6210029"/>
                </a:lnTo>
                <a:lnTo>
                  <a:pt x="1108660" y="5664968"/>
                </a:lnTo>
                <a:lnTo>
                  <a:pt x="883397" y="5119963"/>
                </a:lnTo>
                <a:close/>
                <a:moveTo>
                  <a:pt x="91579" y="5119963"/>
                </a:moveTo>
                <a:lnTo>
                  <a:pt x="204154" y="5392437"/>
                </a:lnTo>
                <a:lnTo>
                  <a:pt x="316785" y="5664968"/>
                </a:lnTo>
                <a:lnTo>
                  <a:pt x="91579" y="6210029"/>
                </a:lnTo>
                <a:lnTo>
                  <a:pt x="374715" y="6210029"/>
                </a:lnTo>
                <a:lnTo>
                  <a:pt x="599978" y="5664968"/>
                </a:lnTo>
                <a:lnTo>
                  <a:pt x="374715" y="5119963"/>
                </a:lnTo>
                <a:lnTo>
                  <a:pt x="316785" y="5119963"/>
                </a:lnTo>
                <a:close/>
                <a:moveTo>
                  <a:pt x="11349036" y="421302"/>
                </a:moveTo>
                <a:cubicBezTo>
                  <a:pt x="11381396" y="421302"/>
                  <a:pt x="11407688" y="446893"/>
                  <a:pt x="11407688" y="481634"/>
                </a:cubicBezTo>
                <a:cubicBezTo>
                  <a:pt x="11407688" y="516376"/>
                  <a:pt x="11381458" y="541987"/>
                  <a:pt x="11349036" y="541987"/>
                </a:cubicBezTo>
                <a:cubicBezTo>
                  <a:pt x="11316676" y="541987"/>
                  <a:pt x="11290384" y="516396"/>
                  <a:pt x="11290384" y="482003"/>
                </a:cubicBezTo>
                <a:lnTo>
                  <a:pt x="11290384" y="481634"/>
                </a:lnTo>
                <a:cubicBezTo>
                  <a:pt x="11290384" y="446893"/>
                  <a:pt x="11316676" y="421302"/>
                  <a:pt x="11349036" y="421302"/>
                </a:cubicBezTo>
                <a:close/>
                <a:moveTo>
                  <a:pt x="11349036" y="377655"/>
                </a:moveTo>
                <a:cubicBezTo>
                  <a:pt x="11280098" y="377655"/>
                  <a:pt x="11243006" y="431211"/>
                  <a:pt x="11243006" y="481655"/>
                </a:cubicBezTo>
                <a:lnTo>
                  <a:pt x="11243006" y="482023"/>
                </a:lnTo>
                <a:cubicBezTo>
                  <a:pt x="11243006" y="532918"/>
                  <a:pt x="11280098" y="586371"/>
                  <a:pt x="11349036" y="586371"/>
                </a:cubicBezTo>
                <a:cubicBezTo>
                  <a:pt x="11417974" y="586371"/>
                  <a:pt x="11455087" y="532897"/>
                  <a:pt x="11455087" y="482023"/>
                </a:cubicBezTo>
                <a:cubicBezTo>
                  <a:pt x="11455087" y="431149"/>
                  <a:pt x="11418015" y="377675"/>
                  <a:pt x="11349036" y="377675"/>
                </a:cubicBezTo>
                <a:close/>
                <a:moveTo>
                  <a:pt x="11132060" y="377410"/>
                </a:moveTo>
                <a:cubicBezTo>
                  <a:pt x="11072647" y="377390"/>
                  <a:pt x="11027676" y="423882"/>
                  <a:pt x="11027676" y="481840"/>
                </a:cubicBezTo>
                <a:cubicBezTo>
                  <a:pt x="11027676" y="539797"/>
                  <a:pt x="11071125" y="586617"/>
                  <a:pt x="11133603" y="586617"/>
                </a:cubicBezTo>
                <a:cubicBezTo>
                  <a:pt x="11175818" y="586617"/>
                  <a:pt x="11209803" y="563484"/>
                  <a:pt x="11226919" y="531014"/>
                </a:cubicBezTo>
                <a:lnTo>
                  <a:pt x="11187996" y="508843"/>
                </a:lnTo>
                <a:lnTo>
                  <a:pt x="11187112" y="508843"/>
                </a:lnTo>
                <a:lnTo>
                  <a:pt x="11187112" y="508863"/>
                </a:lnTo>
                <a:cubicBezTo>
                  <a:pt x="11179912" y="525098"/>
                  <a:pt x="11163207" y="542520"/>
                  <a:pt x="11133706" y="542622"/>
                </a:cubicBezTo>
                <a:cubicBezTo>
                  <a:pt x="11100152" y="542622"/>
                  <a:pt x="11075342" y="517318"/>
                  <a:pt x="11075342" y="482024"/>
                </a:cubicBezTo>
                <a:cubicBezTo>
                  <a:pt x="11075342" y="464786"/>
                  <a:pt x="11081576" y="448797"/>
                  <a:pt x="11091677" y="438295"/>
                </a:cubicBezTo>
                <a:cubicBezTo>
                  <a:pt x="11103115" y="426912"/>
                  <a:pt x="11116487" y="420975"/>
                  <a:pt x="11133809" y="421426"/>
                </a:cubicBezTo>
                <a:cubicBezTo>
                  <a:pt x="11159668" y="421323"/>
                  <a:pt x="11178615" y="435961"/>
                  <a:pt x="11187174" y="456720"/>
                </a:cubicBezTo>
                <a:lnTo>
                  <a:pt x="11227022" y="434016"/>
                </a:lnTo>
                <a:cubicBezTo>
                  <a:pt x="11209412" y="399213"/>
                  <a:pt x="11173205" y="377410"/>
                  <a:pt x="11132060" y="377410"/>
                </a:cubicBezTo>
                <a:close/>
                <a:moveTo>
                  <a:pt x="11591358" y="331470"/>
                </a:moveTo>
                <a:lnTo>
                  <a:pt x="11591358" y="530892"/>
                </a:lnTo>
                <a:cubicBezTo>
                  <a:pt x="11591358" y="530892"/>
                  <a:pt x="11588540" y="580435"/>
                  <a:pt x="11634684" y="580312"/>
                </a:cubicBezTo>
                <a:lnTo>
                  <a:pt x="11634684" y="580353"/>
                </a:lnTo>
                <a:lnTo>
                  <a:pt x="11680231" y="580353"/>
                </a:lnTo>
                <a:lnTo>
                  <a:pt x="11680231" y="543523"/>
                </a:lnTo>
                <a:lnTo>
                  <a:pt x="11652870" y="543523"/>
                </a:lnTo>
                <a:cubicBezTo>
                  <a:pt x="11652870" y="543523"/>
                  <a:pt x="11639127" y="543666"/>
                  <a:pt x="11638737" y="531485"/>
                </a:cubicBezTo>
                <a:lnTo>
                  <a:pt x="11638737" y="425070"/>
                </a:lnTo>
                <a:lnTo>
                  <a:pt x="11676816" y="425070"/>
                </a:lnTo>
                <a:lnTo>
                  <a:pt x="11676816" y="388219"/>
                </a:lnTo>
                <a:lnTo>
                  <a:pt x="11638737" y="388219"/>
                </a:lnTo>
                <a:lnTo>
                  <a:pt x="11638737" y="331470"/>
                </a:lnTo>
                <a:close/>
                <a:moveTo>
                  <a:pt x="11483641" y="331470"/>
                </a:moveTo>
                <a:lnTo>
                  <a:pt x="11483641" y="530892"/>
                </a:lnTo>
                <a:cubicBezTo>
                  <a:pt x="11483641" y="530892"/>
                  <a:pt x="11479980" y="580312"/>
                  <a:pt x="11527008" y="580312"/>
                </a:cubicBezTo>
                <a:lnTo>
                  <a:pt x="11527008" y="580353"/>
                </a:lnTo>
                <a:lnTo>
                  <a:pt x="11564841" y="580353"/>
                </a:lnTo>
                <a:lnTo>
                  <a:pt x="11564841" y="543523"/>
                </a:lnTo>
                <a:lnTo>
                  <a:pt x="11545173" y="543523"/>
                </a:lnTo>
                <a:lnTo>
                  <a:pt x="11545153" y="543523"/>
                </a:lnTo>
                <a:cubicBezTo>
                  <a:pt x="11545153" y="543523"/>
                  <a:pt x="11531431" y="543646"/>
                  <a:pt x="11531040" y="531485"/>
                </a:cubicBezTo>
                <a:lnTo>
                  <a:pt x="11531040" y="331470"/>
                </a:lnTo>
                <a:close/>
                <a:moveTo>
                  <a:pt x="0" y="0"/>
                </a:moveTo>
                <a:lnTo>
                  <a:pt x="12191999" y="0"/>
                </a:lnTo>
                <a:lnTo>
                  <a:pt x="12191999" y="6858000"/>
                </a:lnTo>
                <a:lnTo>
                  <a:pt x="10725351" y="6858000"/>
                </a:lnTo>
                <a:lnTo>
                  <a:pt x="10564726" y="6469283"/>
                </a:lnTo>
                <a:lnTo>
                  <a:pt x="10254342" y="6469283"/>
                </a:lnTo>
                <a:lnTo>
                  <a:pt x="10415008" y="6858000"/>
                </a:lnTo>
                <a:lnTo>
                  <a:pt x="10167806" y="6858000"/>
                </a:lnTo>
                <a:lnTo>
                  <a:pt x="10007140" y="6469283"/>
                </a:lnTo>
                <a:lnTo>
                  <a:pt x="9696819" y="6469283"/>
                </a:lnTo>
                <a:lnTo>
                  <a:pt x="9857485" y="6858000"/>
                </a:lnTo>
                <a:lnTo>
                  <a:pt x="9610282" y="6858000"/>
                </a:lnTo>
                <a:lnTo>
                  <a:pt x="9449616" y="6469283"/>
                </a:lnTo>
                <a:lnTo>
                  <a:pt x="9386125" y="6469283"/>
                </a:lnTo>
                <a:lnTo>
                  <a:pt x="9139295" y="6469283"/>
                </a:lnTo>
                <a:lnTo>
                  <a:pt x="9262679" y="6767919"/>
                </a:lnTo>
                <a:lnTo>
                  <a:pt x="9299908" y="6858000"/>
                </a:lnTo>
                <a:lnTo>
                  <a:pt x="9052759" y="6858000"/>
                </a:lnTo>
                <a:lnTo>
                  <a:pt x="8892093" y="6469283"/>
                </a:lnTo>
                <a:lnTo>
                  <a:pt x="8581710" y="6469283"/>
                </a:lnTo>
                <a:lnTo>
                  <a:pt x="8742376" y="6858000"/>
                </a:lnTo>
                <a:lnTo>
                  <a:pt x="8495174" y="6858000"/>
                </a:lnTo>
                <a:lnTo>
                  <a:pt x="8334508" y="6469283"/>
                </a:lnTo>
                <a:lnTo>
                  <a:pt x="8024187" y="6469283"/>
                </a:lnTo>
                <a:lnTo>
                  <a:pt x="8184853" y="6858000"/>
                </a:lnTo>
                <a:lnTo>
                  <a:pt x="0" y="6858000"/>
                </a:lnTo>
                <a:lnTo>
                  <a:pt x="0" y="5885879"/>
                </a:lnTo>
                <a:lnTo>
                  <a:pt x="91298" y="5664968"/>
                </a:lnTo>
                <a:lnTo>
                  <a:pt x="0" y="5444080"/>
                </a:lnTo>
                <a:close/>
              </a:path>
            </a:pathLst>
          </a:custGeom>
          <a:pattFill prst="pct5">
            <a:fgClr>
              <a:schemeClr val="accent3"/>
            </a:fgClr>
            <a:bgClr>
              <a:schemeClr val="bg1"/>
            </a:bgClr>
          </a:pattFill>
        </p:spPr>
        <p:txBody>
          <a:bodyPr wrap="square">
            <a:noAutofit/>
          </a:bodyPr>
          <a:lstStyle/>
          <a:p>
            <a:r>
              <a:rPr lang="en-GB"/>
              <a:t>Click </a:t>
            </a:r>
            <a:r>
              <a:rPr lang="en-GB" err="1"/>
              <a:t>icn</a:t>
            </a:r>
            <a:r>
              <a:rPr lang="en-GB"/>
              <a:t> to add picture</a:t>
            </a:r>
          </a:p>
        </p:txBody>
      </p:sp>
      <p:grpSp>
        <p:nvGrpSpPr>
          <p:cNvPr id="35" name="Group 34">
            <a:extLst>
              <a:ext uri="{FF2B5EF4-FFF2-40B4-BE49-F238E27FC236}">
                <a16:creationId xmlns:a16="http://schemas.microsoft.com/office/drawing/2014/main" id="{08EFFDBC-FF9B-3E88-8502-CF2C26398F78}"/>
              </a:ext>
            </a:extLst>
          </p:cNvPr>
          <p:cNvGrpSpPr/>
          <p:nvPr userDrawn="1"/>
        </p:nvGrpSpPr>
        <p:grpSpPr>
          <a:xfrm>
            <a:off x="-2236817" y="-1"/>
            <a:ext cx="2155910" cy="6857999"/>
            <a:chOff x="-2236817" y="-1"/>
            <a:chExt cx="2155910" cy="6857999"/>
          </a:xfrm>
        </p:grpSpPr>
        <p:sp>
          <p:nvSpPr>
            <p:cNvPr id="36" name="Rectangle 35">
              <a:extLst>
                <a:ext uri="{FF2B5EF4-FFF2-40B4-BE49-F238E27FC236}">
                  <a16:creationId xmlns:a16="http://schemas.microsoft.com/office/drawing/2014/main" id="{23708B3F-0F33-14C2-800D-BCC3A2095945}"/>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37" name="Picture 36" descr="A screenshot of a computer&#10;&#10;Description automatically generated">
              <a:extLst>
                <a:ext uri="{FF2B5EF4-FFF2-40B4-BE49-F238E27FC236}">
                  <a16:creationId xmlns:a16="http://schemas.microsoft.com/office/drawing/2014/main" id="{D7E61DF7-7335-88EC-0D48-850B1510995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38" name="Picture 37">
              <a:extLst>
                <a:ext uri="{FF2B5EF4-FFF2-40B4-BE49-F238E27FC236}">
                  <a16:creationId xmlns:a16="http://schemas.microsoft.com/office/drawing/2014/main" id="{ED0E5D98-A132-D214-5421-C3BBAD1D165F}"/>
                </a:ext>
              </a:extLst>
            </p:cNvPr>
            <p:cNvPicPr>
              <a:picLocks noChangeAspect="1"/>
            </p:cNvPicPr>
            <p:nvPr userDrawn="1"/>
          </p:nvPicPr>
          <p:blipFill>
            <a:blip r:embed="rId3"/>
            <a:stretch>
              <a:fillRect/>
            </a:stretch>
          </p:blipFill>
          <p:spPr>
            <a:xfrm>
              <a:off x="-1482758" y="1808318"/>
              <a:ext cx="647790" cy="581106"/>
            </a:xfrm>
            <a:prstGeom prst="rect">
              <a:avLst/>
            </a:prstGeom>
          </p:spPr>
        </p:pic>
      </p:grpSp>
      <p:sp>
        <p:nvSpPr>
          <p:cNvPr id="39" name="Title 1">
            <a:extLst>
              <a:ext uri="{FF2B5EF4-FFF2-40B4-BE49-F238E27FC236}">
                <a16:creationId xmlns:a16="http://schemas.microsoft.com/office/drawing/2014/main" id="{76785D70-94AF-C312-746A-EE3E71852434}"/>
              </a:ext>
            </a:extLst>
          </p:cNvPr>
          <p:cNvSpPr>
            <a:spLocks noGrp="1"/>
          </p:cNvSpPr>
          <p:nvPr>
            <p:ph type="title" hasCustomPrompt="1"/>
          </p:nvPr>
        </p:nvSpPr>
        <p:spPr>
          <a:xfrm>
            <a:off x="1080000" y="648368"/>
            <a:ext cx="7745747" cy="4019884"/>
          </a:xfrm>
        </p:spPr>
        <p:txBody>
          <a:bodyPr anchor="t">
            <a:normAutofit/>
          </a:bodyPr>
          <a:lstStyle>
            <a:lvl1pPr fontAlgn="t">
              <a:lnSpc>
                <a:spcPct val="70000"/>
              </a:lnSpc>
              <a:defRPr sz="6000">
                <a:solidFill>
                  <a:schemeClr val="tx1"/>
                </a:solidFill>
              </a:defRPr>
            </a:lvl1pPr>
          </a:lstStyle>
          <a:p>
            <a:r>
              <a:rPr lang="en-GB"/>
              <a:t>Click to edit Master title style.</a:t>
            </a:r>
          </a:p>
        </p:txBody>
      </p:sp>
    </p:spTree>
    <p:extLst>
      <p:ext uri="{BB962C8B-B14F-4D97-AF65-F5344CB8AC3E}">
        <p14:creationId xmlns:p14="http://schemas.microsoft.com/office/powerpoint/2010/main" val="184625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7">
          <p15:clr>
            <a:srgbClr val="FBAE40"/>
          </p15:clr>
        </p15:guide>
        <p15:guide id="2" orient="horz" pos="36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tatement Text Image_Light_Sing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930A0-8207-3475-0C7A-D24D7D1EAD23}"/>
              </a:ext>
            </a:extLst>
          </p:cNvPr>
          <p:cNvSpPr/>
          <p:nvPr userDrawn="1"/>
        </p:nvSpPr>
        <p:spPr>
          <a:xfrm>
            <a:off x="10964837" y="0"/>
            <a:ext cx="1227163" cy="648369"/>
          </a:xfrm>
          <a:prstGeom prst="rect">
            <a:avLst/>
          </a:prstGeom>
          <a:solidFill>
            <a:schemeClr val="tx1"/>
          </a:solidFill>
          <a:ln w="6344" cap="flat">
            <a:noFill/>
            <a:prstDash val="solid"/>
            <a:miter/>
          </a:ln>
        </p:spPr>
        <p:txBody>
          <a:bodyPr rtlCol="0" anchor="ctr"/>
          <a:lstStyle/>
          <a:p>
            <a:pPr algn="l"/>
            <a:endParaRPr lang="en-US"/>
          </a:p>
        </p:txBody>
      </p:sp>
      <p:sp>
        <p:nvSpPr>
          <p:cNvPr id="5" name="Picture Placeholder 4">
            <a:extLst>
              <a:ext uri="{FF2B5EF4-FFF2-40B4-BE49-F238E27FC236}">
                <a16:creationId xmlns:a16="http://schemas.microsoft.com/office/drawing/2014/main" id="{99F7DF28-8EE0-4C95-10D7-47064E73F38B}"/>
              </a:ext>
            </a:extLst>
          </p:cNvPr>
          <p:cNvSpPr>
            <a:spLocks noGrp="1"/>
          </p:cNvSpPr>
          <p:nvPr>
            <p:ph type="pic" sz="quarter" idx="10"/>
          </p:nvPr>
        </p:nvSpPr>
        <p:spPr>
          <a:xfrm>
            <a:off x="-4934" y="1080"/>
            <a:ext cx="12196934" cy="6856920"/>
          </a:xfrm>
          <a:custGeom>
            <a:avLst/>
            <a:gdLst>
              <a:gd name="connsiteX0" fmla="*/ 11354420 w 12196934"/>
              <a:gd name="connsiteY0" fmla="*/ 421068 h 6856920"/>
              <a:gd name="connsiteX1" fmla="*/ 11412614 w 12196934"/>
              <a:gd name="connsiteY1" fmla="*/ 481266 h 6856920"/>
              <a:gd name="connsiteX2" fmla="*/ 11354420 w 12196934"/>
              <a:gd name="connsiteY2" fmla="*/ 541464 h 6856920"/>
              <a:gd name="connsiteX3" fmla="*/ 11296226 w 12196934"/>
              <a:gd name="connsiteY3" fmla="*/ 481647 h 6856920"/>
              <a:gd name="connsiteX4" fmla="*/ 11296226 w 12196934"/>
              <a:gd name="connsiteY4" fmla="*/ 481266 h 6856920"/>
              <a:gd name="connsiteX5" fmla="*/ 11354420 w 12196934"/>
              <a:gd name="connsiteY5" fmla="*/ 421068 h 6856920"/>
              <a:gd name="connsiteX6" fmla="*/ 11354420 w 12196934"/>
              <a:gd name="connsiteY6" fmla="*/ 377571 h 6856920"/>
              <a:gd name="connsiteX7" fmla="*/ 11249264 w 12196934"/>
              <a:gd name="connsiteY7" fmla="*/ 481267 h 6856920"/>
              <a:gd name="connsiteX8" fmla="*/ 11249264 w 12196934"/>
              <a:gd name="connsiteY8" fmla="*/ 481648 h 6856920"/>
              <a:gd name="connsiteX9" fmla="*/ 11354420 w 12196934"/>
              <a:gd name="connsiteY9" fmla="*/ 585724 h 6856920"/>
              <a:gd name="connsiteX10" fmla="*/ 11459639 w 12196934"/>
              <a:gd name="connsiteY10" fmla="*/ 481648 h 6856920"/>
              <a:gd name="connsiteX11" fmla="*/ 11354420 w 12196934"/>
              <a:gd name="connsiteY11" fmla="*/ 377571 h 6856920"/>
              <a:gd name="connsiteX12" fmla="*/ 11139222 w 12196934"/>
              <a:gd name="connsiteY12" fmla="*/ 377317 h 6856920"/>
              <a:gd name="connsiteX13" fmla="*/ 11035653 w 12196934"/>
              <a:gd name="connsiteY13" fmla="*/ 481521 h 6856920"/>
              <a:gd name="connsiteX14" fmla="*/ 11140745 w 12196934"/>
              <a:gd name="connsiteY14" fmla="*/ 586042 h 6856920"/>
              <a:gd name="connsiteX15" fmla="*/ 11233272 w 12196934"/>
              <a:gd name="connsiteY15" fmla="*/ 530606 h 6856920"/>
              <a:gd name="connsiteX16" fmla="*/ 11194688 w 12196934"/>
              <a:gd name="connsiteY16" fmla="*/ 508508 h 6856920"/>
              <a:gd name="connsiteX17" fmla="*/ 11193799 w 12196934"/>
              <a:gd name="connsiteY17" fmla="*/ 508508 h 6856920"/>
              <a:gd name="connsiteX18" fmla="*/ 11140808 w 12196934"/>
              <a:gd name="connsiteY18" fmla="*/ 542163 h 6856920"/>
              <a:gd name="connsiteX19" fmla="*/ 11082932 w 12196934"/>
              <a:gd name="connsiteY19" fmla="*/ 481711 h 6856920"/>
              <a:gd name="connsiteX20" fmla="*/ 11099115 w 12196934"/>
              <a:gd name="connsiteY20" fmla="*/ 438087 h 6856920"/>
              <a:gd name="connsiteX21" fmla="*/ 11140936 w 12196934"/>
              <a:gd name="connsiteY21" fmla="*/ 421259 h 6856920"/>
              <a:gd name="connsiteX22" fmla="*/ 11193863 w 12196934"/>
              <a:gd name="connsiteY22" fmla="*/ 456438 h 6856920"/>
              <a:gd name="connsiteX23" fmla="*/ 11233399 w 12196934"/>
              <a:gd name="connsiteY23" fmla="*/ 433769 h 6856920"/>
              <a:gd name="connsiteX24" fmla="*/ 11139222 w 12196934"/>
              <a:gd name="connsiteY24" fmla="*/ 377317 h 6856920"/>
              <a:gd name="connsiteX25" fmla="*/ 11594812 w 12196934"/>
              <a:gd name="connsiteY25" fmla="*/ 331534 h 6856920"/>
              <a:gd name="connsiteX26" fmla="*/ 11594812 w 12196934"/>
              <a:gd name="connsiteY26" fmla="*/ 530416 h 6856920"/>
              <a:gd name="connsiteX27" fmla="*/ 11594875 w 12196934"/>
              <a:gd name="connsiteY27" fmla="*/ 530416 h 6856920"/>
              <a:gd name="connsiteX28" fmla="*/ 11637839 w 12196934"/>
              <a:gd name="connsiteY28" fmla="*/ 579755 h 6856920"/>
              <a:gd name="connsiteX29" fmla="*/ 11683023 w 12196934"/>
              <a:gd name="connsiteY29" fmla="*/ 579755 h 6856920"/>
              <a:gd name="connsiteX30" fmla="*/ 11683023 w 12196934"/>
              <a:gd name="connsiteY30" fmla="*/ 543052 h 6856920"/>
              <a:gd name="connsiteX31" fmla="*/ 11655862 w 12196934"/>
              <a:gd name="connsiteY31" fmla="*/ 543052 h 6856920"/>
              <a:gd name="connsiteX32" fmla="*/ 11641837 w 12196934"/>
              <a:gd name="connsiteY32" fmla="*/ 531051 h 6856920"/>
              <a:gd name="connsiteX33" fmla="*/ 11641837 w 12196934"/>
              <a:gd name="connsiteY33" fmla="*/ 424942 h 6856920"/>
              <a:gd name="connsiteX34" fmla="*/ 11679596 w 12196934"/>
              <a:gd name="connsiteY34" fmla="*/ 424942 h 6856920"/>
              <a:gd name="connsiteX35" fmla="*/ 11679596 w 12196934"/>
              <a:gd name="connsiteY35" fmla="*/ 388176 h 6856920"/>
              <a:gd name="connsiteX36" fmla="*/ 11641837 w 12196934"/>
              <a:gd name="connsiteY36" fmla="*/ 388176 h 6856920"/>
              <a:gd name="connsiteX37" fmla="*/ 11641837 w 12196934"/>
              <a:gd name="connsiteY37" fmla="*/ 331534 h 6856920"/>
              <a:gd name="connsiteX38" fmla="*/ 11487943 w 12196934"/>
              <a:gd name="connsiteY38" fmla="*/ 331534 h 6856920"/>
              <a:gd name="connsiteX39" fmla="*/ 11487943 w 12196934"/>
              <a:gd name="connsiteY39" fmla="*/ 530416 h 6856920"/>
              <a:gd name="connsiteX40" fmla="*/ 11488006 w 12196934"/>
              <a:gd name="connsiteY40" fmla="*/ 530416 h 6856920"/>
              <a:gd name="connsiteX41" fmla="*/ 11531033 w 12196934"/>
              <a:gd name="connsiteY41" fmla="*/ 579755 h 6856920"/>
              <a:gd name="connsiteX42" fmla="*/ 11568539 w 12196934"/>
              <a:gd name="connsiteY42" fmla="*/ 579755 h 6856920"/>
              <a:gd name="connsiteX43" fmla="*/ 11568539 w 12196934"/>
              <a:gd name="connsiteY43" fmla="*/ 543052 h 6856920"/>
              <a:gd name="connsiteX44" fmla="*/ 11548993 w 12196934"/>
              <a:gd name="connsiteY44" fmla="*/ 543052 h 6856920"/>
              <a:gd name="connsiteX45" fmla="*/ 11534968 w 12196934"/>
              <a:gd name="connsiteY45" fmla="*/ 531051 h 6856920"/>
              <a:gd name="connsiteX46" fmla="*/ 11534968 w 12196934"/>
              <a:gd name="connsiteY46" fmla="*/ 331534 h 6856920"/>
              <a:gd name="connsiteX47" fmla="*/ 0 w 12196934"/>
              <a:gd name="connsiteY47" fmla="*/ 0 h 6856920"/>
              <a:gd name="connsiteX48" fmla="*/ 5792341 w 12196934"/>
              <a:gd name="connsiteY48" fmla="*/ 0 h 6856920"/>
              <a:gd name="connsiteX49" fmla="*/ 8367486 w 12196934"/>
              <a:gd name="connsiteY49" fmla="*/ 0 h 6856920"/>
              <a:gd name="connsiteX50" fmla="*/ 12196934 w 12196934"/>
              <a:gd name="connsiteY50" fmla="*/ 0 h 6856920"/>
              <a:gd name="connsiteX51" fmla="*/ 12196934 w 12196934"/>
              <a:gd name="connsiteY51" fmla="*/ 6856920 h 6856920"/>
              <a:gd name="connsiteX52" fmla="*/ 5792341 w 12196934"/>
              <a:gd name="connsiteY52" fmla="*/ 6856920 h 6856920"/>
              <a:gd name="connsiteX53" fmla="*/ 5792367 w 12196934"/>
              <a:gd name="connsiteY53" fmla="*/ 6856858 h 6856920"/>
              <a:gd name="connsiteX54" fmla="*/ 0 w 12196934"/>
              <a:gd name="connsiteY54" fmla="*/ 6856858 h 685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196934" h="6856920">
                <a:moveTo>
                  <a:pt x="11354420" y="421068"/>
                </a:moveTo>
                <a:cubicBezTo>
                  <a:pt x="11386595" y="421068"/>
                  <a:pt x="11412614" y="446595"/>
                  <a:pt x="11412614" y="481266"/>
                </a:cubicBezTo>
                <a:cubicBezTo>
                  <a:pt x="11412614" y="515937"/>
                  <a:pt x="11386595" y="541464"/>
                  <a:pt x="11354420" y="541464"/>
                </a:cubicBezTo>
                <a:cubicBezTo>
                  <a:pt x="11322309" y="541464"/>
                  <a:pt x="11296226" y="515937"/>
                  <a:pt x="11296226" y="481647"/>
                </a:cubicBezTo>
                <a:lnTo>
                  <a:pt x="11296226" y="481266"/>
                </a:lnTo>
                <a:cubicBezTo>
                  <a:pt x="11296226" y="446595"/>
                  <a:pt x="11322245" y="421068"/>
                  <a:pt x="11354420" y="421068"/>
                </a:cubicBezTo>
                <a:close/>
                <a:moveTo>
                  <a:pt x="11354420" y="377571"/>
                </a:moveTo>
                <a:cubicBezTo>
                  <a:pt x="11286072" y="377571"/>
                  <a:pt x="11249264" y="430975"/>
                  <a:pt x="11249264" y="481267"/>
                </a:cubicBezTo>
                <a:lnTo>
                  <a:pt x="11249264" y="481648"/>
                </a:lnTo>
                <a:cubicBezTo>
                  <a:pt x="11249264" y="532384"/>
                  <a:pt x="11285945" y="585724"/>
                  <a:pt x="11354420" y="585724"/>
                </a:cubicBezTo>
                <a:cubicBezTo>
                  <a:pt x="11422895" y="585724"/>
                  <a:pt x="11459639" y="532321"/>
                  <a:pt x="11459639" y="481648"/>
                </a:cubicBezTo>
                <a:cubicBezTo>
                  <a:pt x="11459639" y="430975"/>
                  <a:pt x="11422768" y="377571"/>
                  <a:pt x="11354420" y="377571"/>
                </a:cubicBezTo>
                <a:close/>
                <a:moveTo>
                  <a:pt x="11139222" y="377317"/>
                </a:moveTo>
                <a:cubicBezTo>
                  <a:pt x="11080266" y="377317"/>
                  <a:pt x="11035653" y="425260"/>
                  <a:pt x="11035653" y="481521"/>
                </a:cubicBezTo>
                <a:cubicBezTo>
                  <a:pt x="11035653" y="537782"/>
                  <a:pt x="11078743" y="586042"/>
                  <a:pt x="11140745" y="586042"/>
                </a:cubicBezTo>
                <a:cubicBezTo>
                  <a:pt x="11182566" y="586042"/>
                  <a:pt x="11216328" y="562991"/>
                  <a:pt x="11233272" y="530606"/>
                </a:cubicBezTo>
                <a:lnTo>
                  <a:pt x="11194688" y="508508"/>
                </a:lnTo>
                <a:lnTo>
                  <a:pt x="11193799" y="508508"/>
                </a:lnTo>
                <a:cubicBezTo>
                  <a:pt x="11186628" y="524701"/>
                  <a:pt x="11170065" y="542100"/>
                  <a:pt x="11140808" y="542163"/>
                </a:cubicBezTo>
                <a:cubicBezTo>
                  <a:pt x="11107555" y="542163"/>
                  <a:pt x="11082932" y="516890"/>
                  <a:pt x="11082932" y="481711"/>
                </a:cubicBezTo>
                <a:cubicBezTo>
                  <a:pt x="11082932" y="464503"/>
                  <a:pt x="11089088" y="448564"/>
                  <a:pt x="11099115" y="438087"/>
                </a:cubicBezTo>
                <a:cubicBezTo>
                  <a:pt x="11110474" y="426720"/>
                  <a:pt x="11123737" y="420814"/>
                  <a:pt x="11140936" y="421259"/>
                </a:cubicBezTo>
                <a:cubicBezTo>
                  <a:pt x="11166574" y="421132"/>
                  <a:pt x="11185359" y="435737"/>
                  <a:pt x="11193863" y="456438"/>
                </a:cubicBezTo>
                <a:lnTo>
                  <a:pt x="11233399" y="433769"/>
                </a:lnTo>
                <a:cubicBezTo>
                  <a:pt x="11215947" y="399034"/>
                  <a:pt x="11180028" y="377317"/>
                  <a:pt x="11139222" y="377317"/>
                </a:cubicBezTo>
                <a:close/>
                <a:moveTo>
                  <a:pt x="11594812" y="331534"/>
                </a:moveTo>
                <a:lnTo>
                  <a:pt x="11594812" y="530416"/>
                </a:lnTo>
                <a:lnTo>
                  <a:pt x="11594875" y="530416"/>
                </a:lnTo>
                <a:cubicBezTo>
                  <a:pt x="11594875" y="530416"/>
                  <a:pt x="11592083" y="579819"/>
                  <a:pt x="11637839" y="579755"/>
                </a:cubicBezTo>
                <a:lnTo>
                  <a:pt x="11683023" y="579755"/>
                </a:lnTo>
                <a:lnTo>
                  <a:pt x="11683023" y="543052"/>
                </a:lnTo>
                <a:lnTo>
                  <a:pt x="11655862" y="543052"/>
                </a:lnTo>
                <a:cubicBezTo>
                  <a:pt x="11655862" y="543052"/>
                  <a:pt x="11642217" y="543179"/>
                  <a:pt x="11641837" y="531051"/>
                </a:cubicBezTo>
                <a:lnTo>
                  <a:pt x="11641837" y="424942"/>
                </a:lnTo>
                <a:lnTo>
                  <a:pt x="11679596" y="424942"/>
                </a:lnTo>
                <a:lnTo>
                  <a:pt x="11679596" y="388176"/>
                </a:lnTo>
                <a:lnTo>
                  <a:pt x="11641837" y="388176"/>
                </a:lnTo>
                <a:lnTo>
                  <a:pt x="11641837" y="331534"/>
                </a:lnTo>
                <a:close/>
                <a:moveTo>
                  <a:pt x="11487943" y="331534"/>
                </a:moveTo>
                <a:lnTo>
                  <a:pt x="11487943" y="530416"/>
                </a:lnTo>
                <a:lnTo>
                  <a:pt x="11488006" y="530416"/>
                </a:lnTo>
                <a:cubicBezTo>
                  <a:pt x="11488006" y="530416"/>
                  <a:pt x="11484389" y="579755"/>
                  <a:pt x="11531033" y="579755"/>
                </a:cubicBezTo>
                <a:lnTo>
                  <a:pt x="11568539" y="579755"/>
                </a:lnTo>
                <a:lnTo>
                  <a:pt x="11568539" y="543052"/>
                </a:lnTo>
                <a:lnTo>
                  <a:pt x="11548993" y="543052"/>
                </a:lnTo>
                <a:cubicBezTo>
                  <a:pt x="11548993" y="543052"/>
                  <a:pt x="11535349" y="543179"/>
                  <a:pt x="11534968" y="531051"/>
                </a:cubicBezTo>
                <a:lnTo>
                  <a:pt x="11534968" y="331534"/>
                </a:lnTo>
                <a:close/>
                <a:moveTo>
                  <a:pt x="0" y="0"/>
                </a:moveTo>
                <a:lnTo>
                  <a:pt x="5792341" y="0"/>
                </a:lnTo>
                <a:lnTo>
                  <a:pt x="8367486" y="0"/>
                </a:lnTo>
                <a:lnTo>
                  <a:pt x="12196934" y="0"/>
                </a:lnTo>
                <a:lnTo>
                  <a:pt x="12196934" y="6856920"/>
                </a:lnTo>
                <a:lnTo>
                  <a:pt x="5792341" y="6856920"/>
                </a:lnTo>
                <a:lnTo>
                  <a:pt x="5792367" y="6856858"/>
                </a:lnTo>
                <a:lnTo>
                  <a:pt x="0" y="6856858"/>
                </a:lnTo>
                <a:close/>
              </a:path>
            </a:pathLst>
          </a:custGeom>
          <a:solidFill>
            <a:schemeClr val="bg2"/>
          </a:solidFill>
        </p:spPr>
        <p:txBody>
          <a:bodyPr wrap="square">
            <a:noAutofit/>
          </a:bodyPr>
          <a:lstStyle>
            <a:lvl1pPr marL="0" indent="1066800">
              <a:buNone/>
              <a:tabLst/>
              <a:defRPr/>
            </a:lvl1pPr>
          </a:lstStyle>
          <a:p>
            <a:r>
              <a:rPr lang="en-US"/>
              <a:t>Click icon to add picture</a:t>
            </a:r>
            <a:endParaRPr lang="en-GB"/>
          </a:p>
        </p:txBody>
      </p:sp>
      <p:sp>
        <p:nvSpPr>
          <p:cNvPr id="2" name="Title 1">
            <a:extLst>
              <a:ext uri="{FF2B5EF4-FFF2-40B4-BE49-F238E27FC236}">
                <a16:creationId xmlns:a16="http://schemas.microsoft.com/office/drawing/2014/main" id="{B5647D2C-E97F-2F2F-3A30-FC9921E679A7}"/>
              </a:ext>
            </a:extLst>
          </p:cNvPr>
          <p:cNvSpPr>
            <a:spLocks noGrp="1"/>
          </p:cNvSpPr>
          <p:nvPr>
            <p:ph type="title"/>
          </p:nvPr>
        </p:nvSpPr>
        <p:spPr>
          <a:xfrm>
            <a:off x="1080000" y="648368"/>
            <a:ext cx="7745747" cy="4019884"/>
          </a:xfrm>
        </p:spPr>
        <p:txBody>
          <a:bodyPr anchor="t">
            <a:normAutofit/>
          </a:bodyPr>
          <a:lstStyle>
            <a:lvl1pPr fontAlgn="t">
              <a:lnSpc>
                <a:spcPct val="70000"/>
              </a:lnSpc>
              <a:defRPr sz="6000">
                <a:solidFill>
                  <a:schemeClr val="tx1"/>
                </a:solidFill>
              </a:defRPr>
            </a:lvl1pPr>
          </a:lstStyle>
          <a:p>
            <a:r>
              <a:rPr lang="en-US"/>
              <a:t>Click to edit Master title style</a:t>
            </a:r>
            <a:endParaRPr lang="en-GB"/>
          </a:p>
        </p:txBody>
      </p:sp>
      <p:pic>
        <p:nvPicPr>
          <p:cNvPr id="41" name="Graphic 40">
            <a:extLst>
              <a:ext uri="{FF2B5EF4-FFF2-40B4-BE49-F238E27FC236}">
                <a16:creationId xmlns:a16="http://schemas.microsoft.com/office/drawing/2014/main" id="{C5ADBA68-B969-9AE6-B5E9-AC5C99B658E0}"/>
              </a:ext>
            </a:extLst>
          </p:cNvPr>
          <p:cNvPicPr>
            <a:picLocks noChangeAspect="1"/>
          </p:cNvPicPr>
          <p:nvPr userDrawn="1"/>
        </p:nvPicPr>
        <p:blipFill>
          <a:blip>
            <a:extLst>
              <a:ext uri="{96DAC541-7B7A-43D3-8B79-37D633B846F1}">
                <asvg:svgBlip xmlns:asvg="http://schemas.microsoft.com/office/drawing/2016/SVG/main" r:embed="rId2"/>
              </a:ext>
            </a:extLst>
          </a:blip>
          <a:srcRect l="-371371" t="-126189" r="-32059" b="25517"/>
          <a:stretch>
            <a:fillRect/>
          </a:stretch>
        </p:blipFill>
        <p:spPr>
          <a:xfrm rot="5400000">
            <a:off x="5563837" y="227361"/>
            <a:ext cx="6856858" cy="6402134"/>
          </a:xfrm>
          <a:custGeom>
            <a:avLst/>
            <a:gdLst>
              <a:gd name="connsiteX0" fmla="*/ 0 w 6856858"/>
              <a:gd name="connsiteY0" fmla="*/ 6402134 h 6402134"/>
              <a:gd name="connsiteX1" fmla="*/ 0 w 6856858"/>
              <a:gd name="connsiteY1" fmla="*/ 64 h 6402134"/>
              <a:gd name="connsiteX2" fmla="*/ 6856858 w 6856858"/>
              <a:gd name="connsiteY2" fmla="*/ 0 h 6402134"/>
              <a:gd name="connsiteX3" fmla="*/ 6856857 w 6856858"/>
              <a:gd name="connsiteY3" fmla="*/ 6402134 h 6402134"/>
              <a:gd name="connsiteX4" fmla="*/ 6420207 w 6856858"/>
              <a:gd name="connsiteY4" fmla="*/ 6221445 h 6402134"/>
              <a:gd name="connsiteX5" fmla="*/ 6420208 w 6856858"/>
              <a:gd name="connsiteY5" fmla="*/ 4025879 h 6402134"/>
              <a:gd name="connsiteX6" fmla="*/ 5058179 w 6856858"/>
              <a:gd name="connsiteY6" fmla="*/ 4025879 h 6402134"/>
              <a:gd name="connsiteX7" fmla="*/ 5058178 w 6856858"/>
              <a:gd name="connsiteY7" fmla="*/ 5657828 h 6402134"/>
              <a:gd name="connsiteX8" fmla="*/ 3428428 w 6856858"/>
              <a:gd name="connsiteY8" fmla="*/ 4983427 h 6402134"/>
              <a:gd name="connsiteX9" fmla="*/ 0 w 6856858"/>
              <a:gd name="connsiteY9" fmla="*/ 6402134 h 640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6858" h="6402134">
                <a:moveTo>
                  <a:pt x="0" y="6402134"/>
                </a:moveTo>
                <a:lnTo>
                  <a:pt x="0" y="64"/>
                </a:lnTo>
                <a:lnTo>
                  <a:pt x="6856858" y="0"/>
                </a:lnTo>
                <a:lnTo>
                  <a:pt x="6856857" y="6402134"/>
                </a:lnTo>
                <a:lnTo>
                  <a:pt x="6420207" y="6221445"/>
                </a:lnTo>
                <a:lnTo>
                  <a:pt x="6420208" y="4025879"/>
                </a:lnTo>
                <a:lnTo>
                  <a:pt x="5058179" y="4025879"/>
                </a:lnTo>
                <a:lnTo>
                  <a:pt x="5058178" y="5657828"/>
                </a:lnTo>
                <a:lnTo>
                  <a:pt x="3428428" y="4983427"/>
                </a:lnTo>
                <a:lnTo>
                  <a:pt x="0" y="6402134"/>
                </a:lnTo>
                <a:close/>
              </a:path>
            </a:pathLst>
          </a:custGeom>
        </p:spPr>
      </p:pic>
      <p:pic>
        <p:nvPicPr>
          <p:cNvPr id="9" name="Graphic 8">
            <a:extLst>
              <a:ext uri="{FF2B5EF4-FFF2-40B4-BE49-F238E27FC236}">
                <a16:creationId xmlns:a16="http://schemas.microsoft.com/office/drawing/2014/main" id="{9D8ACEE5-FC3C-9C62-5A55-4CCB8E6E5F78}"/>
              </a:ext>
            </a:extLst>
          </p:cNvPr>
          <p:cNvPicPr>
            <a:picLocks noChangeAspect="1"/>
          </p:cNvPicPr>
          <p:nvPr userDrawn="1"/>
        </p:nvPicPr>
        <p:blipFill>
          <a:blip>
            <a:extLst>
              <a:ext uri="{96DAC541-7B7A-43D3-8B79-37D633B846F1}">
                <asvg:svgBlip xmlns:asvg="http://schemas.microsoft.com/office/drawing/2016/SVG/main" r:embed="rId3"/>
              </a:ext>
            </a:extLst>
          </a:blip>
          <a:srcRect l="-735" r="68002"/>
          <a:stretch>
            <a:fillRect/>
          </a:stretch>
        </p:blipFill>
        <p:spPr>
          <a:xfrm rot="5400000">
            <a:off x="9224766" y="5269828"/>
            <a:ext cx="389468" cy="2786879"/>
          </a:xfrm>
          <a:prstGeom prst="rect">
            <a:avLst/>
          </a:prstGeom>
        </p:spPr>
      </p:pic>
      <p:grpSp>
        <p:nvGrpSpPr>
          <p:cNvPr id="10" name="Group 9">
            <a:extLst>
              <a:ext uri="{FF2B5EF4-FFF2-40B4-BE49-F238E27FC236}">
                <a16:creationId xmlns:a16="http://schemas.microsoft.com/office/drawing/2014/main" id="{1C0031D1-B25E-626F-08C3-AE062D48A5C1}"/>
              </a:ext>
            </a:extLst>
          </p:cNvPr>
          <p:cNvGrpSpPr/>
          <p:nvPr userDrawn="1"/>
        </p:nvGrpSpPr>
        <p:grpSpPr>
          <a:xfrm>
            <a:off x="-2236817" y="-1"/>
            <a:ext cx="2155910" cy="6857999"/>
            <a:chOff x="-2236817" y="-1"/>
            <a:chExt cx="2155910" cy="6857999"/>
          </a:xfrm>
        </p:grpSpPr>
        <p:sp>
          <p:nvSpPr>
            <p:cNvPr id="11" name="Rectangle 10">
              <a:extLst>
                <a:ext uri="{FF2B5EF4-FFF2-40B4-BE49-F238E27FC236}">
                  <a16:creationId xmlns:a16="http://schemas.microsoft.com/office/drawing/2014/main" id="{E09DFE5E-7A62-8A2B-5C83-2F877F609B3C}"/>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Send the image to back to reveal the statement text again. </a:t>
              </a:r>
            </a:p>
          </p:txBody>
        </p:sp>
        <p:pic>
          <p:nvPicPr>
            <p:cNvPr id="12" name="Picture 11" descr="A screenshot of a computer&#10;&#10;Description automatically generated">
              <a:extLst>
                <a:ext uri="{FF2B5EF4-FFF2-40B4-BE49-F238E27FC236}">
                  <a16:creationId xmlns:a16="http://schemas.microsoft.com/office/drawing/2014/main" id="{10DDE9F4-A246-D510-C2F8-C2509EB969B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3" name="Picture 12">
              <a:extLst>
                <a:ext uri="{FF2B5EF4-FFF2-40B4-BE49-F238E27FC236}">
                  <a16:creationId xmlns:a16="http://schemas.microsoft.com/office/drawing/2014/main" id="{A0071265-B5EA-090A-ECCE-5763548C1464}"/>
                </a:ext>
              </a:extLst>
            </p:cNvPr>
            <p:cNvPicPr>
              <a:picLocks noChangeAspect="1"/>
            </p:cNvPicPr>
            <p:nvPr userDrawn="1"/>
          </p:nvPicPr>
          <p:blipFill>
            <a:blip r:embed="rId5"/>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387484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7">
          <p15:clr>
            <a:srgbClr val="FBAE40"/>
          </p15:clr>
        </p15:guide>
        <p15:guide id="2" orient="horz" pos="36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HANK YOU">
    <p:bg>
      <p:bgPr>
        <a:solidFill>
          <a:schemeClr val="accent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5AE9089-5269-A5C6-C902-E716DAAD5D21}"/>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83402" y="1549398"/>
            <a:ext cx="6857998" cy="3759199"/>
          </a:xfrm>
          <a:prstGeom prst="rect">
            <a:avLst/>
          </a:prstGeom>
        </p:spPr>
      </p:pic>
      <p:sp>
        <p:nvSpPr>
          <p:cNvPr id="2" name="Title 1">
            <a:extLst>
              <a:ext uri="{FF2B5EF4-FFF2-40B4-BE49-F238E27FC236}">
                <a16:creationId xmlns:a16="http://schemas.microsoft.com/office/drawing/2014/main" id="{3518BD03-B180-3A93-EB92-247C2E59556E}"/>
              </a:ext>
            </a:extLst>
          </p:cNvPr>
          <p:cNvSpPr>
            <a:spLocks noGrp="1"/>
          </p:cNvSpPr>
          <p:nvPr>
            <p:ph type="ctrTitle"/>
          </p:nvPr>
        </p:nvSpPr>
        <p:spPr>
          <a:xfrm>
            <a:off x="1524000" y="914059"/>
            <a:ext cx="9144000" cy="4186638"/>
          </a:xfrm>
        </p:spPr>
        <p:txBody>
          <a:bodyPr anchor="b">
            <a:normAutofit/>
          </a:bodyPr>
          <a:lstStyle>
            <a:lvl1pPr algn="l">
              <a:lnSpc>
                <a:spcPct val="70000"/>
              </a:lnSpc>
              <a:defRPr sz="12000">
                <a:solidFill>
                  <a:srgbClr val="FFFFFF"/>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A29F4F6F-80DA-12B0-1211-AF7BD44AD6FC}"/>
              </a:ext>
            </a:extLst>
          </p:cNvPr>
          <p:cNvSpPr>
            <a:spLocks noGrp="1"/>
          </p:cNvSpPr>
          <p:nvPr>
            <p:ph type="subTitle" idx="1"/>
          </p:nvPr>
        </p:nvSpPr>
        <p:spPr>
          <a:xfrm>
            <a:off x="1524000" y="5192772"/>
            <a:ext cx="4932363" cy="1163578"/>
          </a:xfrm>
        </p:spPr>
        <p:txBody>
          <a:bodyP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Graphic 6">
            <a:extLst>
              <a:ext uri="{FF2B5EF4-FFF2-40B4-BE49-F238E27FC236}">
                <a16:creationId xmlns:a16="http://schemas.microsoft.com/office/drawing/2014/main" id="{DE1C32C4-FE73-FBDE-6E28-1D416A24AF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4" name="Slide Number Placeholder 5">
            <a:extLst>
              <a:ext uri="{FF2B5EF4-FFF2-40B4-BE49-F238E27FC236}">
                <a16:creationId xmlns:a16="http://schemas.microsoft.com/office/drawing/2014/main" id="{03A40401-CADE-611F-FC41-B3B0FFD813FF}"/>
              </a:ext>
            </a:extLst>
          </p:cNvPr>
          <p:cNvSpPr>
            <a:spLocks noGrp="1"/>
          </p:cNvSpPr>
          <p:nvPr>
            <p:ph type="sldNum" sz="quarter" idx="4"/>
          </p:nvPr>
        </p:nvSpPr>
        <p:spPr>
          <a:xfrm>
            <a:off x="11242152" y="6356350"/>
            <a:ext cx="437552" cy="365125"/>
          </a:xfrm>
          <a:prstGeom prst="rect">
            <a:avLst/>
          </a:prstGeom>
        </p:spPr>
        <p:txBody>
          <a:bodyPr lIns="0" tIns="0" rIns="0" bIns="0" anchor="ctr"/>
          <a:lstStyle>
            <a:lvl1pPr algn="l">
              <a:defRPr sz="1400" b="1">
                <a:solidFill>
                  <a:schemeClr val="tx1"/>
                </a:solidFill>
              </a:defRPr>
            </a:lvl1pPr>
          </a:lstStyle>
          <a:p>
            <a:fld id="{B21680B0-85BD-AB42-BDDD-92217BDBB353}" type="slidenum">
              <a:rPr lang="en-GB" smtClean="0"/>
              <a:pPr/>
              <a:t>‹#›</a:t>
            </a:fld>
            <a:endParaRPr lang="en-GB"/>
          </a:p>
        </p:txBody>
      </p:sp>
      <p:pic>
        <p:nvPicPr>
          <p:cNvPr id="5" name="Graphic 4">
            <a:extLst>
              <a:ext uri="{FF2B5EF4-FFF2-40B4-BE49-F238E27FC236}">
                <a16:creationId xmlns:a16="http://schemas.microsoft.com/office/drawing/2014/main" id="{FF80BCB1-E5B2-73BA-917B-A35DEA09717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3850" y="6468533"/>
            <a:ext cx="131376" cy="140758"/>
          </a:xfrm>
          <a:prstGeom prst="rect">
            <a:avLst/>
          </a:prstGeom>
        </p:spPr>
      </p:pic>
    </p:spTree>
    <p:extLst>
      <p:ext uri="{BB962C8B-B14F-4D97-AF65-F5344CB8AC3E}">
        <p14:creationId xmlns:p14="http://schemas.microsoft.com/office/powerpoint/2010/main" val="218191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Person_Introduction">
    <p:bg>
      <p:bgPr>
        <a:solidFill>
          <a:srgbClr val="FFFFFF"/>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4E40F6-6ACC-DA9E-915F-49EE0A04481D}"/>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4020000">
            <a:off x="8672427" y="2431415"/>
            <a:ext cx="2237447" cy="5240869"/>
          </a:xfrm>
          <a:custGeom>
            <a:avLst/>
            <a:gdLst>
              <a:gd name="connsiteX0" fmla="*/ 0 w 2237447"/>
              <a:gd name="connsiteY0" fmla="*/ 0 h 5240869"/>
              <a:gd name="connsiteX1" fmla="*/ 2237447 w 2237447"/>
              <a:gd name="connsiteY1" fmla="*/ 0 h 5240869"/>
              <a:gd name="connsiteX2" fmla="*/ 2237447 w 2237447"/>
              <a:gd name="connsiteY2" fmla="*/ 4607377 h 5240869"/>
              <a:gd name="connsiteX3" fmla="*/ 1968546 w 2237447"/>
              <a:gd name="connsiteY3" fmla="*/ 5240869 h 5240869"/>
              <a:gd name="connsiteX4" fmla="*/ 0 w 2237447"/>
              <a:gd name="connsiteY4" fmla="*/ 5240869 h 524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7447" h="5240869">
                <a:moveTo>
                  <a:pt x="0" y="0"/>
                </a:moveTo>
                <a:lnTo>
                  <a:pt x="2237447" y="0"/>
                </a:lnTo>
                <a:lnTo>
                  <a:pt x="2237447" y="4607377"/>
                </a:lnTo>
                <a:lnTo>
                  <a:pt x="1968546" y="5240869"/>
                </a:lnTo>
                <a:lnTo>
                  <a:pt x="0" y="5240869"/>
                </a:lnTo>
                <a:close/>
              </a:path>
            </a:pathLst>
          </a:custGeom>
        </p:spPr>
      </p:pic>
      <p:sp>
        <p:nvSpPr>
          <p:cNvPr id="2" name="Title 1">
            <a:extLst>
              <a:ext uri="{FF2B5EF4-FFF2-40B4-BE49-F238E27FC236}">
                <a16:creationId xmlns:a16="http://schemas.microsoft.com/office/drawing/2014/main" id="{3C1FA07F-034F-448C-2652-D713254A06A5}"/>
              </a:ext>
            </a:extLst>
          </p:cNvPr>
          <p:cNvSpPr>
            <a:spLocks noGrp="1"/>
          </p:cNvSpPr>
          <p:nvPr>
            <p:ph type="title" hasCustomPrompt="1"/>
          </p:nvPr>
        </p:nvSpPr>
        <p:spPr/>
        <p:txBody>
          <a:bodyPr/>
          <a:lstStyle>
            <a:lvl1pPr>
              <a:defRPr>
                <a:solidFill>
                  <a:schemeClr val="tx1"/>
                </a:solidFill>
              </a:defRPr>
            </a:lvl1pPr>
          </a:lstStyle>
          <a:p>
            <a:r>
              <a:rPr lang="en-US"/>
              <a:t>Introduction: 2 people</a:t>
            </a:r>
            <a:endParaRPr lang="en-GB"/>
          </a:p>
        </p:txBody>
      </p:sp>
      <p:sp>
        <p:nvSpPr>
          <p:cNvPr id="25" name="Picture Placeholder 24">
            <a:extLst>
              <a:ext uri="{FF2B5EF4-FFF2-40B4-BE49-F238E27FC236}">
                <a16:creationId xmlns:a16="http://schemas.microsoft.com/office/drawing/2014/main" id="{720DA622-298C-147C-4FB4-BE1949B9EA66}"/>
              </a:ext>
            </a:extLst>
          </p:cNvPr>
          <p:cNvSpPr>
            <a:spLocks noGrp="1"/>
          </p:cNvSpPr>
          <p:nvPr>
            <p:ph type="pic" sz="quarter" idx="11"/>
          </p:nvPr>
        </p:nvSpPr>
        <p:spPr>
          <a:xfrm>
            <a:off x="1068992" y="1628775"/>
            <a:ext cx="2451389" cy="2451389"/>
          </a:xfrm>
          <a:pattFill prst="divot">
            <a:fgClr>
              <a:schemeClr val="bg2"/>
            </a:fgClr>
            <a:bgClr>
              <a:schemeClr val="bg1"/>
            </a:bgClr>
          </a:pattFill>
        </p:spPr>
        <p:txBody>
          <a:bodyPr/>
          <a:lstStyle>
            <a:lvl1pPr>
              <a:buNone/>
              <a:defRPr/>
            </a:lvl1pPr>
          </a:lstStyle>
          <a:p>
            <a:r>
              <a:rPr lang="en-US"/>
              <a:t>Click icon to add picture</a:t>
            </a:r>
            <a:endParaRPr lang="en-GB"/>
          </a:p>
        </p:txBody>
      </p:sp>
      <p:pic>
        <p:nvPicPr>
          <p:cNvPr id="29" name="Graphic 28">
            <a:extLst>
              <a:ext uri="{FF2B5EF4-FFF2-40B4-BE49-F238E27FC236}">
                <a16:creationId xmlns:a16="http://schemas.microsoft.com/office/drawing/2014/main" id="{0E7D929B-8BDD-5D07-9B96-4D5F1465B03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grpSp>
        <p:nvGrpSpPr>
          <p:cNvPr id="10" name="Group 9">
            <a:extLst>
              <a:ext uri="{FF2B5EF4-FFF2-40B4-BE49-F238E27FC236}">
                <a16:creationId xmlns:a16="http://schemas.microsoft.com/office/drawing/2014/main" id="{1B3296B8-F8A9-2C27-330C-15AA59C97655}"/>
              </a:ext>
            </a:extLst>
          </p:cNvPr>
          <p:cNvGrpSpPr/>
          <p:nvPr userDrawn="1"/>
        </p:nvGrpSpPr>
        <p:grpSpPr>
          <a:xfrm>
            <a:off x="-2236817" y="-1"/>
            <a:ext cx="2155910" cy="6857999"/>
            <a:chOff x="-2236817" y="-1"/>
            <a:chExt cx="2155910" cy="6857999"/>
          </a:xfrm>
        </p:grpSpPr>
        <p:sp>
          <p:nvSpPr>
            <p:cNvPr id="11" name="Rectangle 10">
              <a:extLst>
                <a:ext uri="{FF2B5EF4-FFF2-40B4-BE49-F238E27FC236}">
                  <a16:creationId xmlns:a16="http://schemas.microsoft.com/office/drawing/2014/main" id="{B31767F6-DF8D-5BD5-D8CE-0D572BFEAF7B}"/>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2" name="Picture 11" descr="A screenshot of a computer&#10;&#10;Description automatically generated">
              <a:extLst>
                <a:ext uri="{FF2B5EF4-FFF2-40B4-BE49-F238E27FC236}">
                  <a16:creationId xmlns:a16="http://schemas.microsoft.com/office/drawing/2014/main" id="{1110F2D3-CCA9-E027-8ABE-610C8202DDF8}"/>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3" name="Picture 12">
              <a:extLst>
                <a:ext uri="{FF2B5EF4-FFF2-40B4-BE49-F238E27FC236}">
                  <a16:creationId xmlns:a16="http://schemas.microsoft.com/office/drawing/2014/main" id="{C774E566-6BFE-CE8E-0FDC-D8698CBAAFD2}"/>
                </a:ext>
              </a:extLst>
            </p:cNvPr>
            <p:cNvPicPr>
              <a:picLocks noChangeAspect="1"/>
            </p:cNvPicPr>
            <p:nvPr userDrawn="1"/>
          </p:nvPicPr>
          <p:blipFill>
            <a:blip r:embed="rId5"/>
            <a:stretch>
              <a:fillRect/>
            </a:stretch>
          </p:blipFill>
          <p:spPr>
            <a:xfrm>
              <a:off x="-1482758" y="1808318"/>
              <a:ext cx="647790" cy="581106"/>
            </a:xfrm>
            <a:prstGeom prst="rect">
              <a:avLst/>
            </a:prstGeom>
          </p:spPr>
        </p:pic>
      </p:grpSp>
      <p:sp>
        <p:nvSpPr>
          <p:cNvPr id="15" name="Text Placeholder 13">
            <a:extLst>
              <a:ext uri="{FF2B5EF4-FFF2-40B4-BE49-F238E27FC236}">
                <a16:creationId xmlns:a16="http://schemas.microsoft.com/office/drawing/2014/main" id="{CFEC546C-87DC-AD8D-5536-CA2AFAF6A7FC}"/>
              </a:ext>
            </a:extLst>
          </p:cNvPr>
          <p:cNvSpPr>
            <a:spLocks noGrp="1"/>
          </p:cNvSpPr>
          <p:nvPr>
            <p:ph type="body" sz="quarter" idx="13"/>
          </p:nvPr>
        </p:nvSpPr>
        <p:spPr>
          <a:xfrm>
            <a:off x="3679293" y="2829419"/>
            <a:ext cx="2416708" cy="599579"/>
          </a:xfrm>
          <a:solidFill>
            <a:schemeClr val="bg1"/>
          </a:solidFill>
        </p:spPr>
        <p:txBody>
          <a:bodyPr lIns="90000" tIns="90000">
            <a:normAutofit/>
          </a:bodyPr>
          <a:lstStyle>
            <a:lvl1pPr>
              <a:buNone/>
              <a:defRPr sz="1600" b="1">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16" name="Text Placeholder 13">
            <a:extLst>
              <a:ext uri="{FF2B5EF4-FFF2-40B4-BE49-F238E27FC236}">
                <a16:creationId xmlns:a16="http://schemas.microsoft.com/office/drawing/2014/main" id="{14E86164-B93C-6594-ABD3-88A1C0273FA3}"/>
              </a:ext>
            </a:extLst>
          </p:cNvPr>
          <p:cNvSpPr>
            <a:spLocks noGrp="1"/>
          </p:cNvSpPr>
          <p:nvPr>
            <p:ph type="body" sz="quarter" idx="14"/>
          </p:nvPr>
        </p:nvSpPr>
        <p:spPr>
          <a:xfrm>
            <a:off x="3782223" y="3199144"/>
            <a:ext cx="2313777" cy="230188"/>
          </a:xfrm>
        </p:spPr>
        <p:txBody>
          <a:bodyPr>
            <a:normAutofit/>
          </a:bodyPr>
          <a:lstStyle>
            <a:lvl1pPr>
              <a:buNone/>
              <a:defRPr sz="1200" b="0">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E01E804-8C8F-71BB-782E-05D00D444730}"/>
              </a:ext>
            </a:extLst>
          </p:cNvPr>
          <p:cNvSpPr>
            <a:spLocks noGrp="1"/>
          </p:cNvSpPr>
          <p:nvPr>
            <p:ph type="body" sz="quarter" idx="15" hasCustomPrompt="1"/>
          </p:nvPr>
        </p:nvSpPr>
        <p:spPr>
          <a:xfrm>
            <a:off x="3782223" y="3536029"/>
            <a:ext cx="2313777" cy="1544128"/>
          </a:xfrm>
        </p:spPr>
        <p:txBody>
          <a:bodyPr>
            <a:normAutofit/>
          </a:bodyPr>
          <a:lstStyle>
            <a:lvl1pPr marL="0" marR="0" indent="0" algn="l" defTabSz="914400" rtl="0" eaLnBrk="1" fontAlgn="auto" latinLnBrk="0" hangingPunct="1">
              <a:lnSpc>
                <a:spcPct val="100000"/>
              </a:lnSpc>
              <a:spcBef>
                <a:spcPts val="0"/>
              </a:spcBef>
              <a:spcAft>
                <a:spcPts val="0"/>
              </a:spcAft>
              <a:buClrTx/>
              <a:buSzTx/>
              <a:buFontTx/>
              <a:buNone/>
              <a:tabLst/>
              <a:defRPr sz="1200" b="0">
                <a:solidFill>
                  <a:sysClr val="windowText" lastClr="000000"/>
                </a:solidFill>
              </a:defRPr>
            </a:lvl1pPr>
            <a:lvl2pPr marL="180000" marR="0"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lvl2pPr>
            <a:lvl3pPr>
              <a:buNone/>
              <a:defRPr/>
            </a:lvl3pPr>
            <a:lvl4pPr>
              <a:buNone/>
              <a:defRPr/>
            </a:lvl4pPr>
            <a:lvl5pPr>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Lore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dolor</a:t>
            </a:r>
            <a:r>
              <a:rPr kumimoji="0" lang="en-GB" sz="1200" b="0" i="0" u="none" strike="noStrike" kern="1200" cap="none" spc="0" normalizeH="0" baseline="0">
                <a:ln>
                  <a:noFill/>
                </a:ln>
                <a:solidFill>
                  <a:schemeClr val="tx2"/>
                </a:solidFill>
                <a:effectLst/>
                <a:uLnTx/>
                <a:uFillTx/>
                <a:latin typeface="Arial"/>
                <a:ea typeface="+mn-ea"/>
                <a:cs typeface="+mn-cs"/>
              </a:rPr>
              <a:t> sit </a:t>
            </a:r>
            <a:r>
              <a:rPr kumimoji="0" lang="en-GB" sz="1200" b="0" i="0" u="none" strike="noStrike" kern="1200" cap="none" spc="0" normalizeH="0" baseline="0" err="1">
                <a:ln>
                  <a:noFill/>
                </a:ln>
                <a:solidFill>
                  <a:schemeClr val="tx2"/>
                </a:solidFill>
                <a:effectLst/>
                <a:uLnTx/>
                <a:uFillTx/>
                <a:latin typeface="Arial"/>
                <a:ea typeface="+mn-ea"/>
                <a:cs typeface="+mn-cs"/>
              </a:rPr>
              <a:t>amet</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consectetuer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adipiscing</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bla</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elit</a:t>
            </a:r>
            <a:r>
              <a:rPr kumimoji="0" lang="en-GB" sz="1200" b="0" i="0" u="none" strike="noStrike" kern="1200" cap="none" spc="0" normalizeH="0" baseline="0">
                <a:ln>
                  <a:noFill/>
                </a:ln>
                <a:solidFill>
                  <a:schemeClr val="tx2"/>
                </a:solidFill>
                <a:effectLst/>
                <a:uLnTx/>
                <a:uFillTx/>
                <a:latin typeface="Arial"/>
                <a:ea typeface="+mn-ea"/>
                <a:cs typeface="+mn-cs"/>
              </a:rPr>
              <a:t>. Maecenas </a:t>
            </a:r>
            <a:r>
              <a:rPr kumimoji="0" lang="en-GB" sz="1200" b="0" i="0" u="none" strike="noStrike" kern="1200" cap="none" spc="0" normalizeH="0" baseline="0" err="1">
                <a:ln>
                  <a:noFill/>
                </a:ln>
                <a:solidFill>
                  <a:schemeClr val="tx2"/>
                </a:solidFill>
                <a:effectLst/>
                <a:uLnTx/>
                <a:uFillTx/>
                <a:latin typeface="Arial"/>
                <a:ea typeface="+mn-ea"/>
                <a:cs typeface="+mn-cs"/>
              </a:rPr>
              <a:t>porttitor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congueso</a:t>
            </a:r>
            <a:r>
              <a:rPr kumimoji="0" lang="en-GB" sz="1200" b="0" i="0" u="none" strike="noStrike" kern="1200" cap="none" spc="0" normalizeH="0" baseline="0">
                <a:ln>
                  <a:noFill/>
                </a:ln>
                <a:solidFill>
                  <a:schemeClr val="tx2"/>
                </a:solidFill>
                <a:effectLst/>
                <a:uLnTx/>
                <a:uFillTx/>
                <a:latin typeface="Arial"/>
                <a:ea typeface="+mn-ea"/>
                <a:cs typeface="+mn-cs"/>
              </a:rPr>
              <a:t>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Massa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err="1">
                <a:ln>
                  <a:noFill/>
                </a:ln>
                <a:solidFill>
                  <a:schemeClr val="tx2"/>
                </a:solidFill>
                <a:effectLst/>
                <a:uLnTx/>
                <a:uFillTx/>
                <a:latin typeface="Arial"/>
                <a:ea typeface="+mn-ea"/>
                <a:cs typeface="+mn-cs"/>
              </a:rPr>
              <a:t>Fusce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posuere</a:t>
            </a:r>
            <a:endParaRPr kumimoji="0" lang="en-GB" sz="1200" b="0" i="0" u="none" strike="noStrike" kern="1200" cap="none" spc="0" normalizeH="0" baseline="0">
              <a:ln>
                <a:noFill/>
              </a:ln>
              <a:solidFill>
                <a:schemeClr val="tx2"/>
              </a:solidFill>
              <a:effectLst/>
              <a:uLnTx/>
              <a:uFillTx/>
              <a:latin typeface="Arial"/>
              <a:ea typeface="+mn-ea"/>
              <a:cs typeface="+mn-cs"/>
            </a:endParaRP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Magna </a:t>
            </a:r>
            <a:r>
              <a:rPr kumimoji="0" lang="en-GB" sz="1200" b="0" i="0" u="none" strike="noStrike" kern="1200" cap="none" spc="0" normalizeH="0" baseline="0" err="1">
                <a:ln>
                  <a:noFill/>
                </a:ln>
                <a:solidFill>
                  <a:schemeClr val="tx2"/>
                </a:solidFill>
                <a:effectLst/>
                <a:uLnTx/>
                <a:uFillTx/>
                <a:latin typeface="Arial"/>
                <a:ea typeface="+mn-ea"/>
                <a:cs typeface="+mn-cs"/>
              </a:rPr>
              <a:t>sedi</a:t>
            </a:r>
            <a:endParaRPr lang="en-US"/>
          </a:p>
        </p:txBody>
      </p:sp>
      <p:sp>
        <p:nvSpPr>
          <p:cNvPr id="19" name="Picture Placeholder 24">
            <a:extLst>
              <a:ext uri="{FF2B5EF4-FFF2-40B4-BE49-F238E27FC236}">
                <a16:creationId xmlns:a16="http://schemas.microsoft.com/office/drawing/2014/main" id="{F2A0C63C-B1E4-81C7-9F0F-1C49C4E238C8}"/>
              </a:ext>
            </a:extLst>
          </p:cNvPr>
          <p:cNvSpPr>
            <a:spLocks noGrp="1"/>
          </p:cNvSpPr>
          <p:nvPr>
            <p:ph type="pic" sz="quarter" idx="16"/>
          </p:nvPr>
        </p:nvSpPr>
        <p:spPr>
          <a:xfrm>
            <a:off x="6644769" y="1628775"/>
            <a:ext cx="2451389" cy="2451389"/>
          </a:xfrm>
          <a:pattFill prst="divot">
            <a:fgClr>
              <a:schemeClr val="bg2"/>
            </a:fgClr>
            <a:bgClr>
              <a:schemeClr val="bg1"/>
            </a:bgClr>
          </a:pattFill>
        </p:spPr>
        <p:txBody>
          <a:bodyPr/>
          <a:lstStyle>
            <a:lvl1pPr>
              <a:buNone/>
              <a:defRPr/>
            </a:lvl1pPr>
          </a:lstStyle>
          <a:p>
            <a:r>
              <a:rPr lang="en-US"/>
              <a:t>Click icon to add picture</a:t>
            </a:r>
            <a:endParaRPr lang="en-GB"/>
          </a:p>
        </p:txBody>
      </p:sp>
      <p:sp>
        <p:nvSpPr>
          <p:cNvPr id="22" name="Text Placeholder 13">
            <a:extLst>
              <a:ext uri="{FF2B5EF4-FFF2-40B4-BE49-F238E27FC236}">
                <a16:creationId xmlns:a16="http://schemas.microsoft.com/office/drawing/2014/main" id="{0A781182-F65B-A2C1-D721-110BB4156C51}"/>
              </a:ext>
            </a:extLst>
          </p:cNvPr>
          <p:cNvSpPr>
            <a:spLocks noGrp="1"/>
          </p:cNvSpPr>
          <p:nvPr>
            <p:ph type="body" sz="quarter" idx="19" hasCustomPrompt="1"/>
          </p:nvPr>
        </p:nvSpPr>
        <p:spPr>
          <a:xfrm>
            <a:off x="9358000" y="3536029"/>
            <a:ext cx="2313777" cy="1544128"/>
          </a:xfrm>
        </p:spPr>
        <p:txBody>
          <a:bodyPr>
            <a:normAutofit/>
          </a:bodyPr>
          <a:lstStyle>
            <a:lvl1pPr marL="0" marR="0" indent="0" algn="l" defTabSz="914400" rtl="0" eaLnBrk="1" fontAlgn="auto" latinLnBrk="0" hangingPunct="1">
              <a:lnSpc>
                <a:spcPct val="100000"/>
              </a:lnSpc>
              <a:spcBef>
                <a:spcPts val="0"/>
              </a:spcBef>
              <a:spcAft>
                <a:spcPts val="0"/>
              </a:spcAft>
              <a:buClrTx/>
              <a:buSzTx/>
              <a:buFontTx/>
              <a:buNone/>
              <a:tabLst/>
              <a:defRPr sz="1200" b="0">
                <a:solidFill>
                  <a:sysClr val="windowText" lastClr="000000"/>
                </a:solidFill>
              </a:defRPr>
            </a:lvl1pPr>
            <a:lvl2pPr marL="180000" marR="0"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lvl2pPr>
            <a:lvl3pPr>
              <a:buNone/>
              <a:defRPr/>
            </a:lvl3pPr>
            <a:lvl4pPr>
              <a:buNone/>
              <a:defRPr/>
            </a:lvl4pPr>
            <a:lvl5pPr>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Lore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dolor</a:t>
            </a:r>
            <a:r>
              <a:rPr kumimoji="0" lang="en-GB" sz="1200" b="0" i="0" u="none" strike="noStrike" kern="1200" cap="none" spc="0" normalizeH="0" baseline="0">
                <a:ln>
                  <a:noFill/>
                </a:ln>
                <a:solidFill>
                  <a:schemeClr val="tx2"/>
                </a:solidFill>
                <a:effectLst/>
                <a:uLnTx/>
                <a:uFillTx/>
                <a:latin typeface="Arial"/>
                <a:ea typeface="+mn-ea"/>
                <a:cs typeface="+mn-cs"/>
              </a:rPr>
              <a:t> sit </a:t>
            </a:r>
            <a:r>
              <a:rPr kumimoji="0" lang="en-GB" sz="1200" b="0" i="0" u="none" strike="noStrike" kern="1200" cap="none" spc="0" normalizeH="0" baseline="0" err="1">
                <a:ln>
                  <a:noFill/>
                </a:ln>
                <a:solidFill>
                  <a:schemeClr val="tx2"/>
                </a:solidFill>
                <a:effectLst/>
                <a:uLnTx/>
                <a:uFillTx/>
                <a:latin typeface="Arial"/>
                <a:ea typeface="+mn-ea"/>
                <a:cs typeface="+mn-cs"/>
              </a:rPr>
              <a:t>amet</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consectetuer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adipiscing</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bla</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elit</a:t>
            </a:r>
            <a:r>
              <a:rPr kumimoji="0" lang="en-GB" sz="1200" b="0" i="0" u="none" strike="noStrike" kern="1200" cap="none" spc="0" normalizeH="0" baseline="0">
                <a:ln>
                  <a:noFill/>
                </a:ln>
                <a:solidFill>
                  <a:schemeClr val="tx2"/>
                </a:solidFill>
                <a:effectLst/>
                <a:uLnTx/>
                <a:uFillTx/>
                <a:latin typeface="Arial"/>
                <a:ea typeface="+mn-ea"/>
                <a:cs typeface="+mn-cs"/>
              </a:rPr>
              <a:t>. Maecenas </a:t>
            </a:r>
            <a:r>
              <a:rPr kumimoji="0" lang="en-GB" sz="1200" b="0" i="0" u="none" strike="noStrike" kern="1200" cap="none" spc="0" normalizeH="0" baseline="0" err="1">
                <a:ln>
                  <a:noFill/>
                </a:ln>
                <a:solidFill>
                  <a:schemeClr val="tx2"/>
                </a:solidFill>
                <a:effectLst/>
                <a:uLnTx/>
                <a:uFillTx/>
                <a:latin typeface="Arial"/>
                <a:ea typeface="+mn-ea"/>
                <a:cs typeface="+mn-cs"/>
              </a:rPr>
              <a:t>porttitor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congueso</a:t>
            </a:r>
            <a:r>
              <a:rPr kumimoji="0" lang="en-GB" sz="1200" b="0" i="0" u="none" strike="noStrike" kern="1200" cap="none" spc="0" normalizeH="0" baseline="0">
                <a:ln>
                  <a:noFill/>
                </a:ln>
                <a:solidFill>
                  <a:schemeClr val="tx2"/>
                </a:solidFill>
                <a:effectLst/>
                <a:uLnTx/>
                <a:uFillTx/>
                <a:latin typeface="Arial"/>
                <a:ea typeface="+mn-ea"/>
                <a:cs typeface="+mn-cs"/>
              </a:rPr>
              <a:t>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Massa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err="1">
                <a:ln>
                  <a:noFill/>
                </a:ln>
                <a:solidFill>
                  <a:schemeClr val="tx2"/>
                </a:solidFill>
                <a:effectLst/>
                <a:uLnTx/>
                <a:uFillTx/>
                <a:latin typeface="Arial"/>
                <a:ea typeface="+mn-ea"/>
                <a:cs typeface="+mn-cs"/>
              </a:rPr>
              <a:t>Fusce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posuere</a:t>
            </a:r>
            <a:endParaRPr kumimoji="0" lang="en-GB" sz="1200" b="0" i="0" u="none" strike="noStrike" kern="1200" cap="none" spc="0" normalizeH="0" baseline="0">
              <a:ln>
                <a:noFill/>
              </a:ln>
              <a:solidFill>
                <a:schemeClr val="tx2"/>
              </a:solidFill>
              <a:effectLst/>
              <a:uLnTx/>
              <a:uFillTx/>
              <a:latin typeface="Arial"/>
              <a:ea typeface="+mn-ea"/>
              <a:cs typeface="+mn-cs"/>
            </a:endParaRP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Magna </a:t>
            </a:r>
            <a:r>
              <a:rPr kumimoji="0" lang="en-GB" sz="1200" b="0" i="0" u="none" strike="noStrike" kern="1200" cap="none" spc="0" normalizeH="0" baseline="0" err="1">
                <a:ln>
                  <a:noFill/>
                </a:ln>
                <a:solidFill>
                  <a:schemeClr val="tx2"/>
                </a:solidFill>
                <a:effectLst/>
                <a:uLnTx/>
                <a:uFillTx/>
                <a:latin typeface="Arial"/>
                <a:ea typeface="+mn-ea"/>
                <a:cs typeface="+mn-cs"/>
              </a:rPr>
              <a:t>sedi</a:t>
            </a:r>
            <a:endParaRPr lang="en-US"/>
          </a:p>
        </p:txBody>
      </p:sp>
      <p:sp>
        <p:nvSpPr>
          <p:cNvPr id="23" name="Text Placeholder 13">
            <a:extLst>
              <a:ext uri="{FF2B5EF4-FFF2-40B4-BE49-F238E27FC236}">
                <a16:creationId xmlns:a16="http://schemas.microsoft.com/office/drawing/2014/main" id="{99688D0F-6F80-B025-6DE9-436CD7C26362}"/>
              </a:ext>
            </a:extLst>
          </p:cNvPr>
          <p:cNvSpPr>
            <a:spLocks noGrp="1"/>
          </p:cNvSpPr>
          <p:nvPr>
            <p:ph type="body" sz="quarter" idx="20"/>
          </p:nvPr>
        </p:nvSpPr>
        <p:spPr>
          <a:xfrm>
            <a:off x="9268821" y="2829419"/>
            <a:ext cx="2416708" cy="599579"/>
          </a:xfrm>
          <a:solidFill>
            <a:schemeClr val="bg1"/>
          </a:solidFill>
        </p:spPr>
        <p:txBody>
          <a:bodyPr lIns="90000" tIns="90000">
            <a:normAutofit/>
          </a:bodyPr>
          <a:lstStyle>
            <a:lvl1pPr>
              <a:buNone/>
              <a:defRPr sz="1600" b="1">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24" name="Text Placeholder 13">
            <a:extLst>
              <a:ext uri="{FF2B5EF4-FFF2-40B4-BE49-F238E27FC236}">
                <a16:creationId xmlns:a16="http://schemas.microsoft.com/office/drawing/2014/main" id="{03EADF5F-710F-6F61-FA4E-8C609CC3690A}"/>
              </a:ext>
            </a:extLst>
          </p:cNvPr>
          <p:cNvSpPr>
            <a:spLocks noGrp="1"/>
          </p:cNvSpPr>
          <p:nvPr>
            <p:ph type="body" sz="quarter" idx="21"/>
          </p:nvPr>
        </p:nvSpPr>
        <p:spPr>
          <a:xfrm>
            <a:off x="9371751" y="3199144"/>
            <a:ext cx="2313777" cy="230188"/>
          </a:xfrm>
        </p:spPr>
        <p:txBody>
          <a:bodyPr>
            <a:normAutofit/>
          </a:bodyPr>
          <a:lstStyle>
            <a:lvl1pPr>
              <a:buNone/>
              <a:defRPr sz="1200" b="0">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Tree>
    <p:extLst>
      <p:ext uri="{BB962C8B-B14F-4D97-AF65-F5344CB8AC3E}">
        <p14:creationId xmlns:p14="http://schemas.microsoft.com/office/powerpoint/2010/main" val="324934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Person_Introduction">
    <p:bg>
      <p:bgPr>
        <a:solidFill>
          <a:srgbClr val="FFFFFF"/>
        </a:solid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2412B6F3-F911-7730-6E0D-A862D89680E6}"/>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4020000">
            <a:off x="8672427" y="2431415"/>
            <a:ext cx="2237447" cy="5240869"/>
          </a:xfrm>
          <a:custGeom>
            <a:avLst/>
            <a:gdLst>
              <a:gd name="connsiteX0" fmla="*/ 0 w 2237447"/>
              <a:gd name="connsiteY0" fmla="*/ 0 h 5240869"/>
              <a:gd name="connsiteX1" fmla="*/ 2237447 w 2237447"/>
              <a:gd name="connsiteY1" fmla="*/ 0 h 5240869"/>
              <a:gd name="connsiteX2" fmla="*/ 2237447 w 2237447"/>
              <a:gd name="connsiteY2" fmla="*/ 4607377 h 5240869"/>
              <a:gd name="connsiteX3" fmla="*/ 1968546 w 2237447"/>
              <a:gd name="connsiteY3" fmla="*/ 5240869 h 5240869"/>
              <a:gd name="connsiteX4" fmla="*/ 0 w 2237447"/>
              <a:gd name="connsiteY4" fmla="*/ 5240869 h 524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7447" h="5240869">
                <a:moveTo>
                  <a:pt x="0" y="0"/>
                </a:moveTo>
                <a:lnTo>
                  <a:pt x="2237447" y="0"/>
                </a:lnTo>
                <a:lnTo>
                  <a:pt x="2237447" y="4607377"/>
                </a:lnTo>
                <a:lnTo>
                  <a:pt x="1968546" y="5240869"/>
                </a:lnTo>
                <a:lnTo>
                  <a:pt x="0" y="5240869"/>
                </a:lnTo>
                <a:close/>
              </a:path>
            </a:pathLst>
          </a:custGeom>
        </p:spPr>
      </p:pic>
      <p:sp>
        <p:nvSpPr>
          <p:cNvPr id="2" name="Title 1">
            <a:extLst>
              <a:ext uri="{FF2B5EF4-FFF2-40B4-BE49-F238E27FC236}">
                <a16:creationId xmlns:a16="http://schemas.microsoft.com/office/drawing/2014/main" id="{3C1FA07F-034F-448C-2652-D713254A06A5}"/>
              </a:ext>
            </a:extLst>
          </p:cNvPr>
          <p:cNvSpPr>
            <a:spLocks noGrp="1"/>
          </p:cNvSpPr>
          <p:nvPr>
            <p:ph type="title" hasCustomPrompt="1"/>
          </p:nvPr>
        </p:nvSpPr>
        <p:spPr/>
        <p:txBody>
          <a:bodyPr/>
          <a:lstStyle>
            <a:lvl1pPr>
              <a:defRPr>
                <a:solidFill>
                  <a:schemeClr val="tx1"/>
                </a:solidFill>
              </a:defRPr>
            </a:lvl1pPr>
          </a:lstStyle>
          <a:p>
            <a:r>
              <a:rPr lang="en-US"/>
              <a:t>Introduction: 4 people</a:t>
            </a:r>
            <a:endParaRPr lang="en-GB"/>
          </a:p>
        </p:txBody>
      </p:sp>
      <p:sp>
        <p:nvSpPr>
          <p:cNvPr id="25" name="Picture Placeholder 24">
            <a:extLst>
              <a:ext uri="{FF2B5EF4-FFF2-40B4-BE49-F238E27FC236}">
                <a16:creationId xmlns:a16="http://schemas.microsoft.com/office/drawing/2014/main" id="{720DA622-298C-147C-4FB4-BE1949B9EA66}"/>
              </a:ext>
            </a:extLst>
          </p:cNvPr>
          <p:cNvSpPr>
            <a:spLocks noGrp="1"/>
          </p:cNvSpPr>
          <p:nvPr>
            <p:ph type="pic" sz="quarter" idx="11"/>
          </p:nvPr>
        </p:nvSpPr>
        <p:spPr>
          <a:xfrm>
            <a:off x="1080428" y="1628775"/>
            <a:ext cx="2281237" cy="2281237"/>
          </a:xfrm>
          <a:pattFill prst="divot">
            <a:fgClr>
              <a:schemeClr val="bg2"/>
            </a:fgClr>
            <a:bgClr>
              <a:schemeClr val="bg1"/>
            </a:bgClr>
          </a:pattFill>
        </p:spPr>
        <p:txBody>
          <a:bodyPr/>
          <a:lstStyle/>
          <a:p>
            <a:r>
              <a:rPr lang="en-US"/>
              <a:t>Click icon to add picture</a:t>
            </a:r>
            <a:endParaRPr lang="en-GB"/>
          </a:p>
        </p:txBody>
      </p:sp>
      <p:sp>
        <p:nvSpPr>
          <p:cNvPr id="26" name="Picture Placeholder 24">
            <a:extLst>
              <a:ext uri="{FF2B5EF4-FFF2-40B4-BE49-F238E27FC236}">
                <a16:creationId xmlns:a16="http://schemas.microsoft.com/office/drawing/2014/main" id="{EA002A9D-8BB3-0293-19BA-3D19168ECD27}"/>
              </a:ext>
            </a:extLst>
          </p:cNvPr>
          <p:cNvSpPr>
            <a:spLocks noGrp="1"/>
          </p:cNvSpPr>
          <p:nvPr>
            <p:ph type="pic" sz="quarter" idx="12"/>
          </p:nvPr>
        </p:nvSpPr>
        <p:spPr>
          <a:xfrm>
            <a:off x="3850538" y="1628775"/>
            <a:ext cx="2281237" cy="2281237"/>
          </a:xfrm>
          <a:pattFill prst="divot">
            <a:fgClr>
              <a:schemeClr val="bg2"/>
            </a:fgClr>
            <a:bgClr>
              <a:schemeClr val="bg1"/>
            </a:bgClr>
          </a:pattFill>
        </p:spPr>
        <p:txBody>
          <a:bodyPr/>
          <a:lstStyle/>
          <a:p>
            <a:r>
              <a:rPr lang="en-US"/>
              <a:t>Click icon to add picture</a:t>
            </a:r>
            <a:endParaRPr lang="en-GB"/>
          </a:p>
        </p:txBody>
      </p:sp>
      <p:sp>
        <p:nvSpPr>
          <p:cNvPr id="27" name="Picture Placeholder 24">
            <a:extLst>
              <a:ext uri="{FF2B5EF4-FFF2-40B4-BE49-F238E27FC236}">
                <a16:creationId xmlns:a16="http://schemas.microsoft.com/office/drawing/2014/main" id="{28F01EEB-ADB8-1602-2F2B-DF00D6C2E921}"/>
              </a:ext>
            </a:extLst>
          </p:cNvPr>
          <p:cNvSpPr>
            <a:spLocks noGrp="1"/>
          </p:cNvSpPr>
          <p:nvPr>
            <p:ph type="pic" sz="quarter" idx="13"/>
          </p:nvPr>
        </p:nvSpPr>
        <p:spPr>
          <a:xfrm>
            <a:off x="6620648" y="1628775"/>
            <a:ext cx="2281237" cy="2281237"/>
          </a:xfrm>
          <a:pattFill prst="divot">
            <a:fgClr>
              <a:schemeClr val="bg2"/>
            </a:fgClr>
            <a:bgClr>
              <a:schemeClr val="bg1"/>
            </a:bgClr>
          </a:pattFill>
        </p:spPr>
        <p:txBody>
          <a:bodyPr/>
          <a:lstStyle/>
          <a:p>
            <a:r>
              <a:rPr lang="en-US"/>
              <a:t>Click icon to add picture</a:t>
            </a:r>
            <a:endParaRPr lang="en-GB"/>
          </a:p>
        </p:txBody>
      </p:sp>
      <p:sp>
        <p:nvSpPr>
          <p:cNvPr id="28" name="Picture Placeholder 24">
            <a:extLst>
              <a:ext uri="{FF2B5EF4-FFF2-40B4-BE49-F238E27FC236}">
                <a16:creationId xmlns:a16="http://schemas.microsoft.com/office/drawing/2014/main" id="{FF1B385F-3E94-8060-71F6-63EA4DB4AB6C}"/>
              </a:ext>
            </a:extLst>
          </p:cNvPr>
          <p:cNvSpPr>
            <a:spLocks noGrp="1"/>
          </p:cNvSpPr>
          <p:nvPr>
            <p:ph type="pic" sz="quarter" idx="14"/>
          </p:nvPr>
        </p:nvSpPr>
        <p:spPr>
          <a:xfrm>
            <a:off x="9390757" y="1628775"/>
            <a:ext cx="2281237" cy="2281237"/>
          </a:xfrm>
          <a:pattFill prst="divot">
            <a:fgClr>
              <a:schemeClr val="bg2"/>
            </a:fgClr>
            <a:bgClr>
              <a:schemeClr val="bg1"/>
            </a:bgClr>
          </a:pattFill>
        </p:spPr>
        <p:txBody>
          <a:bodyPr/>
          <a:lstStyle/>
          <a:p>
            <a:r>
              <a:rPr lang="en-US"/>
              <a:t>Click icon to add picture</a:t>
            </a:r>
            <a:endParaRPr lang="en-GB"/>
          </a:p>
        </p:txBody>
      </p:sp>
      <p:pic>
        <p:nvPicPr>
          <p:cNvPr id="29" name="Graphic 28">
            <a:extLst>
              <a:ext uri="{FF2B5EF4-FFF2-40B4-BE49-F238E27FC236}">
                <a16:creationId xmlns:a16="http://schemas.microsoft.com/office/drawing/2014/main" id="{0E7D929B-8BDD-5D07-9B96-4D5F1465B03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3850" y="6468533"/>
            <a:ext cx="131376" cy="140758"/>
          </a:xfrm>
          <a:prstGeom prst="rect">
            <a:avLst/>
          </a:prstGeom>
        </p:spPr>
      </p:pic>
      <p:grpSp>
        <p:nvGrpSpPr>
          <p:cNvPr id="30" name="Group 29">
            <a:extLst>
              <a:ext uri="{FF2B5EF4-FFF2-40B4-BE49-F238E27FC236}">
                <a16:creationId xmlns:a16="http://schemas.microsoft.com/office/drawing/2014/main" id="{9F00AB1B-293D-3E16-8048-A03BE80DDFEC}"/>
              </a:ext>
            </a:extLst>
          </p:cNvPr>
          <p:cNvGrpSpPr/>
          <p:nvPr userDrawn="1"/>
        </p:nvGrpSpPr>
        <p:grpSpPr>
          <a:xfrm>
            <a:off x="-2236817" y="-1"/>
            <a:ext cx="2155910" cy="6857999"/>
            <a:chOff x="-2236817" y="-1"/>
            <a:chExt cx="2155910" cy="6857999"/>
          </a:xfrm>
        </p:grpSpPr>
        <p:sp>
          <p:nvSpPr>
            <p:cNvPr id="31" name="Rectangle 30">
              <a:extLst>
                <a:ext uri="{FF2B5EF4-FFF2-40B4-BE49-F238E27FC236}">
                  <a16:creationId xmlns:a16="http://schemas.microsoft.com/office/drawing/2014/main" id="{92E9C396-2E0E-7351-5365-27EAC99C3555}"/>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32" name="Picture 31" descr="A screenshot of a computer&#10;&#10;Description automatically generated">
              <a:extLst>
                <a:ext uri="{FF2B5EF4-FFF2-40B4-BE49-F238E27FC236}">
                  <a16:creationId xmlns:a16="http://schemas.microsoft.com/office/drawing/2014/main" id="{2F3F6F95-9358-DA3E-C492-C005056828AC}"/>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33" name="Picture 32">
              <a:extLst>
                <a:ext uri="{FF2B5EF4-FFF2-40B4-BE49-F238E27FC236}">
                  <a16:creationId xmlns:a16="http://schemas.microsoft.com/office/drawing/2014/main" id="{351D6F6B-8C07-BEB0-AC9A-8001018AC558}"/>
                </a:ext>
              </a:extLst>
            </p:cNvPr>
            <p:cNvPicPr>
              <a:picLocks noChangeAspect="1"/>
            </p:cNvPicPr>
            <p:nvPr userDrawn="1"/>
          </p:nvPicPr>
          <p:blipFill>
            <a:blip r:embed="rId5"/>
            <a:stretch>
              <a:fillRect/>
            </a:stretch>
          </p:blipFill>
          <p:spPr>
            <a:xfrm>
              <a:off x="-1482758" y="1808318"/>
              <a:ext cx="647790" cy="581106"/>
            </a:xfrm>
            <a:prstGeom prst="rect">
              <a:avLst/>
            </a:prstGeom>
          </p:spPr>
        </p:pic>
      </p:grpSp>
      <p:sp>
        <p:nvSpPr>
          <p:cNvPr id="3" name="Text Placeholder 13">
            <a:extLst>
              <a:ext uri="{FF2B5EF4-FFF2-40B4-BE49-F238E27FC236}">
                <a16:creationId xmlns:a16="http://schemas.microsoft.com/office/drawing/2014/main" id="{5D41CB5B-4BE8-CBB0-5AD2-FB61A4A1D6C8}"/>
              </a:ext>
            </a:extLst>
          </p:cNvPr>
          <p:cNvSpPr>
            <a:spLocks noGrp="1"/>
          </p:cNvSpPr>
          <p:nvPr>
            <p:ph type="body" sz="quarter" idx="15"/>
          </p:nvPr>
        </p:nvSpPr>
        <p:spPr>
          <a:xfrm>
            <a:off x="1078895" y="3978097"/>
            <a:ext cx="2281238" cy="599579"/>
          </a:xfrm>
          <a:solidFill>
            <a:schemeClr val="bg1"/>
          </a:solidFill>
        </p:spPr>
        <p:txBody>
          <a:bodyPr lIns="90000" tIns="90000">
            <a:normAutofit/>
          </a:bodyPr>
          <a:lstStyle>
            <a:lvl1pPr>
              <a:buNone/>
              <a:defRPr sz="1600" b="1">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34" name="Text Placeholder 13">
            <a:extLst>
              <a:ext uri="{FF2B5EF4-FFF2-40B4-BE49-F238E27FC236}">
                <a16:creationId xmlns:a16="http://schemas.microsoft.com/office/drawing/2014/main" id="{A9C777AE-5BC2-913E-BF0E-1186DD1FC7C8}"/>
              </a:ext>
            </a:extLst>
          </p:cNvPr>
          <p:cNvSpPr>
            <a:spLocks noGrp="1"/>
          </p:cNvSpPr>
          <p:nvPr>
            <p:ph type="body" sz="quarter" idx="16"/>
          </p:nvPr>
        </p:nvSpPr>
        <p:spPr>
          <a:xfrm>
            <a:off x="1177588" y="4347822"/>
            <a:ext cx="2184077" cy="230188"/>
          </a:xfrm>
        </p:spPr>
        <p:txBody>
          <a:bodyPr>
            <a:normAutofit/>
          </a:bodyPr>
          <a:lstStyle>
            <a:lvl1pPr>
              <a:buNone/>
              <a:defRPr sz="1200" b="0">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35" name="Text Placeholder 13">
            <a:extLst>
              <a:ext uri="{FF2B5EF4-FFF2-40B4-BE49-F238E27FC236}">
                <a16:creationId xmlns:a16="http://schemas.microsoft.com/office/drawing/2014/main" id="{14BE03A5-A1D9-4DB2-787C-69200807A1EC}"/>
              </a:ext>
            </a:extLst>
          </p:cNvPr>
          <p:cNvSpPr>
            <a:spLocks noGrp="1"/>
          </p:cNvSpPr>
          <p:nvPr>
            <p:ph type="body" sz="quarter" idx="17" hasCustomPrompt="1"/>
          </p:nvPr>
        </p:nvSpPr>
        <p:spPr>
          <a:xfrm>
            <a:off x="1082348" y="4684707"/>
            <a:ext cx="2279318" cy="1544128"/>
          </a:xfrm>
        </p:spPr>
        <p:txBody>
          <a:bodyPr>
            <a:normAutofit/>
          </a:bodyPr>
          <a:lstStyle>
            <a:lvl1pPr marL="0" marR="0" indent="0" algn="l" defTabSz="914400" rtl="0" eaLnBrk="1" fontAlgn="auto" latinLnBrk="0" hangingPunct="1">
              <a:lnSpc>
                <a:spcPct val="100000"/>
              </a:lnSpc>
              <a:spcBef>
                <a:spcPts val="0"/>
              </a:spcBef>
              <a:spcAft>
                <a:spcPts val="0"/>
              </a:spcAft>
              <a:buClrTx/>
              <a:buSzTx/>
              <a:buFontTx/>
              <a:buNone/>
              <a:tabLst/>
              <a:defRPr sz="1200" b="0">
                <a:solidFill>
                  <a:sysClr val="windowText" lastClr="000000"/>
                </a:solidFill>
              </a:defRPr>
            </a:lvl1pPr>
            <a:lvl2pPr marL="180000" marR="0"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lvl2pPr>
            <a:lvl3pPr>
              <a:buNone/>
              <a:defRPr/>
            </a:lvl3pPr>
            <a:lvl4pPr>
              <a:buNone/>
              <a:defRPr/>
            </a:lvl4pPr>
            <a:lvl5pPr>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Lore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dolor</a:t>
            </a:r>
            <a:r>
              <a:rPr kumimoji="0" lang="en-GB" sz="1200" b="0" i="0" u="none" strike="noStrike" kern="1200" cap="none" spc="0" normalizeH="0" baseline="0">
                <a:ln>
                  <a:noFill/>
                </a:ln>
                <a:solidFill>
                  <a:schemeClr val="tx2"/>
                </a:solidFill>
                <a:effectLst/>
                <a:uLnTx/>
                <a:uFillTx/>
                <a:latin typeface="Arial"/>
                <a:ea typeface="+mn-ea"/>
                <a:cs typeface="+mn-cs"/>
              </a:rPr>
              <a:t> sit </a:t>
            </a:r>
            <a:r>
              <a:rPr kumimoji="0" lang="en-GB" sz="1200" b="0" i="0" u="none" strike="noStrike" kern="1200" cap="none" spc="0" normalizeH="0" baseline="0" err="1">
                <a:ln>
                  <a:noFill/>
                </a:ln>
                <a:solidFill>
                  <a:schemeClr val="tx2"/>
                </a:solidFill>
                <a:effectLst/>
                <a:uLnTx/>
                <a:uFillTx/>
                <a:latin typeface="Arial"/>
                <a:ea typeface="+mn-ea"/>
                <a:cs typeface="+mn-cs"/>
              </a:rPr>
              <a:t>amet</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consectetuer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adipiscing</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bla</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elit</a:t>
            </a:r>
            <a:r>
              <a:rPr kumimoji="0" lang="en-GB" sz="1200" b="0" i="0" u="none" strike="noStrike" kern="1200" cap="none" spc="0" normalizeH="0" baseline="0">
                <a:ln>
                  <a:noFill/>
                </a:ln>
                <a:solidFill>
                  <a:schemeClr val="tx2"/>
                </a:solidFill>
                <a:effectLst/>
                <a:uLnTx/>
                <a:uFillTx/>
                <a:latin typeface="Arial"/>
                <a:ea typeface="+mn-ea"/>
                <a:cs typeface="+mn-cs"/>
              </a:rPr>
              <a:t>. Maecenas </a:t>
            </a:r>
            <a:r>
              <a:rPr kumimoji="0" lang="en-GB" sz="1200" b="0" i="0" u="none" strike="noStrike" kern="1200" cap="none" spc="0" normalizeH="0" baseline="0" err="1">
                <a:ln>
                  <a:noFill/>
                </a:ln>
                <a:solidFill>
                  <a:schemeClr val="tx2"/>
                </a:solidFill>
                <a:effectLst/>
                <a:uLnTx/>
                <a:uFillTx/>
                <a:latin typeface="Arial"/>
                <a:ea typeface="+mn-ea"/>
                <a:cs typeface="+mn-cs"/>
              </a:rPr>
              <a:t>porttitor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congueso</a:t>
            </a:r>
            <a:r>
              <a:rPr kumimoji="0" lang="en-GB" sz="1200" b="0" i="0" u="none" strike="noStrike" kern="1200" cap="none" spc="0" normalizeH="0" baseline="0">
                <a:ln>
                  <a:noFill/>
                </a:ln>
                <a:solidFill>
                  <a:schemeClr val="tx2"/>
                </a:solidFill>
                <a:effectLst/>
                <a:uLnTx/>
                <a:uFillTx/>
                <a:latin typeface="Arial"/>
                <a:ea typeface="+mn-ea"/>
                <a:cs typeface="+mn-cs"/>
              </a:rPr>
              <a:t>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Massa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err="1">
                <a:ln>
                  <a:noFill/>
                </a:ln>
                <a:solidFill>
                  <a:schemeClr val="tx2"/>
                </a:solidFill>
                <a:effectLst/>
                <a:uLnTx/>
                <a:uFillTx/>
                <a:latin typeface="Arial"/>
                <a:ea typeface="+mn-ea"/>
                <a:cs typeface="+mn-cs"/>
              </a:rPr>
              <a:t>Fusce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posuere</a:t>
            </a:r>
            <a:endParaRPr kumimoji="0" lang="en-GB" sz="1200" b="0" i="0" u="none" strike="noStrike" kern="1200" cap="none" spc="0" normalizeH="0" baseline="0">
              <a:ln>
                <a:noFill/>
              </a:ln>
              <a:solidFill>
                <a:schemeClr val="tx2"/>
              </a:solidFill>
              <a:effectLst/>
              <a:uLnTx/>
              <a:uFillTx/>
              <a:latin typeface="Arial"/>
              <a:ea typeface="+mn-ea"/>
              <a:cs typeface="+mn-cs"/>
            </a:endParaRP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Magna </a:t>
            </a:r>
            <a:r>
              <a:rPr kumimoji="0" lang="en-GB" sz="1200" b="0" i="0" u="none" strike="noStrike" kern="1200" cap="none" spc="0" normalizeH="0" baseline="0" err="1">
                <a:ln>
                  <a:noFill/>
                </a:ln>
                <a:solidFill>
                  <a:schemeClr val="tx2"/>
                </a:solidFill>
                <a:effectLst/>
                <a:uLnTx/>
                <a:uFillTx/>
                <a:latin typeface="Arial"/>
                <a:ea typeface="+mn-ea"/>
                <a:cs typeface="+mn-cs"/>
              </a:rPr>
              <a:t>sedi</a:t>
            </a:r>
            <a:endParaRPr lang="en-US"/>
          </a:p>
        </p:txBody>
      </p:sp>
      <p:sp>
        <p:nvSpPr>
          <p:cNvPr id="36" name="Text Placeholder 13">
            <a:extLst>
              <a:ext uri="{FF2B5EF4-FFF2-40B4-BE49-F238E27FC236}">
                <a16:creationId xmlns:a16="http://schemas.microsoft.com/office/drawing/2014/main" id="{0CD810FA-4F95-FCB6-60A3-EAE8340E9543}"/>
              </a:ext>
            </a:extLst>
          </p:cNvPr>
          <p:cNvSpPr>
            <a:spLocks noGrp="1"/>
          </p:cNvSpPr>
          <p:nvPr>
            <p:ph type="body" sz="quarter" idx="18"/>
          </p:nvPr>
        </p:nvSpPr>
        <p:spPr>
          <a:xfrm>
            <a:off x="3850538" y="3978097"/>
            <a:ext cx="2300922" cy="599579"/>
          </a:xfrm>
          <a:solidFill>
            <a:schemeClr val="bg1"/>
          </a:solidFill>
        </p:spPr>
        <p:txBody>
          <a:bodyPr lIns="90000" tIns="90000">
            <a:normAutofit/>
          </a:bodyPr>
          <a:lstStyle>
            <a:lvl1pPr>
              <a:buNone/>
              <a:defRPr sz="1600" b="1">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37" name="Text Placeholder 13">
            <a:extLst>
              <a:ext uri="{FF2B5EF4-FFF2-40B4-BE49-F238E27FC236}">
                <a16:creationId xmlns:a16="http://schemas.microsoft.com/office/drawing/2014/main" id="{B7E31A5D-1DFA-466C-9218-56D98538EFA2}"/>
              </a:ext>
            </a:extLst>
          </p:cNvPr>
          <p:cNvSpPr>
            <a:spLocks noGrp="1"/>
          </p:cNvSpPr>
          <p:nvPr>
            <p:ph type="body" sz="quarter" idx="19"/>
          </p:nvPr>
        </p:nvSpPr>
        <p:spPr>
          <a:xfrm>
            <a:off x="3950069" y="4347822"/>
            <a:ext cx="2202923" cy="230188"/>
          </a:xfrm>
        </p:spPr>
        <p:txBody>
          <a:bodyPr>
            <a:normAutofit/>
          </a:bodyPr>
          <a:lstStyle>
            <a:lvl1pPr>
              <a:buNone/>
              <a:defRPr sz="1200" b="0">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38" name="Text Placeholder 13">
            <a:extLst>
              <a:ext uri="{FF2B5EF4-FFF2-40B4-BE49-F238E27FC236}">
                <a16:creationId xmlns:a16="http://schemas.microsoft.com/office/drawing/2014/main" id="{926CDBB3-2AE1-56AE-845A-36D9B640B7B8}"/>
              </a:ext>
            </a:extLst>
          </p:cNvPr>
          <p:cNvSpPr>
            <a:spLocks noGrp="1"/>
          </p:cNvSpPr>
          <p:nvPr>
            <p:ph type="body" sz="quarter" idx="20" hasCustomPrompt="1"/>
          </p:nvPr>
        </p:nvSpPr>
        <p:spPr>
          <a:xfrm>
            <a:off x="3873675" y="4684707"/>
            <a:ext cx="2279318" cy="1544128"/>
          </a:xfrm>
        </p:spPr>
        <p:txBody>
          <a:bodyPr>
            <a:normAutofit/>
          </a:bodyPr>
          <a:lstStyle>
            <a:lvl1pPr marL="0" marR="0" indent="0" algn="l" defTabSz="914400" rtl="0" eaLnBrk="1" fontAlgn="auto" latinLnBrk="0" hangingPunct="1">
              <a:lnSpc>
                <a:spcPct val="100000"/>
              </a:lnSpc>
              <a:spcBef>
                <a:spcPts val="0"/>
              </a:spcBef>
              <a:spcAft>
                <a:spcPts val="0"/>
              </a:spcAft>
              <a:buClrTx/>
              <a:buSzTx/>
              <a:buFontTx/>
              <a:buNone/>
              <a:tabLst/>
              <a:defRPr sz="1200" b="0">
                <a:solidFill>
                  <a:sysClr val="windowText" lastClr="000000"/>
                </a:solidFill>
              </a:defRPr>
            </a:lvl1pPr>
            <a:lvl2pPr marL="180000" marR="0"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lvl2pPr>
            <a:lvl3pPr>
              <a:buNone/>
              <a:defRPr/>
            </a:lvl3pPr>
            <a:lvl4pPr>
              <a:buNone/>
              <a:defRPr/>
            </a:lvl4pPr>
            <a:lvl5pPr>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Lore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dolor</a:t>
            </a:r>
            <a:r>
              <a:rPr kumimoji="0" lang="en-GB" sz="1200" b="0" i="0" u="none" strike="noStrike" kern="1200" cap="none" spc="0" normalizeH="0" baseline="0">
                <a:ln>
                  <a:noFill/>
                </a:ln>
                <a:solidFill>
                  <a:schemeClr val="tx2"/>
                </a:solidFill>
                <a:effectLst/>
                <a:uLnTx/>
                <a:uFillTx/>
                <a:latin typeface="Arial"/>
                <a:ea typeface="+mn-ea"/>
                <a:cs typeface="+mn-cs"/>
              </a:rPr>
              <a:t> sit </a:t>
            </a:r>
            <a:r>
              <a:rPr kumimoji="0" lang="en-GB" sz="1200" b="0" i="0" u="none" strike="noStrike" kern="1200" cap="none" spc="0" normalizeH="0" baseline="0" err="1">
                <a:ln>
                  <a:noFill/>
                </a:ln>
                <a:solidFill>
                  <a:schemeClr val="tx2"/>
                </a:solidFill>
                <a:effectLst/>
                <a:uLnTx/>
                <a:uFillTx/>
                <a:latin typeface="Arial"/>
                <a:ea typeface="+mn-ea"/>
                <a:cs typeface="+mn-cs"/>
              </a:rPr>
              <a:t>amet</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consectetuer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adipiscing</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bla</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elit</a:t>
            </a:r>
            <a:r>
              <a:rPr kumimoji="0" lang="en-GB" sz="1200" b="0" i="0" u="none" strike="noStrike" kern="1200" cap="none" spc="0" normalizeH="0" baseline="0">
                <a:ln>
                  <a:noFill/>
                </a:ln>
                <a:solidFill>
                  <a:schemeClr val="tx2"/>
                </a:solidFill>
                <a:effectLst/>
                <a:uLnTx/>
                <a:uFillTx/>
                <a:latin typeface="Arial"/>
                <a:ea typeface="+mn-ea"/>
                <a:cs typeface="+mn-cs"/>
              </a:rPr>
              <a:t>. Maecenas </a:t>
            </a:r>
            <a:r>
              <a:rPr kumimoji="0" lang="en-GB" sz="1200" b="0" i="0" u="none" strike="noStrike" kern="1200" cap="none" spc="0" normalizeH="0" baseline="0" err="1">
                <a:ln>
                  <a:noFill/>
                </a:ln>
                <a:solidFill>
                  <a:schemeClr val="tx2"/>
                </a:solidFill>
                <a:effectLst/>
                <a:uLnTx/>
                <a:uFillTx/>
                <a:latin typeface="Arial"/>
                <a:ea typeface="+mn-ea"/>
                <a:cs typeface="+mn-cs"/>
              </a:rPr>
              <a:t>porttitor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congueso</a:t>
            </a:r>
            <a:r>
              <a:rPr kumimoji="0" lang="en-GB" sz="1200" b="0" i="0" u="none" strike="noStrike" kern="1200" cap="none" spc="0" normalizeH="0" baseline="0">
                <a:ln>
                  <a:noFill/>
                </a:ln>
                <a:solidFill>
                  <a:schemeClr val="tx2"/>
                </a:solidFill>
                <a:effectLst/>
                <a:uLnTx/>
                <a:uFillTx/>
                <a:latin typeface="Arial"/>
                <a:ea typeface="+mn-ea"/>
                <a:cs typeface="+mn-cs"/>
              </a:rPr>
              <a:t>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Massa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err="1">
                <a:ln>
                  <a:noFill/>
                </a:ln>
                <a:solidFill>
                  <a:schemeClr val="tx2"/>
                </a:solidFill>
                <a:effectLst/>
                <a:uLnTx/>
                <a:uFillTx/>
                <a:latin typeface="Arial"/>
                <a:ea typeface="+mn-ea"/>
                <a:cs typeface="+mn-cs"/>
              </a:rPr>
              <a:t>Fusce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posuere</a:t>
            </a:r>
            <a:endParaRPr kumimoji="0" lang="en-GB" sz="1200" b="0" i="0" u="none" strike="noStrike" kern="1200" cap="none" spc="0" normalizeH="0" baseline="0">
              <a:ln>
                <a:noFill/>
              </a:ln>
              <a:solidFill>
                <a:schemeClr val="tx2"/>
              </a:solidFill>
              <a:effectLst/>
              <a:uLnTx/>
              <a:uFillTx/>
              <a:latin typeface="Arial"/>
              <a:ea typeface="+mn-ea"/>
              <a:cs typeface="+mn-cs"/>
            </a:endParaRP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Magna </a:t>
            </a:r>
            <a:r>
              <a:rPr kumimoji="0" lang="en-GB" sz="1200" b="0" i="0" u="none" strike="noStrike" kern="1200" cap="none" spc="0" normalizeH="0" baseline="0" err="1">
                <a:ln>
                  <a:noFill/>
                </a:ln>
                <a:solidFill>
                  <a:schemeClr val="tx2"/>
                </a:solidFill>
                <a:effectLst/>
                <a:uLnTx/>
                <a:uFillTx/>
                <a:latin typeface="Arial"/>
                <a:ea typeface="+mn-ea"/>
                <a:cs typeface="+mn-cs"/>
              </a:rPr>
              <a:t>sedi</a:t>
            </a:r>
            <a:endParaRPr lang="en-US"/>
          </a:p>
        </p:txBody>
      </p:sp>
      <p:sp>
        <p:nvSpPr>
          <p:cNvPr id="39" name="Text Placeholder 13">
            <a:extLst>
              <a:ext uri="{FF2B5EF4-FFF2-40B4-BE49-F238E27FC236}">
                <a16:creationId xmlns:a16="http://schemas.microsoft.com/office/drawing/2014/main" id="{D9A0989A-0D5E-7B84-FB39-881E75AF87ED}"/>
              </a:ext>
            </a:extLst>
          </p:cNvPr>
          <p:cNvSpPr>
            <a:spLocks noGrp="1"/>
          </p:cNvSpPr>
          <p:nvPr>
            <p:ph type="body" sz="quarter" idx="21"/>
          </p:nvPr>
        </p:nvSpPr>
        <p:spPr>
          <a:xfrm>
            <a:off x="6620647" y="3978097"/>
            <a:ext cx="2301513" cy="599579"/>
          </a:xfrm>
          <a:solidFill>
            <a:schemeClr val="bg1"/>
          </a:solidFill>
        </p:spPr>
        <p:txBody>
          <a:bodyPr lIns="90000" tIns="90000">
            <a:normAutofit/>
          </a:bodyPr>
          <a:lstStyle>
            <a:lvl1pPr>
              <a:buNone/>
              <a:defRPr sz="1600" b="1">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40" name="Text Placeholder 13">
            <a:extLst>
              <a:ext uri="{FF2B5EF4-FFF2-40B4-BE49-F238E27FC236}">
                <a16:creationId xmlns:a16="http://schemas.microsoft.com/office/drawing/2014/main" id="{C2D9B5D8-C391-00B8-A2AD-5FF76DB9F30E}"/>
              </a:ext>
            </a:extLst>
          </p:cNvPr>
          <p:cNvSpPr>
            <a:spLocks noGrp="1"/>
          </p:cNvSpPr>
          <p:nvPr>
            <p:ph type="body" sz="quarter" idx="22"/>
          </p:nvPr>
        </p:nvSpPr>
        <p:spPr>
          <a:xfrm>
            <a:off x="6720206" y="4347822"/>
            <a:ext cx="2203488" cy="230188"/>
          </a:xfrm>
        </p:spPr>
        <p:txBody>
          <a:bodyPr>
            <a:normAutofit/>
          </a:bodyPr>
          <a:lstStyle>
            <a:lvl1pPr>
              <a:buNone/>
              <a:defRPr sz="1200" b="0">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41" name="Text Placeholder 13">
            <a:extLst>
              <a:ext uri="{FF2B5EF4-FFF2-40B4-BE49-F238E27FC236}">
                <a16:creationId xmlns:a16="http://schemas.microsoft.com/office/drawing/2014/main" id="{E9B717FA-4D8E-F593-5020-5A55DE528A57}"/>
              </a:ext>
            </a:extLst>
          </p:cNvPr>
          <p:cNvSpPr>
            <a:spLocks noGrp="1"/>
          </p:cNvSpPr>
          <p:nvPr>
            <p:ph type="body" sz="quarter" idx="23" hasCustomPrompt="1"/>
          </p:nvPr>
        </p:nvSpPr>
        <p:spPr>
          <a:xfrm>
            <a:off x="6644376" y="4684707"/>
            <a:ext cx="2279318" cy="1544128"/>
          </a:xfrm>
        </p:spPr>
        <p:txBody>
          <a:bodyPr>
            <a:normAutofit/>
          </a:bodyPr>
          <a:lstStyle>
            <a:lvl1pPr marL="0" marR="0" indent="0" algn="l" defTabSz="914400" rtl="0" eaLnBrk="1" fontAlgn="auto" latinLnBrk="0" hangingPunct="1">
              <a:lnSpc>
                <a:spcPct val="100000"/>
              </a:lnSpc>
              <a:spcBef>
                <a:spcPts val="0"/>
              </a:spcBef>
              <a:spcAft>
                <a:spcPts val="0"/>
              </a:spcAft>
              <a:buClrTx/>
              <a:buSzTx/>
              <a:buFontTx/>
              <a:buNone/>
              <a:tabLst/>
              <a:defRPr sz="1200" b="0">
                <a:solidFill>
                  <a:sysClr val="windowText" lastClr="000000"/>
                </a:solidFill>
              </a:defRPr>
            </a:lvl1pPr>
            <a:lvl2pPr marL="180000" marR="0"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lvl2pPr>
            <a:lvl3pPr>
              <a:buNone/>
              <a:defRPr/>
            </a:lvl3pPr>
            <a:lvl4pPr>
              <a:buNone/>
              <a:defRPr/>
            </a:lvl4pPr>
            <a:lvl5pPr>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Lore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dolor</a:t>
            </a:r>
            <a:r>
              <a:rPr kumimoji="0" lang="en-GB" sz="1200" b="0" i="0" u="none" strike="noStrike" kern="1200" cap="none" spc="0" normalizeH="0" baseline="0">
                <a:ln>
                  <a:noFill/>
                </a:ln>
                <a:solidFill>
                  <a:schemeClr val="tx2"/>
                </a:solidFill>
                <a:effectLst/>
                <a:uLnTx/>
                <a:uFillTx/>
                <a:latin typeface="Arial"/>
                <a:ea typeface="+mn-ea"/>
                <a:cs typeface="+mn-cs"/>
              </a:rPr>
              <a:t> sit </a:t>
            </a:r>
            <a:r>
              <a:rPr kumimoji="0" lang="en-GB" sz="1200" b="0" i="0" u="none" strike="noStrike" kern="1200" cap="none" spc="0" normalizeH="0" baseline="0" err="1">
                <a:ln>
                  <a:noFill/>
                </a:ln>
                <a:solidFill>
                  <a:schemeClr val="tx2"/>
                </a:solidFill>
                <a:effectLst/>
                <a:uLnTx/>
                <a:uFillTx/>
                <a:latin typeface="Arial"/>
                <a:ea typeface="+mn-ea"/>
                <a:cs typeface="+mn-cs"/>
              </a:rPr>
              <a:t>amet</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consectetuer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adipiscing</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bla</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elit</a:t>
            </a:r>
            <a:r>
              <a:rPr kumimoji="0" lang="en-GB" sz="1200" b="0" i="0" u="none" strike="noStrike" kern="1200" cap="none" spc="0" normalizeH="0" baseline="0">
                <a:ln>
                  <a:noFill/>
                </a:ln>
                <a:solidFill>
                  <a:schemeClr val="tx2"/>
                </a:solidFill>
                <a:effectLst/>
                <a:uLnTx/>
                <a:uFillTx/>
                <a:latin typeface="Arial"/>
                <a:ea typeface="+mn-ea"/>
                <a:cs typeface="+mn-cs"/>
              </a:rPr>
              <a:t>. Maecenas </a:t>
            </a:r>
            <a:r>
              <a:rPr kumimoji="0" lang="en-GB" sz="1200" b="0" i="0" u="none" strike="noStrike" kern="1200" cap="none" spc="0" normalizeH="0" baseline="0" err="1">
                <a:ln>
                  <a:noFill/>
                </a:ln>
                <a:solidFill>
                  <a:schemeClr val="tx2"/>
                </a:solidFill>
                <a:effectLst/>
                <a:uLnTx/>
                <a:uFillTx/>
                <a:latin typeface="Arial"/>
                <a:ea typeface="+mn-ea"/>
                <a:cs typeface="+mn-cs"/>
              </a:rPr>
              <a:t>porttitor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congueso</a:t>
            </a:r>
            <a:r>
              <a:rPr kumimoji="0" lang="en-GB" sz="1200" b="0" i="0" u="none" strike="noStrike" kern="1200" cap="none" spc="0" normalizeH="0" baseline="0">
                <a:ln>
                  <a:noFill/>
                </a:ln>
                <a:solidFill>
                  <a:schemeClr val="tx2"/>
                </a:solidFill>
                <a:effectLst/>
                <a:uLnTx/>
                <a:uFillTx/>
                <a:latin typeface="Arial"/>
                <a:ea typeface="+mn-ea"/>
                <a:cs typeface="+mn-cs"/>
              </a:rPr>
              <a:t>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Massa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err="1">
                <a:ln>
                  <a:noFill/>
                </a:ln>
                <a:solidFill>
                  <a:schemeClr val="tx2"/>
                </a:solidFill>
                <a:effectLst/>
                <a:uLnTx/>
                <a:uFillTx/>
                <a:latin typeface="Arial"/>
                <a:ea typeface="+mn-ea"/>
                <a:cs typeface="+mn-cs"/>
              </a:rPr>
              <a:t>Fusce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posuere</a:t>
            </a:r>
            <a:endParaRPr kumimoji="0" lang="en-GB" sz="1200" b="0" i="0" u="none" strike="noStrike" kern="1200" cap="none" spc="0" normalizeH="0" baseline="0">
              <a:ln>
                <a:noFill/>
              </a:ln>
              <a:solidFill>
                <a:schemeClr val="tx2"/>
              </a:solidFill>
              <a:effectLst/>
              <a:uLnTx/>
              <a:uFillTx/>
              <a:latin typeface="Arial"/>
              <a:ea typeface="+mn-ea"/>
              <a:cs typeface="+mn-cs"/>
            </a:endParaRP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Magna </a:t>
            </a:r>
            <a:r>
              <a:rPr kumimoji="0" lang="en-GB" sz="1200" b="0" i="0" u="none" strike="noStrike" kern="1200" cap="none" spc="0" normalizeH="0" baseline="0" err="1">
                <a:ln>
                  <a:noFill/>
                </a:ln>
                <a:solidFill>
                  <a:schemeClr val="tx2"/>
                </a:solidFill>
                <a:effectLst/>
                <a:uLnTx/>
                <a:uFillTx/>
                <a:latin typeface="Arial"/>
                <a:ea typeface="+mn-ea"/>
                <a:cs typeface="+mn-cs"/>
              </a:rPr>
              <a:t>sedi</a:t>
            </a:r>
            <a:endParaRPr lang="en-US"/>
          </a:p>
        </p:txBody>
      </p:sp>
      <p:sp>
        <p:nvSpPr>
          <p:cNvPr id="42" name="Text Placeholder 13">
            <a:extLst>
              <a:ext uri="{FF2B5EF4-FFF2-40B4-BE49-F238E27FC236}">
                <a16:creationId xmlns:a16="http://schemas.microsoft.com/office/drawing/2014/main" id="{7A5EA2EA-6E1F-433C-7075-2DC4EC218D89}"/>
              </a:ext>
            </a:extLst>
          </p:cNvPr>
          <p:cNvSpPr>
            <a:spLocks noGrp="1"/>
          </p:cNvSpPr>
          <p:nvPr>
            <p:ph type="body" sz="quarter" idx="24"/>
          </p:nvPr>
        </p:nvSpPr>
        <p:spPr>
          <a:xfrm>
            <a:off x="9377597" y="3978097"/>
            <a:ext cx="2301513" cy="599579"/>
          </a:xfrm>
          <a:solidFill>
            <a:schemeClr val="bg1"/>
          </a:solidFill>
        </p:spPr>
        <p:txBody>
          <a:bodyPr lIns="90000" tIns="90000">
            <a:normAutofit/>
          </a:bodyPr>
          <a:lstStyle>
            <a:lvl1pPr>
              <a:buNone/>
              <a:defRPr sz="1600" b="1">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43" name="Text Placeholder 13">
            <a:extLst>
              <a:ext uri="{FF2B5EF4-FFF2-40B4-BE49-F238E27FC236}">
                <a16:creationId xmlns:a16="http://schemas.microsoft.com/office/drawing/2014/main" id="{F681D55A-8E96-32FA-6C87-B3F9477DF624}"/>
              </a:ext>
            </a:extLst>
          </p:cNvPr>
          <p:cNvSpPr>
            <a:spLocks noGrp="1"/>
          </p:cNvSpPr>
          <p:nvPr>
            <p:ph type="body" sz="quarter" idx="25"/>
          </p:nvPr>
        </p:nvSpPr>
        <p:spPr>
          <a:xfrm>
            <a:off x="9477156" y="4347822"/>
            <a:ext cx="2203488" cy="230188"/>
          </a:xfrm>
        </p:spPr>
        <p:txBody>
          <a:bodyPr>
            <a:normAutofit/>
          </a:bodyPr>
          <a:lstStyle>
            <a:lvl1pPr>
              <a:buNone/>
              <a:defRPr sz="1200" b="0">
                <a:solidFill>
                  <a:sysClr val="windowText" lastClr="000000"/>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44" name="Text Placeholder 13">
            <a:extLst>
              <a:ext uri="{FF2B5EF4-FFF2-40B4-BE49-F238E27FC236}">
                <a16:creationId xmlns:a16="http://schemas.microsoft.com/office/drawing/2014/main" id="{D43C5D95-1079-5C29-8F1C-CE62CAEB7671}"/>
              </a:ext>
            </a:extLst>
          </p:cNvPr>
          <p:cNvSpPr>
            <a:spLocks noGrp="1"/>
          </p:cNvSpPr>
          <p:nvPr>
            <p:ph type="body" sz="quarter" idx="26" hasCustomPrompt="1"/>
          </p:nvPr>
        </p:nvSpPr>
        <p:spPr>
          <a:xfrm>
            <a:off x="9401326" y="4684707"/>
            <a:ext cx="2279318" cy="1544128"/>
          </a:xfrm>
        </p:spPr>
        <p:txBody>
          <a:bodyPr>
            <a:normAutofit/>
          </a:bodyPr>
          <a:lstStyle>
            <a:lvl1pPr marL="0" marR="0" indent="0" algn="l" defTabSz="914400" rtl="0" eaLnBrk="1" fontAlgn="auto" latinLnBrk="0" hangingPunct="1">
              <a:lnSpc>
                <a:spcPct val="100000"/>
              </a:lnSpc>
              <a:spcBef>
                <a:spcPts val="0"/>
              </a:spcBef>
              <a:spcAft>
                <a:spcPts val="0"/>
              </a:spcAft>
              <a:buClrTx/>
              <a:buSzTx/>
              <a:buFontTx/>
              <a:buNone/>
              <a:tabLst/>
              <a:defRPr sz="1200" b="0">
                <a:solidFill>
                  <a:sysClr val="windowText" lastClr="000000"/>
                </a:solidFill>
              </a:defRPr>
            </a:lvl1pPr>
            <a:lvl2pPr marL="180000" marR="0"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lvl2pPr>
            <a:lvl3pPr>
              <a:buNone/>
              <a:defRPr/>
            </a:lvl3pPr>
            <a:lvl4pPr>
              <a:buNone/>
              <a:defRPr/>
            </a:lvl4pPr>
            <a:lvl5pPr>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Lore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dolor</a:t>
            </a:r>
            <a:r>
              <a:rPr kumimoji="0" lang="en-GB" sz="1200" b="0" i="0" u="none" strike="noStrike" kern="1200" cap="none" spc="0" normalizeH="0" baseline="0">
                <a:ln>
                  <a:noFill/>
                </a:ln>
                <a:solidFill>
                  <a:schemeClr val="tx2"/>
                </a:solidFill>
                <a:effectLst/>
                <a:uLnTx/>
                <a:uFillTx/>
                <a:latin typeface="Arial"/>
                <a:ea typeface="+mn-ea"/>
                <a:cs typeface="+mn-cs"/>
              </a:rPr>
              <a:t> sit </a:t>
            </a:r>
            <a:r>
              <a:rPr kumimoji="0" lang="en-GB" sz="1200" b="0" i="0" u="none" strike="noStrike" kern="1200" cap="none" spc="0" normalizeH="0" baseline="0" err="1">
                <a:ln>
                  <a:noFill/>
                </a:ln>
                <a:solidFill>
                  <a:schemeClr val="tx2"/>
                </a:solidFill>
                <a:effectLst/>
                <a:uLnTx/>
                <a:uFillTx/>
                <a:latin typeface="Arial"/>
                <a:ea typeface="+mn-ea"/>
                <a:cs typeface="+mn-cs"/>
              </a:rPr>
              <a:t>amet</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consectetuer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adipiscing</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bla</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elit</a:t>
            </a:r>
            <a:r>
              <a:rPr kumimoji="0" lang="en-GB" sz="1200" b="0" i="0" u="none" strike="noStrike" kern="1200" cap="none" spc="0" normalizeH="0" baseline="0">
                <a:ln>
                  <a:noFill/>
                </a:ln>
                <a:solidFill>
                  <a:schemeClr val="tx2"/>
                </a:solidFill>
                <a:effectLst/>
                <a:uLnTx/>
                <a:uFillTx/>
                <a:latin typeface="Arial"/>
                <a:ea typeface="+mn-ea"/>
                <a:cs typeface="+mn-cs"/>
              </a:rPr>
              <a:t>. Maecenas </a:t>
            </a:r>
            <a:r>
              <a:rPr kumimoji="0" lang="en-GB" sz="1200" b="0" i="0" u="none" strike="noStrike" kern="1200" cap="none" spc="0" normalizeH="0" baseline="0" err="1">
                <a:ln>
                  <a:noFill/>
                </a:ln>
                <a:solidFill>
                  <a:schemeClr val="tx2"/>
                </a:solidFill>
                <a:effectLst/>
                <a:uLnTx/>
                <a:uFillTx/>
                <a:latin typeface="Arial"/>
                <a:ea typeface="+mn-ea"/>
                <a:cs typeface="+mn-cs"/>
              </a:rPr>
              <a:t>porttitor</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congueso</a:t>
            </a:r>
            <a:r>
              <a:rPr kumimoji="0" lang="en-GB" sz="1200" b="0" i="0" u="none" strike="noStrike" kern="1200" cap="none" spc="0" normalizeH="0" baseline="0">
                <a:ln>
                  <a:noFill/>
                </a:ln>
                <a:solidFill>
                  <a:schemeClr val="tx2"/>
                </a:solidFill>
                <a:effectLst/>
                <a:uLnTx/>
                <a:uFillTx/>
                <a:latin typeface="Arial"/>
                <a:ea typeface="+mn-ea"/>
                <a:cs typeface="+mn-cs"/>
              </a:rPr>
              <a:t>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Massa </a:t>
            </a: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err="1">
                <a:ln>
                  <a:noFill/>
                </a:ln>
                <a:solidFill>
                  <a:schemeClr val="tx2"/>
                </a:solidFill>
                <a:effectLst/>
                <a:uLnTx/>
                <a:uFillTx/>
                <a:latin typeface="Arial"/>
                <a:ea typeface="+mn-ea"/>
                <a:cs typeface="+mn-cs"/>
              </a:rPr>
              <a:t>Fusce</a:t>
            </a:r>
            <a:r>
              <a:rPr kumimoji="0" lang="en-GB" sz="1200" b="0" i="0" u="none" strike="noStrike" kern="1200" cap="none" spc="0" normalizeH="0" baseline="0">
                <a:ln>
                  <a:noFill/>
                </a:ln>
                <a:solidFill>
                  <a:schemeClr val="tx2"/>
                </a:solidFill>
                <a:effectLst/>
                <a:uLnTx/>
                <a:uFillTx/>
                <a:latin typeface="Arial"/>
                <a:ea typeface="+mn-ea"/>
                <a:cs typeface="+mn-cs"/>
              </a:rPr>
              <a:t> </a:t>
            </a:r>
            <a:r>
              <a:rPr kumimoji="0" lang="en-GB" sz="1200" b="0" i="0" u="none" strike="noStrike" kern="1200" cap="none" spc="0" normalizeH="0" baseline="0" err="1">
                <a:ln>
                  <a:noFill/>
                </a:ln>
                <a:solidFill>
                  <a:schemeClr val="tx2"/>
                </a:solidFill>
                <a:effectLst/>
                <a:uLnTx/>
                <a:uFillTx/>
                <a:latin typeface="Arial"/>
                <a:ea typeface="+mn-ea"/>
                <a:cs typeface="+mn-cs"/>
              </a:rPr>
              <a:t>posuere</a:t>
            </a:r>
            <a:endParaRPr kumimoji="0" lang="en-GB" sz="1200" b="0" i="0" u="none" strike="noStrike" kern="1200" cap="none" spc="0" normalizeH="0" baseline="0">
              <a:ln>
                <a:noFill/>
              </a:ln>
              <a:solidFill>
                <a:schemeClr val="tx2"/>
              </a:solidFill>
              <a:effectLst/>
              <a:uLnTx/>
              <a:uFillTx/>
              <a:latin typeface="Arial"/>
              <a:ea typeface="+mn-ea"/>
              <a:cs typeface="+mn-cs"/>
            </a:endParaRPr>
          </a:p>
          <a:p>
            <a:pPr marL="180000" marR="0" lvl="1" indent="-180000" algn="l" defTabSz="914400" rtl="0" eaLnBrk="1" fontAlgn="auto" latinLnBrk="0" hangingPunct="1">
              <a:lnSpc>
                <a:spcPct val="90000"/>
              </a:lnSpc>
              <a:spcBef>
                <a:spcPts val="800"/>
              </a:spcBef>
              <a:spcAft>
                <a:spcPts val="0"/>
              </a:spcAft>
              <a:buClr>
                <a:srgbClr val="00D7BD"/>
              </a:buClr>
              <a:buSzTx/>
              <a:buFont typeface="Wingdings" pitchFamily="2" charset="2"/>
              <a:buChar char="§"/>
              <a:tabLst/>
              <a:defRPr/>
            </a:pPr>
            <a:r>
              <a:rPr kumimoji="0" lang="en-GB" sz="1200" b="0" i="0" u="none" strike="noStrike" kern="1200" cap="none" spc="0" normalizeH="0" baseline="0">
                <a:ln>
                  <a:noFill/>
                </a:ln>
                <a:solidFill>
                  <a:schemeClr val="tx2"/>
                </a:solidFill>
                <a:effectLst/>
                <a:uLnTx/>
                <a:uFillTx/>
                <a:latin typeface="Arial"/>
                <a:ea typeface="+mn-ea"/>
                <a:cs typeface="+mn-cs"/>
              </a:rPr>
              <a:t>Magna </a:t>
            </a:r>
            <a:r>
              <a:rPr kumimoji="0" lang="en-GB" sz="1200" b="0" i="0" u="none" strike="noStrike" kern="1200" cap="none" spc="0" normalizeH="0" baseline="0" err="1">
                <a:ln>
                  <a:noFill/>
                </a:ln>
                <a:solidFill>
                  <a:schemeClr val="tx2"/>
                </a:solidFill>
                <a:effectLst/>
                <a:uLnTx/>
                <a:uFillTx/>
                <a:latin typeface="Arial"/>
                <a:ea typeface="+mn-ea"/>
                <a:cs typeface="+mn-cs"/>
              </a:rPr>
              <a:t>sedi</a:t>
            </a:r>
            <a:endParaRPr lang="en-US"/>
          </a:p>
        </p:txBody>
      </p:sp>
    </p:spTree>
    <p:extLst>
      <p:ext uri="{BB962C8B-B14F-4D97-AF65-F5344CB8AC3E}">
        <p14:creationId xmlns:p14="http://schemas.microsoft.com/office/powerpoint/2010/main" val="323676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ext in circles">
    <p:bg>
      <p:bgPr>
        <a:solidFill>
          <a:srgbClr val="FFFFFF"/>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C976DA64-7D30-02B9-F32A-A9935E1C36AD}"/>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76917" y="1549400"/>
            <a:ext cx="6857998" cy="3759199"/>
          </a:xfrm>
          <a:prstGeom prst="rect">
            <a:avLst/>
          </a:prstGeom>
        </p:spPr>
      </p:pic>
      <p:sp>
        <p:nvSpPr>
          <p:cNvPr id="2" name="Title 1">
            <a:extLst>
              <a:ext uri="{FF2B5EF4-FFF2-40B4-BE49-F238E27FC236}">
                <a16:creationId xmlns:a16="http://schemas.microsoft.com/office/drawing/2014/main" id="{C60569E6-90FA-4CC2-8D14-9F7CF2E0946B}"/>
              </a:ext>
            </a:extLst>
          </p:cNvPr>
          <p:cNvSpPr>
            <a:spLocks noGrp="1"/>
          </p:cNvSpPr>
          <p:nvPr>
            <p:ph type="title"/>
          </p:nvPr>
        </p:nvSpPr>
        <p:spPr>
          <a:xfrm>
            <a:off x="512297" y="360000"/>
            <a:ext cx="9523597" cy="812347"/>
          </a:xfrm>
        </p:spPr>
        <p:txBody>
          <a:bodyPr/>
          <a:lstStyle>
            <a:lvl1pPr>
              <a:defRPr>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7" name="Text Placeholder 6">
            <a:extLst>
              <a:ext uri="{FF2B5EF4-FFF2-40B4-BE49-F238E27FC236}">
                <a16:creationId xmlns:a16="http://schemas.microsoft.com/office/drawing/2014/main" id="{2C05F560-0912-4033-93C3-F7C73BE411B9}"/>
              </a:ext>
            </a:extLst>
          </p:cNvPr>
          <p:cNvSpPr>
            <a:spLocks noGrp="1" noChangeAspect="1"/>
          </p:cNvSpPr>
          <p:nvPr>
            <p:ph type="body" sz="quarter" idx="13"/>
          </p:nvPr>
        </p:nvSpPr>
        <p:spPr>
          <a:xfrm>
            <a:off x="2284620" y="1172347"/>
            <a:ext cx="2340000" cy="2340000"/>
          </a:xfrm>
          <a:prstGeom prst="rect">
            <a:avLst/>
          </a:prstGeom>
          <a:solidFill>
            <a:schemeClr val="bg1"/>
          </a:solidFill>
        </p:spPr>
        <p:txBody>
          <a:bodyPr lIns="90000" tIns="90000" rIns="90000" bIns="90000" anchor="ctr" anchorCtr="0"/>
          <a:lstStyle>
            <a:lvl1pPr marL="0" indent="0" algn="ctr">
              <a:lnSpc>
                <a:spcPct val="90000"/>
              </a:lnSpc>
              <a:buNone/>
              <a:defRPr sz="1410">
                <a:solidFill>
                  <a:schemeClr val="accent3"/>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8" name="Text Placeholder 6">
            <a:extLst>
              <a:ext uri="{FF2B5EF4-FFF2-40B4-BE49-F238E27FC236}">
                <a16:creationId xmlns:a16="http://schemas.microsoft.com/office/drawing/2014/main" id="{A5CDB310-1C7B-49D2-A591-201A8C5DAC10}"/>
              </a:ext>
            </a:extLst>
          </p:cNvPr>
          <p:cNvSpPr>
            <a:spLocks noGrp="1" noChangeAspect="1"/>
          </p:cNvSpPr>
          <p:nvPr>
            <p:ph type="body" sz="quarter" idx="14"/>
          </p:nvPr>
        </p:nvSpPr>
        <p:spPr>
          <a:xfrm>
            <a:off x="4746600" y="1172347"/>
            <a:ext cx="2340000" cy="2340000"/>
          </a:xfrm>
          <a:prstGeom prst="rect">
            <a:avLst/>
          </a:prstGeom>
          <a:solidFill>
            <a:schemeClr val="tx1"/>
          </a:solidFill>
        </p:spPr>
        <p:txBody>
          <a:bodyPr lIns="90000" tIns="90000" rIns="90000" bIns="90000" anchor="ctr" anchorCtr="0"/>
          <a:lstStyle>
            <a:lvl1pPr marL="0" indent="0" algn="ctr">
              <a:lnSpc>
                <a:spcPct val="90000"/>
              </a:lnSpc>
              <a:buNone/>
              <a:defRPr sz="1410">
                <a:solidFill>
                  <a:schemeClr val="bg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9" name="Text Placeholder 6">
            <a:extLst>
              <a:ext uri="{FF2B5EF4-FFF2-40B4-BE49-F238E27FC236}">
                <a16:creationId xmlns:a16="http://schemas.microsoft.com/office/drawing/2014/main" id="{9EA1E10F-8C41-4F78-A800-FA323D20EB75}"/>
              </a:ext>
            </a:extLst>
          </p:cNvPr>
          <p:cNvSpPr>
            <a:spLocks noGrp="1" noChangeAspect="1"/>
          </p:cNvSpPr>
          <p:nvPr>
            <p:ph type="body" sz="quarter" idx="15"/>
          </p:nvPr>
        </p:nvSpPr>
        <p:spPr>
          <a:xfrm>
            <a:off x="7208580" y="1172347"/>
            <a:ext cx="2340000" cy="2340000"/>
          </a:xfrm>
          <a:prstGeom prst="rect">
            <a:avLst/>
          </a:prstGeom>
          <a:solidFill>
            <a:schemeClr val="accent1"/>
          </a:solidFill>
        </p:spPr>
        <p:txBody>
          <a:bodyPr lIns="90000" tIns="90000" rIns="90000" bIns="90000" anchor="ctr" anchorCtr="0"/>
          <a:lstStyle>
            <a:lvl1pPr marL="0" indent="0" algn="ctr">
              <a:lnSpc>
                <a:spcPct val="90000"/>
              </a:lnSpc>
              <a:buNone/>
              <a:defRPr sz="1410">
                <a:solidFill>
                  <a:schemeClr val="accent3"/>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93B985E0-59D5-477E-A3D4-71BD2C33554A}"/>
              </a:ext>
            </a:extLst>
          </p:cNvPr>
          <p:cNvSpPr>
            <a:spLocks noGrp="1" noChangeAspect="1"/>
          </p:cNvSpPr>
          <p:nvPr>
            <p:ph type="body" sz="quarter" idx="16"/>
          </p:nvPr>
        </p:nvSpPr>
        <p:spPr>
          <a:xfrm>
            <a:off x="2284620" y="3644875"/>
            <a:ext cx="2340000" cy="2340000"/>
          </a:xfrm>
          <a:prstGeom prst="rect">
            <a:avLst/>
          </a:prstGeom>
          <a:solidFill>
            <a:schemeClr val="accent3"/>
          </a:solidFill>
        </p:spPr>
        <p:txBody>
          <a:bodyPr lIns="90000" tIns="90000" rIns="90000" bIns="90000" anchor="ctr" anchorCtr="0"/>
          <a:lstStyle>
            <a:lvl1pPr marL="0" indent="0" algn="ctr">
              <a:lnSpc>
                <a:spcPct val="90000"/>
              </a:lnSpc>
              <a:buNone/>
              <a:defRPr sz="1410">
                <a:solidFill>
                  <a:schemeClr val="bg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1" name="Text Placeholder 6">
            <a:extLst>
              <a:ext uri="{FF2B5EF4-FFF2-40B4-BE49-F238E27FC236}">
                <a16:creationId xmlns:a16="http://schemas.microsoft.com/office/drawing/2014/main" id="{13FF9E45-0FEC-4082-894A-E0B17AE72BC5}"/>
              </a:ext>
            </a:extLst>
          </p:cNvPr>
          <p:cNvSpPr>
            <a:spLocks noGrp="1" noChangeAspect="1"/>
          </p:cNvSpPr>
          <p:nvPr>
            <p:ph type="body" sz="quarter" idx="17"/>
          </p:nvPr>
        </p:nvSpPr>
        <p:spPr>
          <a:xfrm>
            <a:off x="4746600" y="3644875"/>
            <a:ext cx="2340000" cy="2340000"/>
          </a:xfrm>
          <a:prstGeom prst="rect">
            <a:avLst/>
          </a:prstGeom>
          <a:solidFill>
            <a:schemeClr val="accent4"/>
          </a:solidFill>
        </p:spPr>
        <p:txBody>
          <a:bodyPr lIns="90000" tIns="90000" rIns="90000" bIns="90000" anchor="ctr" anchorCtr="0"/>
          <a:lstStyle>
            <a:lvl1pPr marL="0" indent="0" algn="ctr">
              <a:lnSpc>
                <a:spcPct val="90000"/>
              </a:lnSpc>
              <a:buNone/>
              <a:defRPr sz="1410">
                <a:solidFill>
                  <a:schemeClr val="bg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6">
            <a:extLst>
              <a:ext uri="{FF2B5EF4-FFF2-40B4-BE49-F238E27FC236}">
                <a16:creationId xmlns:a16="http://schemas.microsoft.com/office/drawing/2014/main" id="{9BAC4F53-ABDF-6911-9E97-D6FFA3E36800}"/>
              </a:ext>
            </a:extLst>
          </p:cNvPr>
          <p:cNvSpPr>
            <a:spLocks noGrp="1" noChangeAspect="1"/>
          </p:cNvSpPr>
          <p:nvPr>
            <p:ph type="body" sz="quarter" idx="18"/>
          </p:nvPr>
        </p:nvSpPr>
        <p:spPr>
          <a:xfrm>
            <a:off x="7208580" y="3644875"/>
            <a:ext cx="2340000" cy="2340000"/>
          </a:xfrm>
          <a:prstGeom prst="rect">
            <a:avLst/>
          </a:prstGeom>
          <a:solidFill>
            <a:schemeClr val="accent2"/>
          </a:solidFill>
        </p:spPr>
        <p:txBody>
          <a:bodyPr lIns="90000" tIns="90000" rIns="90000" bIns="90000" anchor="ctr" anchorCtr="0"/>
          <a:lstStyle>
            <a:lvl1pPr marL="0" indent="0" algn="ctr">
              <a:lnSpc>
                <a:spcPct val="90000"/>
              </a:lnSpc>
              <a:buNone/>
              <a:defRPr sz="1410">
                <a:solidFill>
                  <a:schemeClr val="tx1"/>
                </a:solidFill>
                <a:latin typeface="Arial" panose="020B0604020202020204" pitchFamily="34" charset="0"/>
                <a:cs typeface="Arial" panose="020B0604020202020204" pitchFamily="34" charset="0"/>
              </a:defRPr>
            </a:lvl1pPr>
          </a:lstStyle>
          <a:p>
            <a:pPr lvl="0"/>
            <a:r>
              <a:rPr lang="en-US"/>
              <a:t>Click to edit Master text styles</a:t>
            </a:r>
          </a:p>
        </p:txBody>
      </p:sp>
      <p:pic>
        <p:nvPicPr>
          <p:cNvPr id="6" name="Graphic 5">
            <a:extLst>
              <a:ext uri="{FF2B5EF4-FFF2-40B4-BE49-F238E27FC236}">
                <a16:creationId xmlns:a16="http://schemas.microsoft.com/office/drawing/2014/main" id="{3F426451-0CF9-9AE9-B895-734EEB080B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Tree>
    <p:extLst>
      <p:ext uri="{BB962C8B-B14F-4D97-AF65-F5344CB8AC3E}">
        <p14:creationId xmlns:p14="http://schemas.microsoft.com/office/powerpoint/2010/main" val="144120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Process diagram">
    <p:bg>
      <p:bgPr>
        <a:solidFill>
          <a:srgbClr val="FFFFFF"/>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99CDEB61-6AF7-7284-470F-8E84321ACC8D}"/>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76917" y="1549400"/>
            <a:ext cx="6857998" cy="3759199"/>
          </a:xfrm>
          <a:prstGeom prst="rect">
            <a:avLst/>
          </a:prstGeom>
        </p:spPr>
      </p:pic>
      <p:pic>
        <p:nvPicPr>
          <p:cNvPr id="14" name="Graphic 13">
            <a:extLst>
              <a:ext uri="{FF2B5EF4-FFF2-40B4-BE49-F238E27FC236}">
                <a16:creationId xmlns:a16="http://schemas.microsoft.com/office/drawing/2014/main" id="{5950229E-CDE0-3B52-0B8E-1E65D8EA3BD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1538" y="329857"/>
            <a:ext cx="648165" cy="254343"/>
          </a:xfrm>
          <a:prstGeom prst="rect">
            <a:avLst/>
          </a:prstGeom>
        </p:spPr>
      </p:pic>
      <p:sp>
        <p:nvSpPr>
          <p:cNvPr id="2" name="Title 1">
            <a:extLst>
              <a:ext uri="{FF2B5EF4-FFF2-40B4-BE49-F238E27FC236}">
                <a16:creationId xmlns:a16="http://schemas.microsoft.com/office/drawing/2014/main" id="{C60569E6-90FA-4CC2-8D14-9F7CF2E0946B}"/>
              </a:ext>
            </a:extLst>
          </p:cNvPr>
          <p:cNvSpPr>
            <a:spLocks noGrp="1"/>
          </p:cNvSpPr>
          <p:nvPr>
            <p:ph type="title"/>
          </p:nvPr>
        </p:nvSpPr>
        <p:spPr/>
        <p:txBody>
          <a:bodyPr/>
          <a:lstStyle>
            <a:lvl1pPr>
              <a:defRPr>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7" name="Text Placeholder 6">
            <a:extLst>
              <a:ext uri="{FF2B5EF4-FFF2-40B4-BE49-F238E27FC236}">
                <a16:creationId xmlns:a16="http://schemas.microsoft.com/office/drawing/2014/main" id="{2C05F560-0912-4033-93C3-F7C73BE411B9}"/>
              </a:ext>
            </a:extLst>
          </p:cNvPr>
          <p:cNvSpPr>
            <a:spLocks noGrp="1" noChangeAspect="1"/>
          </p:cNvSpPr>
          <p:nvPr>
            <p:ph type="body" sz="quarter" idx="13"/>
          </p:nvPr>
        </p:nvSpPr>
        <p:spPr>
          <a:xfrm>
            <a:off x="1084396" y="1628775"/>
            <a:ext cx="1944000" cy="1944000"/>
          </a:xfrm>
          <a:prstGeom prst="rect">
            <a:avLst/>
          </a:prstGeom>
          <a:solidFill>
            <a:schemeClr val="bg1"/>
          </a:solidFill>
        </p:spPr>
        <p:txBody>
          <a:bodyPr bIns="0" anchor="ctr" anchorCtr="0">
            <a:normAutofit/>
          </a:bodyPr>
          <a:lstStyle>
            <a:lvl1pPr marL="6350" indent="0" algn="ctr">
              <a:lnSpc>
                <a:spcPts val="6000"/>
              </a:lnSpc>
              <a:spcAft>
                <a:spcPts val="1200"/>
              </a:spcAft>
              <a:buNone/>
              <a:tabLst/>
              <a:defRPr sz="6000">
                <a:solidFill>
                  <a:schemeClr val="tx2"/>
                </a:solidFill>
                <a:latin typeface="Arial" panose="020B0604020202020204" pitchFamily="34" charset="0"/>
                <a:cs typeface="Arial" panose="020B0604020202020204" pitchFamily="34" charset="0"/>
              </a:defRPr>
            </a:lvl1pPr>
            <a:lvl2pPr marL="6350" indent="0" algn="ctr">
              <a:lnSpc>
                <a:spcPts val="1410"/>
              </a:lnSpc>
              <a:buNone/>
              <a:tabLst/>
              <a:defRPr sz="1400">
                <a:solidFill>
                  <a:schemeClr val="tx2"/>
                </a:solidFill>
                <a:latin typeface="Arial" panose="020B0604020202020204" pitchFamily="34" charset="0"/>
                <a:cs typeface="Arial" panose="020B0604020202020204" pitchFamily="34" charset="0"/>
              </a:defRPr>
            </a:lvl2pPr>
          </a:lstStyle>
          <a:p>
            <a:pPr lvl="0"/>
            <a:r>
              <a:rPr lang="en-US"/>
              <a:t>Click to edit Master text styles</a:t>
            </a:r>
          </a:p>
        </p:txBody>
      </p:sp>
      <p:sp>
        <p:nvSpPr>
          <p:cNvPr id="18" name="Text Placeholder 21">
            <a:extLst>
              <a:ext uri="{FF2B5EF4-FFF2-40B4-BE49-F238E27FC236}">
                <a16:creationId xmlns:a16="http://schemas.microsoft.com/office/drawing/2014/main" id="{56EFED39-4675-4D68-B9FB-26A294928B93}"/>
              </a:ext>
            </a:extLst>
          </p:cNvPr>
          <p:cNvSpPr>
            <a:spLocks noGrp="1"/>
          </p:cNvSpPr>
          <p:nvPr>
            <p:ph type="body" sz="quarter" idx="22"/>
          </p:nvPr>
        </p:nvSpPr>
        <p:spPr>
          <a:xfrm>
            <a:off x="1076325" y="3739668"/>
            <a:ext cx="1944000" cy="1880875"/>
          </a:xfrm>
        </p:spPr>
        <p:txBody>
          <a:bodyPr/>
          <a:lstStyle>
            <a:lvl1pPr marL="0" indent="0" algn="ctr">
              <a:lnSpc>
                <a:spcPts val="1230"/>
              </a:lnSpc>
              <a:buNone/>
              <a:defRPr sz="1060" b="0">
                <a:solidFill>
                  <a:schemeClr val="tx2"/>
                </a:solidFill>
                <a:latin typeface="Arial" panose="020B0604020202020204" pitchFamily="34" charset="0"/>
                <a:cs typeface="Arial" panose="020B0604020202020204" pitchFamily="34" charset="0"/>
              </a:defRPr>
            </a:lvl1pPr>
            <a:lvl2pPr marL="0" indent="0" algn="ctr">
              <a:lnSpc>
                <a:spcPts val="1230"/>
              </a:lnSpc>
              <a:buClr>
                <a:schemeClr val="accent6"/>
              </a:buClr>
              <a:buFont typeface="Arial" panose="020B0604020202020204" pitchFamily="34" charset="0"/>
              <a:buNone/>
              <a:defRPr sz="1060">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9" name="Text Placeholder 21">
            <a:extLst>
              <a:ext uri="{FF2B5EF4-FFF2-40B4-BE49-F238E27FC236}">
                <a16:creationId xmlns:a16="http://schemas.microsoft.com/office/drawing/2014/main" id="{5D18E4D3-EB66-4890-87B4-6F6873D652E0}"/>
              </a:ext>
            </a:extLst>
          </p:cNvPr>
          <p:cNvSpPr>
            <a:spLocks noGrp="1"/>
          </p:cNvSpPr>
          <p:nvPr>
            <p:ph type="body" sz="quarter" idx="23"/>
          </p:nvPr>
        </p:nvSpPr>
        <p:spPr>
          <a:xfrm>
            <a:off x="3238787" y="3739668"/>
            <a:ext cx="1944000" cy="1880875"/>
          </a:xfrm>
        </p:spPr>
        <p:txBody>
          <a:bodyPr/>
          <a:lstStyle>
            <a:lvl1pPr marL="0" indent="0" algn="ctr">
              <a:lnSpc>
                <a:spcPts val="1230"/>
              </a:lnSpc>
              <a:buNone/>
              <a:defRPr sz="1060" b="0">
                <a:solidFill>
                  <a:schemeClr val="tx2"/>
                </a:solidFill>
                <a:latin typeface="Arial" panose="020B0604020202020204" pitchFamily="34" charset="0"/>
                <a:cs typeface="Arial" panose="020B0604020202020204" pitchFamily="34" charset="0"/>
              </a:defRPr>
            </a:lvl1pPr>
            <a:lvl2pPr marL="0" indent="0" algn="ctr">
              <a:lnSpc>
                <a:spcPts val="1230"/>
              </a:lnSpc>
              <a:buClr>
                <a:schemeClr val="accent6"/>
              </a:buClr>
              <a:buFont typeface="Arial" panose="020B0604020202020204" pitchFamily="34" charset="0"/>
              <a:buNone/>
              <a:defRPr sz="1060">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21" name="Text Placeholder 21">
            <a:extLst>
              <a:ext uri="{FF2B5EF4-FFF2-40B4-BE49-F238E27FC236}">
                <a16:creationId xmlns:a16="http://schemas.microsoft.com/office/drawing/2014/main" id="{12516868-3302-4C14-9A1B-F5A67AB96E43}"/>
              </a:ext>
            </a:extLst>
          </p:cNvPr>
          <p:cNvSpPr>
            <a:spLocks noGrp="1"/>
          </p:cNvSpPr>
          <p:nvPr>
            <p:ph type="body" sz="quarter" idx="25"/>
          </p:nvPr>
        </p:nvSpPr>
        <p:spPr>
          <a:xfrm>
            <a:off x="5401249" y="3739668"/>
            <a:ext cx="1944000" cy="1880875"/>
          </a:xfrm>
        </p:spPr>
        <p:txBody>
          <a:bodyPr/>
          <a:lstStyle>
            <a:lvl1pPr marL="0" indent="0" algn="ctr">
              <a:lnSpc>
                <a:spcPts val="1230"/>
              </a:lnSpc>
              <a:buNone/>
              <a:defRPr sz="1060" b="0">
                <a:solidFill>
                  <a:schemeClr val="tx2"/>
                </a:solidFill>
                <a:latin typeface="Arial" panose="020B0604020202020204" pitchFamily="34" charset="0"/>
                <a:cs typeface="Arial" panose="020B0604020202020204" pitchFamily="34" charset="0"/>
              </a:defRPr>
            </a:lvl1pPr>
            <a:lvl2pPr marL="0" indent="0" algn="ctr">
              <a:lnSpc>
                <a:spcPts val="1230"/>
              </a:lnSpc>
              <a:buClr>
                <a:schemeClr val="accent6"/>
              </a:buClr>
              <a:buFont typeface="Arial" panose="020B0604020202020204" pitchFamily="34" charset="0"/>
              <a:buNone/>
              <a:defRPr sz="1060">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22" name="Text Placeholder 21">
            <a:extLst>
              <a:ext uri="{FF2B5EF4-FFF2-40B4-BE49-F238E27FC236}">
                <a16:creationId xmlns:a16="http://schemas.microsoft.com/office/drawing/2014/main" id="{F0210EC0-BE02-4059-8F9D-D336BFB873A8}"/>
              </a:ext>
            </a:extLst>
          </p:cNvPr>
          <p:cNvSpPr>
            <a:spLocks noGrp="1"/>
          </p:cNvSpPr>
          <p:nvPr>
            <p:ph type="body" sz="quarter" idx="26"/>
          </p:nvPr>
        </p:nvSpPr>
        <p:spPr>
          <a:xfrm>
            <a:off x="7563711" y="3739669"/>
            <a:ext cx="1944000" cy="1880875"/>
          </a:xfrm>
        </p:spPr>
        <p:txBody>
          <a:bodyPr/>
          <a:lstStyle>
            <a:lvl1pPr marL="0" indent="0" algn="ctr">
              <a:lnSpc>
                <a:spcPts val="1230"/>
              </a:lnSpc>
              <a:buNone/>
              <a:defRPr sz="1060" b="0">
                <a:solidFill>
                  <a:schemeClr val="tx2"/>
                </a:solidFill>
                <a:latin typeface="Arial" panose="020B0604020202020204" pitchFamily="34" charset="0"/>
                <a:cs typeface="Arial" panose="020B0604020202020204" pitchFamily="34" charset="0"/>
              </a:defRPr>
            </a:lvl1pPr>
            <a:lvl2pPr marL="0" indent="0" algn="ctr">
              <a:lnSpc>
                <a:spcPts val="1230"/>
              </a:lnSpc>
              <a:buClr>
                <a:schemeClr val="accent6"/>
              </a:buClr>
              <a:buFont typeface="Arial" panose="020B0604020202020204" pitchFamily="34" charset="0"/>
              <a:buNone/>
              <a:defRPr sz="1060">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23" name="Text Placeholder 21">
            <a:extLst>
              <a:ext uri="{FF2B5EF4-FFF2-40B4-BE49-F238E27FC236}">
                <a16:creationId xmlns:a16="http://schemas.microsoft.com/office/drawing/2014/main" id="{F6571880-7AF6-4A9C-9E91-1B90F93DA668}"/>
              </a:ext>
            </a:extLst>
          </p:cNvPr>
          <p:cNvSpPr>
            <a:spLocks noGrp="1"/>
          </p:cNvSpPr>
          <p:nvPr>
            <p:ph type="body" sz="quarter" idx="27"/>
          </p:nvPr>
        </p:nvSpPr>
        <p:spPr>
          <a:xfrm>
            <a:off x="9726172" y="3739669"/>
            <a:ext cx="1944000" cy="1880875"/>
          </a:xfrm>
        </p:spPr>
        <p:txBody>
          <a:bodyPr/>
          <a:lstStyle>
            <a:lvl1pPr marL="0" indent="0" algn="ctr">
              <a:lnSpc>
                <a:spcPts val="1230"/>
              </a:lnSpc>
              <a:buNone/>
              <a:defRPr sz="1060" b="0">
                <a:solidFill>
                  <a:schemeClr val="tx2"/>
                </a:solidFill>
                <a:latin typeface="Arial" panose="020B0604020202020204" pitchFamily="34" charset="0"/>
                <a:cs typeface="Arial" panose="020B0604020202020204" pitchFamily="34" charset="0"/>
              </a:defRPr>
            </a:lvl1pPr>
            <a:lvl2pPr marL="0" indent="0" algn="ctr">
              <a:lnSpc>
                <a:spcPts val="1230"/>
              </a:lnSpc>
              <a:buClr>
                <a:schemeClr val="accent6"/>
              </a:buClr>
              <a:buFont typeface="Arial" panose="020B0604020202020204" pitchFamily="34" charset="0"/>
              <a:buNone/>
              <a:defRPr sz="1060">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3" name="Text Placeholder 6">
            <a:extLst>
              <a:ext uri="{FF2B5EF4-FFF2-40B4-BE49-F238E27FC236}">
                <a16:creationId xmlns:a16="http://schemas.microsoft.com/office/drawing/2014/main" id="{F9369773-C32A-0587-DAD3-7037876AB0F0}"/>
              </a:ext>
            </a:extLst>
          </p:cNvPr>
          <p:cNvSpPr>
            <a:spLocks noGrp="1" noChangeAspect="1"/>
          </p:cNvSpPr>
          <p:nvPr>
            <p:ph type="body" sz="quarter" idx="28"/>
          </p:nvPr>
        </p:nvSpPr>
        <p:spPr>
          <a:xfrm>
            <a:off x="3244205" y="1628775"/>
            <a:ext cx="1944000" cy="1944000"/>
          </a:xfrm>
          <a:prstGeom prst="rect">
            <a:avLst/>
          </a:prstGeom>
          <a:solidFill>
            <a:schemeClr val="tx1"/>
          </a:solidFill>
        </p:spPr>
        <p:txBody>
          <a:bodyPr bIns="0" anchor="ctr" anchorCtr="0">
            <a:normAutofit/>
          </a:bodyPr>
          <a:lstStyle>
            <a:lvl1pPr marL="6350" indent="0" algn="ctr">
              <a:lnSpc>
                <a:spcPts val="6000"/>
              </a:lnSpc>
              <a:spcAft>
                <a:spcPts val="1200"/>
              </a:spcAft>
              <a:buNone/>
              <a:tabLst/>
              <a:defRPr sz="6000">
                <a:solidFill>
                  <a:schemeClr val="bg1"/>
                </a:solidFill>
                <a:latin typeface="Arial" panose="020B0604020202020204" pitchFamily="34" charset="0"/>
                <a:cs typeface="Arial" panose="020B0604020202020204" pitchFamily="34" charset="0"/>
              </a:defRPr>
            </a:lvl1pPr>
            <a:lvl2pPr marL="6350" indent="0" algn="ctr">
              <a:lnSpc>
                <a:spcPts val="1410"/>
              </a:lnSpc>
              <a:buNone/>
              <a:tabLst/>
              <a:defRPr sz="140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p:txBody>
      </p:sp>
      <p:sp>
        <p:nvSpPr>
          <p:cNvPr id="5" name="Text Placeholder 6">
            <a:extLst>
              <a:ext uri="{FF2B5EF4-FFF2-40B4-BE49-F238E27FC236}">
                <a16:creationId xmlns:a16="http://schemas.microsoft.com/office/drawing/2014/main" id="{D799EEC0-2564-B96B-DE1A-04438D98E313}"/>
              </a:ext>
            </a:extLst>
          </p:cNvPr>
          <p:cNvSpPr>
            <a:spLocks noGrp="1" noChangeAspect="1"/>
          </p:cNvSpPr>
          <p:nvPr>
            <p:ph type="body" sz="quarter" idx="32"/>
          </p:nvPr>
        </p:nvSpPr>
        <p:spPr>
          <a:xfrm>
            <a:off x="5404014" y="1628775"/>
            <a:ext cx="1944000" cy="1944000"/>
          </a:xfrm>
          <a:prstGeom prst="rect">
            <a:avLst/>
          </a:prstGeom>
          <a:solidFill>
            <a:schemeClr val="accent1"/>
          </a:solidFill>
        </p:spPr>
        <p:txBody>
          <a:bodyPr bIns="0" anchor="ctr" anchorCtr="0">
            <a:normAutofit/>
          </a:bodyPr>
          <a:lstStyle>
            <a:lvl1pPr marL="6350" indent="0" algn="ctr">
              <a:lnSpc>
                <a:spcPts val="6000"/>
              </a:lnSpc>
              <a:spcAft>
                <a:spcPts val="1200"/>
              </a:spcAft>
              <a:buNone/>
              <a:tabLst/>
              <a:defRPr sz="6000">
                <a:solidFill>
                  <a:schemeClr val="bg1"/>
                </a:solidFill>
                <a:latin typeface="Arial" panose="020B0604020202020204" pitchFamily="34" charset="0"/>
                <a:cs typeface="Arial" panose="020B0604020202020204" pitchFamily="34" charset="0"/>
              </a:defRPr>
            </a:lvl1pPr>
            <a:lvl2pPr marL="6350" indent="0" algn="ctr">
              <a:lnSpc>
                <a:spcPts val="1410"/>
              </a:lnSpc>
              <a:buNone/>
              <a:tabLst/>
              <a:defRPr sz="1400">
                <a:solidFill>
                  <a:schemeClr val="tx1"/>
                </a:solidFill>
                <a:latin typeface="Arial" panose="020B0604020202020204" pitchFamily="34" charset="0"/>
                <a:cs typeface="Arial" panose="020B0604020202020204" pitchFamily="34" charset="0"/>
              </a:defRPr>
            </a:lvl2pPr>
          </a:lstStyle>
          <a:p>
            <a:pPr lvl="0"/>
            <a:r>
              <a:rPr lang="en-US"/>
              <a:t>Click to edit Master text styles</a:t>
            </a:r>
          </a:p>
        </p:txBody>
      </p:sp>
      <p:sp>
        <p:nvSpPr>
          <p:cNvPr id="10" name="Text Placeholder 6">
            <a:extLst>
              <a:ext uri="{FF2B5EF4-FFF2-40B4-BE49-F238E27FC236}">
                <a16:creationId xmlns:a16="http://schemas.microsoft.com/office/drawing/2014/main" id="{F231B804-4C10-1908-4DDC-7305A802C9F0}"/>
              </a:ext>
            </a:extLst>
          </p:cNvPr>
          <p:cNvSpPr>
            <a:spLocks noGrp="1" noChangeAspect="1"/>
          </p:cNvSpPr>
          <p:nvPr>
            <p:ph type="body" sz="quarter" idx="33"/>
          </p:nvPr>
        </p:nvSpPr>
        <p:spPr>
          <a:xfrm>
            <a:off x="7563823" y="1628775"/>
            <a:ext cx="1944000" cy="1944000"/>
          </a:xfrm>
          <a:prstGeom prst="rect">
            <a:avLst/>
          </a:prstGeom>
          <a:solidFill>
            <a:schemeClr val="accent4"/>
          </a:solidFill>
        </p:spPr>
        <p:txBody>
          <a:bodyPr bIns="0" anchor="ctr" anchorCtr="0">
            <a:normAutofit/>
          </a:bodyPr>
          <a:lstStyle>
            <a:lvl1pPr marL="6350" indent="0" algn="ctr">
              <a:lnSpc>
                <a:spcPts val="6000"/>
              </a:lnSpc>
              <a:spcAft>
                <a:spcPts val="1200"/>
              </a:spcAft>
              <a:buNone/>
              <a:tabLst/>
              <a:defRPr sz="6000">
                <a:solidFill>
                  <a:schemeClr val="bg1"/>
                </a:solidFill>
                <a:latin typeface="Arial" panose="020B0604020202020204" pitchFamily="34" charset="0"/>
                <a:cs typeface="Arial" panose="020B0604020202020204" pitchFamily="34" charset="0"/>
              </a:defRPr>
            </a:lvl1pPr>
            <a:lvl2pPr marL="6350" indent="0" algn="ctr">
              <a:lnSpc>
                <a:spcPts val="1410"/>
              </a:lnSpc>
              <a:buNone/>
              <a:tabLst/>
              <a:defRPr sz="140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p:txBody>
      </p:sp>
      <p:sp>
        <p:nvSpPr>
          <p:cNvPr id="11" name="Text Placeholder 6">
            <a:extLst>
              <a:ext uri="{FF2B5EF4-FFF2-40B4-BE49-F238E27FC236}">
                <a16:creationId xmlns:a16="http://schemas.microsoft.com/office/drawing/2014/main" id="{9465BAE8-0AE8-E654-7DB6-2F1746BADB11}"/>
              </a:ext>
            </a:extLst>
          </p:cNvPr>
          <p:cNvSpPr>
            <a:spLocks noGrp="1" noChangeAspect="1"/>
          </p:cNvSpPr>
          <p:nvPr>
            <p:ph type="body" sz="quarter" idx="34"/>
          </p:nvPr>
        </p:nvSpPr>
        <p:spPr>
          <a:xfrm>
            <a:off x="9723631" y="1628775"/>
            <a:ext cx="1944000" cy="1944000"/>
          </a:xfrm>
          <a:prstGeom prst="rect">
            <a:avLst/>
          </a:prstGeom>
          <a:solidFill>
            <a:schemeClr val="accent3"/>
          </a:solidFill>
        </p:spPr>
        <p:txBody>
          <a:bodyPr bIns="0" anchor="ctr" anchorCtr="0">
            <a:normAutofit/>
          </a:bodyPr>
          <a:lstStyle>
            <a:lvl1pPr marL="6350" indent="0" algn="ctr">
              <a:lnSpc>
                <a:spcPts val="6000"/>
              </a:lnSpc>
              <a:spcAft>
                <a:spcPts val="1200"/>
              </a:spcAft>
              <a:buNone/>
              <a:tabLst/>
              <a:defRPr sz="6000">
                <a:solidFill>
                  <a:schemeClr val="bg1"/>
                </a:solidFill>
                <a:latin typeface="Arial" panose="020B0604020202020204" pitchFamily="34" charset="0"/>
                <a:cs typeface="Arial" panose="020B0604020202020204" pitchFamily="34" charset="0"/>
              </a:defRPr>
            </a:lvl1pPr>
            <a:lvl2pPr marL="6350" indent="0" algn="ctr">
              <a:lnSpc>
                <a:spcPts val="1410"/>
              </a:lnSpc>
              <a:buNone/>
              <a:tabLst/>
              <a:defRPr sz="140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p:txBody>
      </p:sp>
    </p:spTree>
    <p:extLst>
      <p:ext uri="{BB962C8B-B14F-4D97-AF65-F5344CB8AC3E}">
        <p14:creationId xmlns:p14="http://schemas.microsoft.com/office/powerpoint/2010/main" val="256585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MOCKUP COMPUTER">
    <p:bg>
      <p:bgPr>
        <a:solidFill>
          <a:srgbClr val="FFFFFF"/>
        </a:solidFill>
        <a:effectLst/>
      </p:bgPr>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16C54DC0-14F0-4297-89B9-D320FCFCD6BC}"/>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76917" y="1549400"/>
            <a:ext cx="6857998" cy="3759199"/>
          </a:xfrm>
          <a:prstGeom prst="rect">
            <a:avLst/>
          </a:prstGeom>
        </p:spPr>
      </p:pic>
      <p:sp>
        <p:nvSpPr>
          <p:cNvPr id="7" name="Freeform: Shape 6">
            <a:extLst>
              <a:ext uri="{FF2B5EF4-FFF2-40B4-BE49-F238E27FC236}">
                <a16:creationId xmlns:a16="http://schemas.microsoft.com/office/drawing/2014/main" id="{85133160-737F-F92C-DC9A-89639838FC41}"/>
              </a:ext>
            </a:extLst>
          </p:cNvPr>
          <p:cNvSpPr/>
          <p:nvPr/>
        </p:nvSpPr>
        <p:spPr>
          <a:xfrm>
            <a:off x="2902122" y="1104458"/>
            <a:ext cx="6387756" cy="3872238"/>
          </a:xfrm>
          <a:custGeom>
            <a:avLst/>
            <a:gdLst>
              <a:gd name="connsiteX0" fmla="*/ 6757328 w 6757328"/>
              <a:gd name="connsiteY0" fmla="*/ 3887989 h 3887989"/>
              <a:gd name="connsiteX1" fmla="*/ 0 w 6757328"/>
              <a:gd name="connsiteY1" fmla="*/ 3887989 h 3887989"/>
              <a:gd name="connsiteX2" fmla="*/ 0 w 6757328"/>
              <a:gd name="connsiteY2" fmla="*/ 231980 h 3887989"/>
              <a:gd name="connsiteX3" fmla="*/ 231980 w 6757328"/>
              <a:gd name="connsiteY3" fmla="*/ 0 h 3887989"/>
              <a:gd name="connsiteX4" fmla="*/ 6525348 w 6757328"/>
              <a:gd name="connsiteY4" fmla="*/ 0 h 3887989"/>
              <a:gd name="connsiteX5" fmla="*/ 6757328 w 6757328"/>
              <a:gd name="connsiteY5" fmla="*/ 231980 h 3887989"/>
              <a:gd name="connsiteX6" fmla="*/ 6757328 w 6757328"/>
              <a:gd name="connsiteY6" fmla="*/ 3887989 h 388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7328" h="3887989">
                <a:moveTo>
                  <a:pt x="6757328" y="3887989"/>
                </a:moveTo>
                <a:lnTo>
                  <a:pt x="0" y="3887989"/>
                </a:lnTo>
                <a:lnTo>
                  <a:pt x="0" y="231980"/>
                </a:lnTo>
                <a:cubicBezTo>
                  <a:pt x="0" y="104133"/>
                  <a:pt x="104133" y="0"/>
                  <a:pt x="231980" y="0"/>
                </a:cubicBezTo>
                <a:lnTo>
                  <a:pt x="6525348" y="0"/>
                </a:lnTo>
                <a:cubicBezTo>
                  <a:pt x="6653195" y="0"/>
                  <a:pt x="6757328" y="105164"/>
                  <a:pt x="6757328" y="231980"/>
                </a:cubicBezTo>
                <a:lnTo>
                  <a:pt x="6757328" y="3887989"/>
                </a:ln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2A86AD74-1752-9C0F-4239-FB1711484594}"/>
              </a:ext>
            </a:extLst>
          </p:cNvPr>
          <p:cNvSpPr/>
          <p:nvPr/>
        </p:nvSpPr>
        <p:spPr>
          <a:xfrm>
            <a:off x="2902122" y="2945936"/>
            <a:ext cx="6387756" cy="2462144"/>
          </a:xfrm>
          <a:custGeom>
            <a:avLst/>
            <a:gdLst>
              <a:gd name="connsiteX0" fmla="*/ 6757328 w 6757328"/>
              <a:gd name="connsiteY0" fmla="*/ 3059570 h 3712208"/>
              <a:gd name="connsiteX1" fmla="*/ 0 w 6757328"/>
              <a:gd name="connsiteY1" fmla="*/ 3059570 h 3712208"/>
              <a:gd name="connsiteX2" fmla="*/ 0 w 6757328"/>
              <a:gd name="connsiteY2" fmla="*/ 3480228 h 3712208"/>
              <a:gd name="connsiteX3" fmla="*/ 231980 w 6757328"/>
              <a:gd name="connsiteY3" fmla="*/ 3712208 h 3712208"/>
              <a:gd name="connsiteX4" fmla="*/ 6525348 w 6757328"/>
              <a:gd name="connsiteY4" fmla="*/ 3712208 h 3712208"/>
              <a:gd name="connsiteX5" fmla="*/ 6757328 w 6757328"/>
              <a:gd name="connsiteY5" fmla="*/ 3480228 h 3712208"/>
              <a:gd name="connsiteX6" fmla="*/ 6757328 w 6757328"/>
              <a:gd name="connsiteY6" fmla="*/ 3059570 h 371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7328" h="3712208">
                <a:moveTo>
                  <a:pt x="6757328" y="3059570"/>
                </a:moveTo>
                <a:lnTo>
                  <a:pt x="0" y="3059570"/>
                </a:lnTo>
                <a:lnTo>
                  <a:pt x="0" y="3480228"/>
                </a:lnTo>
                <a:cubicBezTo>
                  <a:pt x="0" y="3608075"/>
                  <a:pt x="104133" y="3712208"/>
                  <a:pt x="231980" y="3712208"/>
                </a:cubicBezTo>
                <a:lnTo>
                  <a:pt x="6525348" y="3712208"/>
                </a:lnTo>
                <a:cubicBezTo>
                  <a:pt x="6653195" y="3712208"/>
                  <a:pt x="6757328" y="3607044"/>
                  <a:pt x="6757328" y="3480228"/>
                </a:cubicBezTo>
                <a:cubicBezTo>
                  <a:pt x="6757328" y="-323217"/>
                  <a:pt x="6757328" y="-1758402"/>
                  <a:pt x="6757328" y="3059570"/>
                </a:cubicBezTo>
                <a:close/>
              </a:path>
            </a:pathLst>
          </a:custGeom>
          <a:solidFill>
            <a:schemeClr val="tx1">
              <a:lumMod val="25000"/>
              <a:lumOff val="75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9" name="Freeform: Shape 8">
            <a:extLst>
              <a:ext uri="{FF2B5EF4-FFF2-40B4-BE49-F238E27FC236}">
                <a16:creationId xmlns:a16="http://schemas.microsoft.com/office/drawing/2014/main" id="{BC1E4AE5-4444-BED5-4459-766CD1288D5C}"/>
              </a:ext>
            </a:extLst>
          </p:cNvPr>
          <p:cNvSpPr/>
          <p:nvPr/>
        </p:nvSpPr>
        <p:spPr>
          <a:xfrm>
            <a:off x="3136035" y="1383607"/>
            <a:ext cx="5919931" cy="3285104"/>
          </a:xfrm>
          <a:custGeom>
            <a:avLst/>
            <a:gdLst>
              <a:gd name="connsiteX0" fmla="*/ 6216041 w 6262436"/>
              <a:gd name="connsiteY0" fmla="*/ 0 h 3269375"/>
              <a:gd name="connsiteX1" fmla="*/ 6262437 w 6262436"/>
              <a:gd name="connsiteY1" fmla="*/ 46396 h 3269375"/>
              <a:gd name="connsiteX2" fmla="*/ 6262437 w 6262436"/>
              <a:gd name="connsiteY2" fmla="*/ 3222979 h 3269375"/>
              <a:gd name="connsiteX3" fmla="*/ 6216041 w 6262436"/>
              <a:gd name="connsiteY3" fmla="*/ 3269375 h 3269375"/>
              <a:gd name="connsiteX4" fmla="*/ 46396 w 6262436"/>
              <a:gd name="connsiteY4" fmla="*/ 3269375 h 3269375"/>
              <a:gd name="connsiteX5" fmla="*/ 0 w 6262436"/>
              <a:gd name="connsiteY5" fmla="*/ 3222979 h 3269375"/>
              <a:gd name="connsiteX6" fmla="*/ 0 w 6262436"/>
              <a:gd name="connsiteY6" fmla="*/ 46396 h 3269375"/>
              <a:gd name="connsiteX7" fmla="*/ 46396 w 6262436"/>
              <a:gd name="connsiteY7" fmla="*/ 0 h 326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436" h="3269375">
                <a:moveTo>
                  <a:pt x="6216041" y="0"/>
                </a:moveTo>
                <a:cubicBezTo>
                  <a:pt x="6241664" y="0"/>
                  <a:pt x="6262437" y="20772"/>
                  <a:pt x="6262437" y="46396"/>
                </a:cubicBezTo>
                <a:lnTo>
                  <a:pt x="6262437" y="3222979"/>
                </a:lnTo>
                <a:cubicBezTo>
                  <a:pt x="6262437" y="3248603"/>
                  <a:pt x="6241664" y="3269375"/>
                  <a:pt x="6216041" y="3269375"/>
                </a:cubicBezTo>
                <a:lnTo>
                  <a:pt x="46396" y="3269375"/>
                </a:lnTo>
                <a:cubicBezTo>
                  <a:pt x="20772" y="3269375"/>
                  <a:pt x="0" y="3248603"/>
                  <a:pt x="0" y="3222979"/>
                </a:cubicBezTo>
                <a:lnTo>
                  <a:pt x="0" y="46396"/>
                </a:lnTo>
                <a:cubicBezTo>
                  <a:pt x="0" y="20772"/>
                  <a:pt x="20772" y="0"/>
                  <a:pt x="46396" y="0"/>
                </a:cubicBezTo>
                <a:close/>
              </a:path>
            </a:pathLst>
          </a:custGeom>
          <a:solidFill>
            <a:srgbClr val="A9D9D9"/>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0" name="Freeform: Shape 9">
            <a:extLst>
              <a:ext uri="{FF2B5EF4-FFF2-40B4-BE49-F238E27FC236}">
                <a16:creationId xmlns:a16="http://schemas.microsoft.com/office/drawing/2014/main" id="{F4F750A5-56CE-9E0C-7D9D-9C5B6883D426}"/>
              </a:ext>
            </a:extLst>
          </p:cNvPr>
          <p:cNvSpPr/>
          <p:nvPr/>
        </p:nvSpPr>
        <p:spPr>
          <a:xfrm>
            <a:off x="6048243" y="1197065"/>
            <a:ext cx="95514" cy="95514"/>
          </a:xfrm>
          <a:custGeom>
            <a:avLst/>
            <a:gdLst>
              <a:gd name="connsiteX0" fmla="*/ 50520 w 101040"/>
              <a:gd name="connsiteY0" fmla="*/ 101040 h 101040"/>
              <a:gd name="connsiteX1" fmla="*/ 101040 w 101040"/>
              <a:gd name="connsiteY1" fmla="*/ 50520 h 101040"/>
              <a:gd name="connsiteX2" fmla="*/ 50520 w 101040"/>
              <a:gd name="connsiteY2" fmla="*/ 0 h 101040"/>
              <a:gd name="connsiteX3" fmla="*/ 0 w 101040"/>
              <a:gd name="connsiteY3" fmla="*/ 50520 h 101040"/>
              <a:gd name="connsiteX4" fmla="*/ 50520 w 101040"/>
              <a:gd name="connsiteY4" fmla="*/ 101040 h 101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40" h="101040">
                <a:moveTo>
                  <a:pt x="50520" y="101040"/>
                </a:moveTo>
                <a:cubicBezTo>
                  <a:pt x="78358" y="101040"/>
                  <a:pt x="101040" y="78358"/>
                  <a:pt x="101040" y="50520"/>
                </a:cubicBezTo>
                <a:cubicBezTo>
                  <a:pt x="101040" y="22683"/>
                  <a:pt x="78358" y="0"/>
                  <a:pt x="50520" y="0"/>
                </a:cubicBezTo>
                <a:cubicBezTo>
                  <a:pt x="22683" y="0"/>
                  <a:pt x="0" y="22683"/>
                  <a:pt x="0" y="50520"/>
                </a:cubicBezTo>
                <a:cubicBezTo>
                  <a:pt x="0" y="78358"/>
                  <a:pt x="22683" y="101040"/>
                  <a:pt x="50520" y="101040"/>
                </a:cubicBezTo>
                <a:close/>
              </a:path>
            </a:pathLst>
          </a:custGeom>
          <a:solidFill>
            <a:srgbClr val="4E4E4E"/>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1" name="Freeform: Shape 10">
            <a:extLst>
              <a:ext uri="{FF2B5EF4-FFF2-40B4-BE49-F238E27FC236}">
                <a16:creationId xmlns:a16="http://schemas.microsoft.com/office/drawing/2014/main" id="{1CB573A0-18E0-605F-2CDE-6071800A5A41}"/>
              </a:ext>
            </a:extLst>
          </p:cNvPr>
          <p:cNvSpPr/>
          <p:nvPr/>
        </p:nvSpPr>
        <p:spPr>
          <a:xfrm>
            <a:off x="5135985" y="5409813"/>
            <a:ext cx="1920030" cy="848906"/>
          </a:xfrm>
          <a:custGeom>
            <a:avLst/>
            <a:gdLst>
              <a:gd name="connsiteX0" fmla="*/ 1723871 w 2031116"/>
              <a:gd name="connsiteY0" fmla="*/ 178367 h 898021"/>
              <a:gd name="connsiteX1" fmla="*/ 1723871 w 2031116"/>
              <a:gd name="connsiteY1" fmla="*/ 0 h 898021"/>
              <a:gd name="connsiteX2" fmla="*/ 307245 w 2031116"/>
              <a:gd name="connsiteY2" fmla="*/ 0 h 898021"/>
              <a:gd name="connsiteX3" fmla="*/ 307245 w 2031116"/>
              <a:gd name="connsiteY3" fmla="*/ 178367 h 898021"/>
              <a:gd name="connsiteX4" fmla="*/ 0 w 2031116"/>
              <a:gd name="connsiteY4" fmla="*/ 803167 h 898021"/>
              <a:gd name="connsiteX5" fmla="*/ 0 w 2031116"/>
              <a:gd name="connsiteY5" fmla="*/ 898021 h 898021"/>
              <a:gd name="connsiteX6" fmla="*/ 2031116 w 2031116"/>
              <a:gd name="connsiteY6" fmla="*/ 898021 h 898021"/>
              <a:gd name="connsiteX7" fmla="*/ 2031116 w 2031116"/>
              <a:gd name="connsiteY7" fmla="*/ 803167 h 898021"/>
              <a:gd name="connsiteX8" fmla="*/ 1723871 w 2031116"/>
              <a:gd name="connsiteY8" fmla="*/ 178367 h 89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116" h="898021">
                <a:moveTo>
                  <a:pt x="1723871" y="178367"/>
                </a:moveTo>
                <a:lnTo>
                  <a:pt x="1723871" y="0"/>
                </a:lnTo>
                <a:lnTo>
                  <a:pt x="307245" y="0"/>
                </a:lnTo>
                <a:lnTo>
                  <a:pt x="307245" y="178367"/>
                </a:lnTo>
                <a:cubicBezTo>
                  <a:pt x="307245" y="445402"/>
                  <a:pt x="217546" y="680475"/>
                  <a:pt x="0" y="803167"/>
                </a:cubicBezTo>
                <a:lnTo>
                  <a:pt x="0" y="898021"/>
                </a:lnTo>
                <a:lnTo>
                  <a:pt x="2031116" y="898021"/>
                </a:lnTo>
                <a:lnTo>
                  <a:pt x="2031116" y="803167"/>
                </a:lnTo>
                <a:cubicBezTo>
                  <a:pt x="1812539" y="679444"/>
                  <a:pt x="1723871" y="445402"/>
                  <a:pt x="1723871" y="178367"/>
                </a:cubicBezTo>
                <a:close/>
              </a:path>
            </a:pathLst>
          </a:custGeom>
          <a:solidFill>
            <a:schemeClr val="tx1">
              <a:lumMod val="25000"/>
              <a:lumOff val="75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C44474EA-8805-1067-AF26-1A390FDC68A4}"/>
              </a:ext>
            </a:extLst>
          </p:cNvPr>
          <p:cNvSpPr/>
          <p:nvPr/>
        </p:nvSpPr>
        <p:spPr>
          <a:xfrm>
            <a:off x="5127214" y="6169053"/>
            <a:ext cx="1937573" cy="89666"/>
          </a:xfrm>
          <a:custGeom>
            <a:avLst/>
            <a:gdLst>
              <a:gd name="connsiteX0" fmla="*/ 2031116 w 2049674"/>
              <a:gd name="connsiteY0" fmla="*/ 0 h 94854"/>
              <a:gd name="connsiteX1" fmla="*/ 2049675 w 2049674"/>
              <a:gd name="connsiteY1" fmla="*/ 18559 h 94854"/>
              <a:gd name="connsiteX2" fmla="*/ 2049675 w 2049674"/>
              <a:gd name="connsiteY2" fmla="*/ 76296 h 94854"/>
              <a:gd name="connsiteX3" fmla="*/ 2031116 w 2049674"/>
              <a:gd name="connsiteY3" fmla="*/ 94854 h 94854"/>
              <a:gd name="connsiteX4" fmla="*/ 18558 w 2049674"/>
              <a:gd name="connsiteY4" fmla="*/ 94854 h 94854"/>
              <a:gd name="connsiteX5" fmla="*/ 0 w 2049674"/>
              <a:gd name="connsiteY5" fmla="*/ 76296 h 94854"/>
              <a:gd name="connsiteX6" fmla="*/ 0 w 2049674"/>
              <a:gd name="connsiteY6" fmla="*/ 18559 h 94854"/>
              <a:gd name="connsiteX7" fmla="*/ 18558 w 2049674"/>
              <a:gd name="connsiteY7" fmla="*/ 0 h 9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9674" h="94854">
                <a:moveTo>
                  <a:pt x="2031116" y="0"/>
                </a:moveTo>
                <a:cubicBezTo>
                  <a:pt x="2041366" y="0"/>
                  <a:pt x="2049675" y="8309"/>
                  <a:pt x="2049675" y="18559"/>
                </a:cubicBezTo>
                <a:lnTo>
                  <a:pt x="2049675" y="76296"/>
                </a:lnTo>
                <a:cubicBezTo>
                  <a:pt x="2049675" y="86546"/>
                  <a:pt x="2041366" y="94854"/>
                  <a:pt x="2031116" y="94854"/>
                </a:cubicBezTo>
                <a:lnTo>
                  <a:pt x="18558" y="94854"/>
                </a:lnTo>
                <a:cubicBezTo>
                  <a:pt x="8309" y="94854"/>
                  <a:pt x="0" y="86546"/>
                  <a:pt x="0" y="76296"/>
                </a:cubicBezTo>
                <a:lnTo>
                  <a:pt x="0" y="18559"/>
                </a:lnTo>
                <a:cubicBezTo>
                  <a:pt x="0" y="8309"/>
                  <a:pt x="8309" y="0"/>
                  <a:pt x="18558" y="0"/>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 name="Titel 2">
            <a:extLst>
              <a:ext uri="{FF2B5EF4-FFF2-40B4-BE49-F238E27FC236}">
                <a16:creationId xmlns:a16="http://schemas.microsoft.com/office/drawing/2014/main" id="{E9502EA9-5698-4F43-B929-4A916AC33511}"/>
              </a:ext>
            </a:extLst>
          </p:cNvPr>
          <p:cNvSpPr>
            <a:spLocks noGrp="1"/>
          </p:cNvSpPr>
          <p:nvPr>
            <p:ph type="title" hasCustomPrompt="1"/>
          </p:nvPr>
        </p:nvSpPr>
        <p:spPr/>
        <p:txBody>
          <a:bodyPr/>
          <a:lstStyle>
            <a:lvl1pPr>
              <a:defRPr>
                <a:solidFill>
                  <a:schemeClr val="tx1"/>
                </a:solidFill>
                <a:latin typeface="Arial" panose="020B0604020202020204" pitchFamily="34" charset="0"/>
                <a:cs typeface="Arial" panose="020B0604020202020204" pitchFamily="34" charset="0"/>
              </a:defRPr>
            </a:lvl1pPr>
          </a:lstStyle>
          <a:p>
            <a:r>
              <a:rPr lang="en-GB" noProof="0"/>
              <a:t>Click to add a title</a:t>
            </a:r>
          </a:p>
        </p:txBody>
      </p:sp>
      <p:sp>
        <p:nvSpPr>
          <p:cNvPr id="70" name="Tijdelijke aanduiding voor afbeelding 12">
            <a:extLst>
              <a:ext uri="{FF2B5EF4-FFF2-40B4-BE49-F238E27FC236}">
                <a16:creationId xmlns:a16="http://schemas.microsoft.com/office/drawing/2014/main" id="{74672FE6-421D-4BD6-9E7A-A8657605619B}"/>
              </a:ext>
            </a:extLst>
          </p:cNvPr>
          <p:cNvSpPr>
            <a:spLocks noGrp="1"/>
          </p:cNvSpPr>
          <p:nvPr>
            <p:ph type="pic" sz="quarter" idx="14" hasCustomPrompt="1"/>
          </p:nvPr>
        </p:nvSpPr>
        <p:spPr>
          <a:xfrm>
            <a:off x="3136035" y="1374921"/>
            <a:ext cx="5919931" cy="3289979"/>
          </a:xfrm>
          <a:prstGeom prst="roundRect">
            <a:avLst>
              <a:gd name="adj" fmla="val 1871"/>
            </a:avLst>
          </a:prstGeom>
          <a:pattFill prst="lgCheck">
            <a:fgClr>
              <a:srgbClr val="D1D2D0"/>
            </a:fgClr>
            <a:bgClr>
              <a:srgbClr val="E8E8E8"/>
            </a:bgClr>
          </a:pattFill>
          <a:ln>
            <a:noFill/>
          </a:ln>
        </p:spPr>
        <p:txBody>
          <a:bodyPr tIns="2232000"/>
          <a:lstStyle>
            <a:lvl1pPr marL="0" indent="0" algn="ctr">
              <a:buNone/>
              <a:defRPr sz="1050" b="1" baseline="0">
                <a:latin typeface="Arial" panose="020B0604020202020204" pitchFamily="34" charset="0"/>
                <a:cs typeface="Arial" panose="020B0604020202020204" pitchFamily="34" charset="0"/>
              </a:defRPr>
            </a:lvl1pPr>
          </a:lstStyle>
          <a:p>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Click on the pictogram </a:t>
            </a:r>
            <a:b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to insert a new image.</a:t>
            </a:r>
            <a:endParaRPr lang="en-GB" noProof="0"/>
          </a:p>
        </p:txBody>
      </p:sp>
      <p:grpSp>
        <p:nvGrpSpPr>
          <p:cNvPr id="6" name="Group 5">
            <a:extLst>
              <a:ext uri="{FF2B5EF4-FFF2-40B4-BE49-F238E27FC236}">
                <a16:creationId xmlns:a16="http://schemas.microsoft.com/office/drawing/2014/main" id="{22ED316B-002E-35A6-26C3-CBDDC36BC337}"/>
              </a:ext>
            </a:extLst>
          </p:cNvPr>
          <p:cNvGrpSpPr/>
          <p:nvPr userDrawn="1"/>
        </p:nvGrpSpPr>
        <p:grpSpPr>
          <a:xfrm>
            <a:off x="-2236817" y="-1"/>
            <a:ext cx="2155910" cy="6857999"/>
            <a:chOff x="-2236817" y="-1"/>
            <a:chExt cx="2155910" cy="6857999"/>
          </a:xfrm>
        </p:grpSpPr>
        <p:sp>
          <p:nvSpPr>
            <p:cNvPr id="13" name="Rectangle 12">
              <a:extLst>
                <a:ext uri="{FF2B5EF4-FFF2-40B4-BE49-F238E27FC236}">
                  <a16:creationId xmlns:a16="http://schemas.microsoft.com/office/drawing/2014/main" id="{1043CD10-BC53-46D8-EE5C-45C3D9576757}"/>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7" name="Picture 16" descr="A screenshot of a computer&#10;&#10;Description automatically generated">
              <a:extLst>
                <a:ext uri="{FF2B5EF4-FFF2-40B4-BE49-F238E27FC236}">
                  <a16:creationId xmlns:a16="http://schemas.microsoft.com/office/drawing/2014/main" id="{25C98342-B97C-5076-430C-FC78712F11A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8" name="Picture 17">
              <a:extLst>
                <a:ext uri="{FF2B5EF4-FFF2-40B4-BE49-F238E27FC236}">
                  <a16:creationId xmlns:a16="http://schemas.microsoft.com/office/drawing/2014/main" id="{4E84990D-B66E-4BEC-11B6-1D2E1633A825}"/>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217109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MOCKUP TABLET">
    <p:bg>
      <p:bgPr>
        <a:solidFill>
          <a:srgbClr val="FFFFFF"/>
        </a:solidFill>
        <a:effectLst/>
      </p:bgPr>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F89EC6EA-272E-3CBD-B9D3-50E30857E5A0}"/>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76917" y="1549400"/>
            <a:ext cx="6857998" cy="3759199"/>
          </a:xfrm>
          <a:prstGeom prst="rect">
            <a:avLst/>
          </a:prstGeom>
        </p:spPr>
      </p:pic>
      <p:grpSp>
        <p:nvGrpSpPr>
          <p:cNvPr id="5" name="Graphic 3">
            <a:extLst>
              <a:ext uri="{FF2B5EF4-FFF2-40B4-BE49-F238E27FC236}">
                <a16:creationId xmlns:a16="http://schemas.microsoft.com/office/drawing/2014/main" id="{75EA4E94-36E6-E6B8-20F4-949BB4CC89FC}"/>
              </a:ext>
            </a:extLst>
          </p:cNvPr>
          <p:cNvGrpSpPr/>
          <p:nvPr/>
        </p:nvGrpSpPr>
        <p:grpSpPr>
          <a:xfrm rot="5400000">
            <a:off x="3682566" y="83300"/>
            <a:ext cx="4826869" cy="7020899"/>
            <a:chOff x="3682566" y="83300"/>
            <a:chExt cx="4826869" cy="7020899"/>
          </a:xfrm>
        </p:grpSpPr>
        <p:sp>
          <p:nvSpPr>
            <p:cNvPr id="7" name="Freeform: Shape 6">
              <a:extLst>
                <a:ext uri="{FF2B5EF4-FFF2-40B4-BE49-F238E27FC236}">
                  <a16:creationId xmlns:a16="http://schemas.microsoft.com/office/drawing/2014/main" id="{0DCC74AE-C737-12DA-97E5-5D4ACAA07E52}"/>
                </a:ext>
              </a:extLst>
            </p:cNvPr>
            <p:cNvSpPr/>
            <p:nvPr/>
          </p:nvSpPr>
          <p:spPr>
            <a:xfrm>
              <a:off x="3682566" y="83300"/>
              <a:ext cx="4826869" cy="7020899"/>
            </a:xfrm>
            <a:custGeom>
              <a:avLst/>
              <a:gdLst>
                <a:gd name="connsiteX0" fmla="*/ 4572362 w 4826869"/>
                <a:gd name="connsiteY0" fmla="*/ 0 h 7020899"/>
                <a:gd name="connsiteX1" fmla="*/ 4826869 w 4826869"/>
                <a:gd name="connsiteY1" fmla="*/ 254508 h 7020899"/>
                <a:gd name="connsiteX2" fmla="*/ 4826869 w 4826869"/>
                <a:gd name="connsiteY2" fmla="*/ 6766391 h 7020899"/>
                <a:gd name="connsiteX3" fmla="*/ 4572362 w 4826869"/>
                <a:gd name="connsiteY3" fmla="*/ 7020899 h 7020899"/>
                <a:gd name="connsiteX4" fmla="*/ 254508 w 4826869"/>
                <a:gd name="connsiteY4" fmla="*/ 7020899 h 7020899"/>
                <a:gd name="connsiteX5" fmla="*/ 0 w 4826869"/>
                <a:gd name="connsiteY5" fmla="*/ 6766391 h 7020899"/>
                <a:gd name="connsiteX6" fmla="*/ 0 w 4826869"/>
                <a:gd name="connsiteY6" fmla="*/ 254507 h 7020899"/>
                <a:gd name="connsiteX7" fmla="*/ 254508 w 4826869"/>
                <a:gd name="connsiteY7" fmla="*/ 0 h 7020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26869" h="7020899">
                  <a:moveTo>
                    <a:pt x="4572362" y="0"/>
                  </a:moveTo>
                  <a:cubicBezTo>
                    <a:pt x="4712922" y="0"/>
                    <a:pt x="4826869" y="113947"/>
                    <a:pt x="4826869" y="254508"/>
                  </a:cubicBezTo>
                  <a:lnTo>
                    <a:pt x="4826869" y="6766391"/>
                  </a:lnTo>
                  <a:cubicBezTo>
                    <a:pt x="4826869" y="6906952"/>
                    <a:pt x="4712922" y="7020899"/>
                    <a:pt x="4572362" y="7020899"/>
                  </a:cubicBezTo>
                  <a:lnTo>
                    <a:pt x="254508" y="7020899"/>
                  </a:lnTo>
                  <a:cubicBezTo>
                    <a:pt x="113947" y="7020899"/>
                    <a:pt x="0" y="6906952"/>
                    <a:pt x="0" y="6766391"/>
                  </a:cubicBezTo>
                  <a:lnTo>
                    <a:pt x="0" y="254507"/>
                  </a:lnTo>
                  <a:cubicBezTo>
                    <a:pt x="0" y="113947"/>
                    <a:pt x="113947" y="0"/>
                    <a:pt x="254508" y="0"/>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7447DBA9-2AC0-D271-6EDE-5BE9F4B68DA1}"/>
                </a:ext>
              </a:extLst>
            </p:cNvPr>
            <p:cNvSpPr/>
            <p:nvPr/>
          </p:nvSpPr>
          <p:spPr>
            <a:xfrm>
              <a:off x="3719133" y="124255"/>
              <a:ext cx="4753734" cy="6938988"/>
            </a:xfrm>
            <a:custGeom>
              <a:avLst/>
              <a:gdLst>
                <a:gd name="connsiteX0" fmla="*/ 4497765 w 4753734"/>
                <a:gd name="connsiteY0" fmla="*/ 0 h 6938988"/>
                <a:gd name="connsiteX1" fmla="*/ 258896 w 4753734"/>
                <a:gd name="connsiteY1" fmla="*/ 0 h 6938988"/>
                <a:gd name="connsiteX2" fmla="*/ 0 w 4753734"/>
                <a:gd name="connsiteY2" fmla="*/ 258896 h 6938988"/>
                <a:gd name="connsiteX3" fmla="*/ 0 w 4753734"/>
                <a:gd name="connsiteY3" fmla="*/ 6680093 h 6938988"/>
                <a:gd name="connsiteX4" fmla="*/ 258896 w 4753734"/>
                <a:gd name="connsiteY4" fmla="*/ 6938989 h 6938988"/>
                <a:gd name="connsiteX5" fmla="*/ 4494839 w 4753734"/>
                <a:gd name="connsiteY5" fmla="*/ 6938989 h 6938988"/>
                <a:gd name="connsiteX6" fmla="*/ 4753735 w 4753734"/>
                <a:gd name="connsiteY6" fmla="*/ 6680093 h 6938988"/>
                <a:gd name="connsiteX7" fmla="*/ 4753735 w 4753734"/>
                <a:gd name="connsiteY7" fmla="*/ 255970 h 6938988"/>
                <a:gd name="connsiteX8" fmla="*/ 4497765 w 4753734"/>
                <a:gd name="connsiteY8" fmla="*/ 0 h 69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3734" h="6938988">
                  <a:moveTo>
                    <a:pt x="4497765" y="0"/>
                  </a:moveTo>
                  <a:lnTo>
                    <a:pt x="258896" y="0"/>
                  </a:lnTo>
                  <a:cubicBezTo>
                    <a:pt x="115552" y="0"/>
                    <a:pt x="0" y="115552"/>
                    <a:pt x="0" y="258896"/>
                  </a:cubicBezTo>
                  <a:lnTo>
                    <a:pt x="0" y="6680093"/>
                  </a:lnTo>
                  <a:cubicBezTo>
                    <a:pt x="0" y="6821974"/>
                    <a:pt x="117015" y="6938989"/>
                    <a:pt x="258896" y="6938989"/>
                  </a:cubicBezTo>
                  <a:lnTo>
                    <a:pt x="4494839" y="6938989"/>
                  </a:lnTo>
                  <a:cubicBezTo>
                    <a:pt x="4638182" y="6938989"/>
                    <a:pt x="4753735" y="6821974"/>
                    <a:pt x="4753735" y="6680093"/>
                  </a:cubicBezTo>
                  <a:lnTo>
                    <a:pt x="4753735" y="255970"/>
                  </a:lnTo>
                  <a:cubicBezTo>
                    <a:pt x="4753735" y="115552"/>
                    <a:pt x="4638182" y="0"/>
                    <a:pt x="4497765" y="0"/>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9" name="Freeform: Shape 8">
              <a:extLst>
                <a:ext uri="{FF2B5EF4-FFF2-40B4-BE49-F238E27FC236}">
                  <a16:creationId xmlns:a16="http://schemas.microsoft.com/office/drawing/2014/main" id="{B836F378-BEE4-23F1-ADB0-7110DCB1DC6B}"/>
                </a:ext>
              </a:extLst>
            </p:cNvPr>
            <p:cNvSpPr/>
            <p:nvPr/>
          </p:nvSpPr>
          <p:spPr>
            <a:xfrm>
              <a:off x="5892686" y="6555691"/>
              <a:ext cx="408089" cy="409552"/>
            </a:xfrm>
            <a:custGeom>
              <a:avLst/>
              <a:gdLst>
                <a:gd name="connsiteX0" fmla="*/ 405164 w 408089"/>
                <a:gd name="connsiteY0" fmla="*/ 204776 h 409552"/>
                <a:gd name="connsiteX1" fmla="*/ 384687 w 408089"/>
                <a:gd name="connsiteY1" fmla="*/ 204776 h 409552"/>
                <a:gd name="connsiteX2" fmla="*/ 384687 w 408089"/>
                <a:gd name="connsiteY2" fmla="*/ 196000 h 409552"/>
                <a:gd name="connsiteX3" fmla="*/ 384687 w 408089"/>
                <a:gd name="connsiteY3" fmla="*/ 187224 h 409552"/>
                <a:gd name="connsiteX4" fmla="*/ 384687 w 408089"/>
                <a:gd name="connsiteY4" fmla="*/ 178448 h 409552"/>
                <a:gd name="connsiteX5" fmla="*/ 381761 w 408089"/>
                <a:gd name="connsiteY5" fmla="*/ 169672 h 409552"/>
                <a:gd name="connsiteX6" fmla="*/ 381761 w 408089"/>
                <a:gd name="connsiteY6" fmla="*/ 160895 h 409552"/>
                <a:gd name="connsiteX7" fmla="*/ 377374 w 408089"/>
                <a:gd name="connsiteY7" fmla="*/ 152120 h 409552"/>
                <a:gd name="connsiteX8" fmla="*/ 374448 w 408089"/>
                <a:gd name="connsiteY8" fmla="*/ 143343 h 409552"/>
                <a:gd name="connsiteX9" fmla="*/ 371523 w 408089"/>
                <a:gd name="connsiteY9" fmla="*/ 134567 h 409552"/>
                <a:gd name="connsiteX10" fmla="*/ 368597 w 408089"/>
                <a:gd name="connsiteY10" fmla="*/ 127254 h 409552"/>
                <a:gd name="connsiteX11" fmla="*/ 364209 w 408089"/>
                <a:gd name="connsiteY11" fmla="*/ 119940 h 409552"/>
                <a:gd name="connsiteX12" fmla="*/ 359821 w 408089"/>
                <a:gd name="connsiteY12" fmla="*/ 112627 h 409552"/>
                <a:gd name="connsiteX13" fmla="*/ 355433 w 408089"/>
                <a:gd name="connsiteY13" fmla="*/ 105314 h 409552"/>
                <a:gd name="connsiteX14" fmla="*/ 351045 w 408089"/>
                <a:gd name="connsiteY14" fmla="*/ 98000 h 409552"/>
                <a:gd name="connsiteX15" fmla="*/ 345194 w 408089"/>
                <a:gd name="connsiteY15" fmla="*/ 90686 h 409552"/>
                <a:gd name="connsiteX16" fmla="*/ 339344 w 408089"/>
                <a:gd name="connsiteY16" fmla="*/ 83373 h 409552"/>
                <a:gd name="connsiteX17" fmla="*/ 333493 w 408089"/>
                <a:gd name="connsiteY17" fmla="*/ 77522 h 409552"/>
                <a:gd name="connsiteX18" fmla="*/ 327642 w 408089"/>
                <a:gd name="connsiteY18" fmla="*/ 71672 h 409552"/>
                <a:gd name="connsiteX19" fmla="*/ 320329 w 408089"/>
                <a:gd name="connsiteY19" fmla="*/ 65821 h 409552"/>
                <a:gd name="connsiteX20" fmla="*/ 313015 w 408089"/>
                <a:gd name="connsiteY20" fmla="*/ 59970 h 409552"/>
                <a:gd name="connsiteX21" fmla="*/ 305702 w 408089"/>
                <a:gd name="connsiteY21" fmla="*/ 55582 h 409552"/>
                <a:gd name="connsiteX22" fmla="*/ 298388 w 408089"/>
                <a:gd name="connsiteY22" fmla="*/ 51194 h 409552"/>
                <a:gd name="connsiteX23" fmla="*/ 291075 w 408089"/>
                <a:gd name="connsiteY23" fmla="*/ 46806 h 409552"/>
                <a:gd name="connsiteX24" fmla="*/ 283761 w 408089"/>
                <a:gd name="connsiteY24" fmla="*/ 42418 h 409552"/>
                <a:gd name="connsiteX25" fmla="*/ 276448 w 408089"/>
                <a:gd name="connsiteY25" fmla="*/ 39493 h 409552"/>
                <a:gd name="connsiteX26" fmla="*/ 267672 w 408089"/>
                <a:gd name="connsiteY26" fmla="*/ 36567 h 409552"/>
                <a:gd name="connsiteX27" fmla="*/ 258896 w 408089"/>
                <a:gd name="connsiteY27" fmla="*/ 33642 h 409552"/>
                <a:gd name="connsiteX28" fmla="*/ 250120 w 408089"/>
                <a:gd name="connsiteY28" fmla="*/ 30716 h 409552"/>
                <a:gd name="connsiteX29" fmla="*/ 241344 w 408089"/>
                <a:gd name="connsiteY29" fmla="*/ 30716 h 409552"/>
                <a:gd name="connsiteX30" fmla="*/ 232567 w 408089"/>
                <a:gd name="connsiteY30" fmla="*/ 27791 h 409552"/>
                <a:gd name="connsiteX31" fmla="*/ 223791 w 408089"/>
                <a:gd name="connsiteY31" fmla="*/ 27791 h 409552"/>
                <a:gd name="connsiteX32" fmla="*/ 215015 w 408089"/>
                <a:gd name="connsiteY32" fmla="*/ 26328 h 409552"/>
                <a:gd name="connsiteX33" fmla="*/ 206239 w 408089"/>
                <a:gd name="connsiteY33" fmla="*/ 26328 h 409552"/>
                <a:gd name="connsiteX34" fmla="*/ 206239 w 408089"/>
                <a:gd name="connsiteY34" fmla="*/ 5851 h 409552"/>
                <a:gd name="connsiteX35" fmla="*/ 216478 w 408089"/>
                <a:gd name="connsiteY35" fmla="*/ 5851 h 409552"/>
                <a:gd name="connsiteX36" fmla="*/ 226717 w 408089"/>
                <a:gd name="connsiteY36" fmla="*/ 5851 h 409552"/>
                <a:gd name="connsiteX37" fmla="*/ 236955 w 408089"/>
                <a:gd name="connsiteY37" fmla="*/ 5851 h 409552"/>
                <a:gd name="connsiteX38" fmla="*/ 247194 w 408089"/>
                <a:gd name="connsiteY38" fmla="*/ 8776 h 409552"/>
                <a:gd name="connsiteX39" fmla="*/ 257433 w 408089"/>
                <a:gd name="connsiteY39" fmla="*/ 11702 h 409552"/>
                <a:gd name="connsiteX40" fmla="*/ 267672 w 408089"/>
                <a:gd name="connsiteY40" fmla="*/ 14627 h 409552"/>
                <a:gd name="connsiteX41" fmla="*/ 276448 w 408089"/>
                <a:gd name="connsiteY41" fmla="*/ 17552 h 409552"/>
                <a:gd name="connsiteX42" fmla="*/ 285224 w 408089"/>
                <a:gd name="connsiteY42" fmla="*/ 20478 h 409552"/>
                <a:gd name="connsiteX43" fmla="*/ 294000 w 408089"/>
                <a:gd name="connsiteY43" fmla="*/ 24865 h 409552"/>
                <a:gd name="connsiteX44" fmla="*/ 302776 w 408089"/>
                <a:gd name="connsiteY44" fmla="*/ 29254 h 409552"/>
                <a:gd name="connsiteX45" fmla="*/ 311552 w 408089"/>
                <a:gd name="connsiteY45" fmla="*/ 33642 h 409552"/>
                <a:gd name="connsiteX46" fmla="*/ 320329 w 408089"/>
                <a:gd name="connsiteY46" fmla="*/ 39493 h 409552"/>
                <a:gd name="connsiteX47" fmla="*/ 327642 w 408089"/>
                <a:gd name="connsiteY47" fmla="*/ 45344 h 409552"/>
                <a:gd name="connsiteX48" fmla="*/ 334955 w 408089"/>
                <a:gd name="connsiteY48" fmla="*/ 51194 h 409552"/>
                <a:gd name="connsiteX49" fmla="*/ 342269 w 408089"/>
                <a:gd name="connsiteY49" fmla="*/ 57045 h 409552"/>
                <a:gd name="connsiteX50" fmla="*/ 349582 w 408089"/>
                <a:gd name="connsiteY50" fmla="*/ 64358 h 409552"/>
                <a:gd name="connsiteX51" fmla="*/ 356896 w 408089"/>
                <a:gd name="connsiteY51" fmla="*/ 71672 h 409552"/>
                <a:gd name="connsiteX52" fmla="*/ 362747 w 408089"/>
                <a:gd name="connsiteY52" fmla="*/ 78985 h 409552"/>
                <a:gd name="connsiteX53" fmla="*/ 368597 w 408089"/>
                <a:gd name="connsiteY53" fmla="*/ 86299 h 409552"/>
                <a:gd name="connsiteX54" fmla="*/ 374448 w 408089"/>
                <a:gd name="connsiteY54" fmla="*/ 93612 h 409552"/>
                <a:gd name="connsiteX55" fmla="*/ 380299 w 408089"/>
                <a:gd name="connsiteY55" fmla="*/ 102388 h 409552"/>
                <a:gd name="connsiteX56" fmla="*/ 384687 w 408089"/>
                <a:gd name="connsiteY56" fmla="*/ 111164 h 409552"/>
                <a:gd name="connsiteX57" fmla="*/ 389075 w 408089"/>
                <a:gd name="connsiteY57" fmla="*/ 119940 h 409552"/>
                <a:gd name="connsiteX58" fmla="*/ 393463 w 408089"/>
                <a:gd name="connsiteY58" fmla="*/ 128717 h 409552"/>
                <a:gd name="connsiteX59" fmla="*/ 396388 w 408089"/>
                <a:gd name="connsiteY59" fmla="*/ 137492 h 409552"/>
                <a:gd name="connsiteX60" fmla="*/ 399314 w 408089"/>
                <a:gd name="connsiteY60" fmla="*/ 146269 h 409552"/>
                <a:gd name="connsiteX61" fmla="*/ 402239 w 408089"/>
                <a:gd name="connsiteY61" fmla="*/ 156508 h 409552"/>
                <a:gd name="connsiteX62" fmla="*/ 405164 w 408089"/>
                <a:gd name="connsiteY62" fmla="*/ 166746 h 409552"/>
                <a:gd name="connsiteX63" fmla="*/ 405164 w 408089"/>
                <a:gd name="connsiteY63" fmla="*/ 176985 h 409552"/>
                <a:gd name="connsiteX64" fmla="*/ 408090 w 408089"/>
                <a:gd name="connsiteY64" fmla="*/ 187224 h 409552"/>
                <a:gd name="connsiteX65" fmla="*/ 408090 w 408089"/>
                <a:gd name="connsiteY65" fmla="*/ 197463 h 409552"/>
                <a:gd name="connsiteX66" fmla="*/ 408090 w 408089"/>
                <a:gd name="connsiteY66" fmla="*/ 207701 h 409552"/>
                <a:gd name="connsiteX67" fmla="*/ 408090 w 408089"/>
                <a:gd name="connsiteY67" fmla="*/ 207701 h 409552"/>
                <a:gd name="connsiteX68" fmla="*/ 203314 w 408089"/>
                <a:gd name="connsiteY68" fmla="*/ 406627 h 409552"/>
                <a:gd name="connsiteX69" fmla="*/ 203314 w 408089"/>
                <a:gd name="connsiteY69" fmla="*/ 386149 h 409552"/>
                <a:gd name="connsiteX70" fmla="*/ 212090 w 408089"/>
                <a:gd name="connsiteY70" fmla="*/ 386149 h 409552"/>
                <a:gd name="connsiteX71" fmla="*/ 220866 w 408089"/>
                <a:gd name="connsiteY71" fmla="*/ 386149 h 409552"/>
                <a:gd name="connsiteX72" fmla="*/ 229642 w 408089"/>
                <a:gd name="connsiteY72" fmla="*/ 386149 h 409552"/>
                <a:gd name="connsiteX73" fmla="*/ 238418 w 408089"/>
                <a:gd name="connsiteY73" fmla="*/ 383224 h 409552"/>
                <a:gd name="connsiteX74" fmla="*/ 247194 w 408089"/>
                <a:gd name="connsiteY74" fmla="*/ 383224 h 409552"/>
                <a:gd name="connsiteX75" fmla="*/ 255970 w 408089"/>
                <a:gd name="connsiteY75" fmla="*/ 378836 h 409552"/>
                <a:gd name="connsiteX76" fmla="*/ 264747 w 408089"/>
                <a:gd name="connsiteY76" fmla="*/ 375911 h 409552"/>
                <a:gd name="connsiteX77" fmla="*/ 273523 w 408089"/>
                <a:gd name="connsiteY77" fmla="*/ 372985 h 409552"/>
                <a:gd name="connsiteX78" fmla="*/ 280836 w 408089"/>
                <a:gd name="connsiteY78" fmla="*/ 370060 h 409552"/>
                <a:gd name="connsiteX79" fmla="*/ 288150 w 408089"/>
                <a:gd name="connsiteY79" fmla="*/ 365672 h 409552"/>
                <a:gd name="connsiteX80" fmla="*/ 295463 w 408089"/>
                <a:gd name="connsiteY80" fmla="*/ 361284 h 409552"/>
                <a:gd name="connsiteX81" fmla="*/ 302776 w 408089"/>
                <a:gd name="connsiteY81" fmla="*/ 356896 h 409552"/>
                <a:gd name="connsiteX82" fmla="*/ 310090 w 408089"/>
                <a:gd name="connsiteY82" fmla="*/ 352508 h 409552"/>
                <a:gd name="connsiteX83" fmla="*/ 317403 w 408089"/>
                <a:gd name="connsiteY83" fmla="*/ 346657 h 409552"/>
                <a:gd name="connsiteX84" fmla="*/ 324717 w 408089"/>
                <a:gd name="connsiteY84" fmla="*/ 340806 h 409552"/>
                <a:gd name="connsiteX85" fmla="*/ 330568 w 408089"/>
                <a:gd name="connsiteY85" fmla="*/ 334956 h 409552"/>
                <a:gd name="connsiteX86" fmla="*/ 336418 w 408089"/>
                <a:gd name="connsiteY86" fmla="*/ 329105 h 409552"/>
                <a:gd name="connsiteX87" fmla="*/ 342269 w 408089"/>
                <a:gd name="connsiteY87" fmla="*/ 323254 h 409552"/>
                <a:gd name="connsiteX88" fmla="*/ 348120 w 408089"/>
                <a:gd name="connsiteY88" fmla="*/ 315940 h 409552"/>
                <a:gd name="connsiteX89" fmla="*/ 352508 w 408089"/>
                <a:gd name="connsiteY89" fmla="*/ 308627 h 409552"/>
                <a:gd name="connsiteX90" fmla="*/ 356896 w 408089"/>
                <a:gd name="connsiteY90" fmla="*/ 301314 h 409552"/>
                <a:gd name="connsiteX91" fmla="*/ 361284 w 408089"/>
                <a:gd name="connsiteY91" fmla="*/ 294000 h 409552"/>
                <a:gd name="connsiteX92" fmla="*/ 365672 w 408089"/>
                <a:gd name="connsiteY92" fmla="*/ 286687 h 409552"/>
                <a:gd name="connsiteX93" fmla="*/ 368597 w 408089"/>
                <a:gd name="connsiteY93" fmla="*/ 277911 h 409552"/>
                <a:gd name="connsiteX94" fmla="*/ 371523 w 408089"/>
                <a:gd name="connsiteY94" fmla="*/ 269134 h 409552"/>
                <a:gd name="connsiteX95" fmla="*/ 374448 w 408089"/>
                <a:gd name="connsiteY95" fmla="*/ 260358 h 409552"/>
                <a:gd name="connsiteX96" fmla="*/ 377374 w 408089"/>
                <a:gd name="connsiteY96" fmla="*/ 251582 h 409552"/>
                <a:gd name="connsiteX97" fmla="*/ 377374 w 408089"/>
                <a:gd name="connsiteY97" fmla="*/ 242806 h 409552"/>
                <a:gd name="connsiteX98" fmla="*/ 380299 w 408089"/>
                <a:gd name="connsiteY98" fmla="*/ 234030 h 409552"/>
                <a:gd name="connsiteX99" fmla="*/ 380299 w 408089"/>
                <a:gd name="connsiteY99" fmla="*/ 225254 h 409552"/>
                <a:gd name="connsiteX100" fmla="*/ 381761 w 408089"/>
                <a:gd name="connsiteY100" fmla="*/ 216478 h 409552"/>
                <a:gd name="connsiteX101" fmla="*/ 381761 w 408089"/>
                <a:gd name="connsiteY101" fmla="*/ 207701 h 409552"/>
                <a:gd name="connsiteX102" fmla="*/ 402239 w 408089"/>
                <a:gd name="connsiteY102" fmla="*/ 207701 h 409552"/>
                <a:gd name="connsiteX103" fmla="*/ 402239 w 408089"/>
                <a:gd name="connsiteY103" fmla="*/ 217941 h 409552"/>
                <a:gd name="connsiteX104" fmla="*/ 402239 w 408089"/>
                <a:gd name="connsiteY104" fmla="*/ 228179 h 409552"/>
                <a:gd name="connsiteX105" fmla="*/ 402239 w 408089"/>
                <a:gd name="connsiteY105" fmla="*/ 238418 h 409552"/>
                <a:gd name="connsiteX106" fmla="*/ 399314 w 408089"/>
                <a:gd name="connsiteY106" fmla="*/ 248657 h 409552"/>
                <a:gd name="connsiteX107" fmla="*/ 396388 w 408089"/>
                <a:gd name="connsiteY107" fmla="*/ 258896 h 409552"/>
                <a:gd name="connsiteX108" fmla="*/ 393463 w 408089"/>
                <a:gd name="connsiteY108" fmla="*/ 269134 h 409552"/>
                <a:gd name="connsiteX109" fmla="*/ 390538 w 408089"/>
                <a:gd name="connsiteY109" fmla="*/ 277911 h 409552"/>
                <a:gd name="connsiteX110" fmla="*/ 387612 w 408089"/>
                <a:gd name="connsiteY110" fmla="*/ 286687 h 409552"/>
                <a:gd name="connsiteX111" fmla="*/ 383224 w 408089"/>
                <a:gd name="connsiteY111" fmla="*/ 295463 h 409552"/>
                <a:gd name="connsiteX112" fmla="*/ 378836 w 408089"/>
                <a:gd name="connsiteY112" fmla="*/ 304239 h 409552"/>
                <a:gd name="connsiteX113" fmla="*/ 374448 w 408089"/>
                <a:gd name="connsiteY113" fmla="*/ 313015 h 409552"/>
                <a:gd name="connsiteX114" fmla="*/ 368597 w 408089"/>
                <a:gd name="connsiteY114" fmla="*/ 321791 h 409552"/>
                <a:gd name="connsiteX115" fmla="*/ 362747 w 408089"/>
                <a:gd name="connsiteY115" fmla="*/ 329105 h 409552"/>
                <a:gd name="connsiteX116" fmla="*/ 356896 w 408089"/>
                <a:gd name="connsiteY116" fmla="*/ 336418 h 409552"/>
                <a:gd name="connsiteX117" fmla="*/ 351045 w 408089"/>
                <a:gd name="connsiteY117" fmla="*/ 343731 h 409552"/>
                <a:gd name="connsiteX118" fmla="*/ 343732 w 408089"/>
                <a:gd name="connsiteY118" fmla="*/ 351045 h 409552"/>
                <a:gd name="connsiteX119" fmla="*/ 336418 w 408089"/>
                <a:gd name="connsiteY119" fmla="*/ 358359 h 409552"/>
                <a:gd name="connsiteX120" fmla="*/ 329105 w 408089"/>
                <a:gd name="connsiteY120" fmla="*/ 364209 h 409552"/>
                <a:gd name="connsiteX121" fmla="*/ 321791 w 408089"/>
                <a:gd name="connsiteY121" fmla="*/ 370060 h 409552"/>
                <a:gd name="connsiteX122" fmla="*/ 314478 w 408089"/>
                <a:gd name="connsiteY122" fmla="*/ 375911 h 409552"/>
                <a:gd name="connsiteX123" fmla="*/ 305702 w 408089"/>
                <a:gd name="connsiteY123" fmla="*/ 381761 h 409552"/>
                <a:gd name="connsiteX124" fmla="*/ 296926 w 408089"/>
                <a:gd name="connsiteY124" fmla="*/ 386149 h 409552"/>
                <a:gd name="connsiteX125" fmla="*/ 288150 w 408089"/>
                <a:gd name="connsiteY125" fmla="*/ 390537 h 409552"/>
                <a:gd name="connsiteX126" fmla="*/ 279373 w 408089"/>
                <a:gd name="connsiteY126" fmla="*/ 394926 h 409552"/>
                <a:gd name="connsiteX127" fmla="*/ 270597 w 408089"/>
                <a:gd name="connsiteY127" fmla="*/ 397851 h 409552"/>
                <a:gd name="connsiteX128" fmla="*/ 261821 w 408089"/>
                <a:gd name="connsiteY128" fmla="*/ 400777 h 409552"/>
                <a:gd name="connsiteX129" fmla="*/ 251582 w 408089"/>
                <a:gd name="connsiteY129" fmla="*/ 403701 h 409552"/>
                <a:gd name="connsiteX130" fmla="*/ 241344 w 408089"/>
                <a:gd name="connsiteY130" fmla="*/ 406627 h 409552"/>
                <a:gd name="connsiteX131" fmla="*/ 231105 w 408089"/>
                <a:gd name="connsiteY131" fmla="*/ 406627 h 409552"/>
                <a:gd name="connsiteX132" fmla="*/ 220866 w 408089"/>
                <a:gd name="connsiteY132" fmla="*/ 409552 h 409552"/>
                <a:gd name="connsiteX133" fmla="*/ 210627 w 408089"/>
                <a:gd name="connsiteY133" fmla="*/ 409552 h 409552"/>
                <a:gd name="connsiteX134" fmla="*/ 200388 w 408089"/>
                <a:gd name="connsiteY134" fmla="*/ 409552 h 409552"/>
                <a:gd name="connsiteX135" fmla="*/ 200388 w 408089"/>
                <a:gd name="connsiteY135" fmla="*/ 409552 h 409552"/>
                <a:gd name="connsiteX136" fmla="*/ 1463 w 408089"/>
                <a:gd name="connsiteY136" fmla="*/ 204776 h 409552"/>
                <a:gd name="connsiteX137" fmla="*/ 21940 w 408089"/>
                <a:gd name="connsiteY137" fmla="*/ 204776 h 409552"/>
                <a:gd name="connsiteX138" fmla="*/ 21940 w 408089"/>
                <a:gd name="connsiteY138" fmla="*/ 213552 h 409552"/>
                <a:gd name="connsiteX139" fmla="*/ 21940 w 408089"/>
                <a:gd name="connsiteY139" fmla="*/ 222329 h 409552"/>
                <a:gd name="connsiteX140" fmla="*/ 21940 w 408089"/>
                <a:gd name="connsiteY140" fmla="*/ 231105 h 409552"/>
                <a:gd name="connsiteX141" fmla="*/ 24866 w 408089"/>
                <a:gd name="connsiteY141" fmla="*/ 239881 h 409552"/>
                <a:gd name="connsiteX142" fmla="*/ 24866 w 408089"/>
                <a:gd name="connsiteY142" fmla="*/ 248657 h 409552"/>
                <a:gd name="connsiteX143" fmla="*/ 29254 w 408089"/>
                <a:gd name="connsiteY143" fmla="*/ 257433 h 409552"/>
                <a:gd name="connsiteX144" fmla="*/ 32179 w 408089"/>
                <a:gd name="connsiteY144" fmla="*/ 266209 h 409552"/>
                <a:gd name="connsiteX145" fmla="*/ 35105 w 408089"/>
                <a:gd name="connsiteY145" fmla="*/ 274985 h 409552"/>
                <a:gd name="connsiteX146" fmla="*/ 38030 w 408089"/>
                <a:gd name="connsiteY146" fmla="*/ 283761 h 409552"/>
                <a:gd name="connsiteX147" fmla="*/ 42418 w 408089"/>
                <a:gd name="connsiteY147" fmla="*/ 291075 h 409552"/>
                <a:gd name="connsiteX148" fmla="*/ 46806 w 408089"/>
                <a:gd name="connsiteY148" fmla="*/ 298388 h 409552"/>
                <a:gd name="connsiteX149" fmla="*/ 51194 w 408089"/>
                <a:gd name="connsiteY149" fmla="*/ 305702 h 409552"/>
                <a:gd name="connsiteX150" fmla="*/ 55582 w 408089"/>
                <a:gd name="connsiteY150" fmla="*/ 313015 h 409552"/>
                <a:gd name="connsiteX151" fmla="*/ 61433 w 408089"/>
                <a:gd name="connsiteY151" fmla="*/ 320328 h 409552"/>
                <a:gd name="connsiteX152" fmla="*/ 67284 w 408089"/>
                <a:gd name="connsiteY152" fmla="*/ 326179 h 409552"/>
                <a:gd name="connsiteX153" fmla="*/ 73134 w 408089"/>
                <a:gd name="connsiteY153" fmla="*/ 332030 h 409552"/>
                <a:gd name="connsiteX154" fmla="*/ 78985 w 408089"/>
                <a:gd name="connsiteY154" fmla="*/ 337881 h 409552"/>
                <a:gd name="connsiteX155" fmla="*/ 86299 w 408089"/>
                <a:gd name="connsiteY155" fmla="*/ 343731 h 409552"/>
                <a:gd name="connsiteX156" fmla="*/ 93612 w 408089"/>
                <a:gd name="connsiteY156" fmla="*/ 349582 h 409552"/>
                <a:gd name="connsiteX157" fmla="*/ 100926 w 408089"/>
                <a:gd name="connsiteY157" fmla="*/ 353970 h 409552"/>
                <a:gd name="connsiteX158" fmla="*/ 108239 w 408089"/>
                <a:gd name="connsiteY158" fmla="*/ 358359 h 409552"/>
                <a:gd name="connsiteX159" fmla="*/ 115552 w 408089"/>
                <a:gd name="connsiteY159" fmla="*/ 362746 h 409552"/>
                <a:gd name="connsiteX160" fmla="*/ 122866 w 408089"/>
                <a:gd name="connsiteY160" fmla="*/ 367134 h 409552"/>
                <a:gd name="connsiteX161" fmla="*/ 131642 w 408089"/>
                <a:gd name="connsiteY161" fmla="*/ 370060 h 409552"/>
                <a:gd name="connsiteX162" fmla="*/ 140418 w 408089"/>
                <a:gd name="connsiteY162" fmla="*/ 372985 h 409552"/>
                <a:gd name="connsiteX163" fmla="*/ 149194 w 408089"/>
                <a:gd name="connsiteY163" fmla="*/ 375911 h 409552"/>
                <a:gd name="connsiteX164" fmla="*/ 157970 w 408089"/>
                <a:gd name="connsiteY164" fmla="*/ 378836 h 409552"/>
                <a:gd name="connsiteX165" fmla="*/ 166746 w 408089"/>
                <a:gd name="connsiteY165" fmla="*/ 378836 h 409552"/>
                <a:gd name="connsiteX166" fmla="*/ 175522 w 408089"/>
                <a:gd name="connsiteY166" fmla="*/ 381761 h 409552"/>
                <a:gd name="connsiteX167" fmla="*/ 184299 w 408089"/>
                <a:gd name="connsiteY167" fmla="*/ 381761 h 409552"/>
                <a:gd name="connsiteX168" fmla="*/ 193075 w 408089"/>
                <a:gd name="connsiteY168" fmla="*/ 383224 h 409552"/>
                <a:gd name="connsiteX169" fmla="*/ 201851 w 408089"/>
                <a:gd name="connsiteY169" fmla="*/ 383224 h 409552"/>
                <a:gd name="connsiteX170" fmla="*/ 201851 w 408089"/>
                <a:gd name="connsiteY170" fmla="*/ 403701 h 409552"/>
                <a:gd name="connsiteX171" fmla="*/ 191612 w 408089"/>
                <a:gd name="connsiteY171" fmla="*/ 403701 h 409552"/>
                <a:gd name="connsiteX172" fmla="*/ 181373 w 408089"/>
                <a:gd name="connsiteY172" fmla="*/ 403701 h 409552"/>
                <a:gd name="connsiteX173" fmla="*/ 171135 w 408089"/>
                <a:gd name="connsiteY173" fmla="*/ 403701 h 409552"/>
                <a:gd name="connsiteX174" fmla="*/ 160896 w 408089"/>
                <a:gd name="connsiteY174" fmla="*/ 400777 h 409552"/>
                <a:gd name="connsiteX175" fmla="*/ 150657 w 408089"/>
                <a:gd name="connsiteY175" fmla="*/ 397851 h 409552"/>
                <a:gd name="connsiteX176" fmla="*/ 140418 w 408089"/>
                <a:gd name="connsiteY176" fmla="*/ 394926 h 409552"/>
                <a:gd name="connsiteX177" fmla="*/ 131642 w 408089"/>
                <a:gd name="connsiteY177" fmla="*/ 392000 h 409552"/>
                <a:gd name="connsiteX178" fmla="*/ 122866 w 408089"/>
                <a:gd name="connsiteY178" fmla="*/ 389075 h 409552"/>
                <a:gd name="connsiteX179" fmla="*/ 114090 w 408089"/>
                <a:gd name="connsiteY179" fmla="*/ 384687 h 409552"/>
                <a:gd name="connsiteX180" fmla="*/ 105314 w 408089"/>
                <a:gd name="connsiteY180" fmla="*/ 380298 h 409552"/>
                <a:gd name="connsiteX181" fmla="*/ 96538 w 408089"/>
                <a:gd name="connsiteY181" fmla="*/ 375911 h 409552"/>
                <a:gd name="connsiteX182" fmla="*/ 87761 w 408089"/>
                <a:gd name="connsiteY182" fmla="*/ 370060 h 409552"/>
                <a:gd name="connsiteX183" fmla="*/ 80448 w 408089"/>
                <a:gd name="connsiteY183" fmla="*/ 364209 h 409552"/>
                <a:gd name="connsiteX184" fmla="*/ 73134 w 408089"/>
                <a:gd name="connsiteY184" fmla="*/ 358359 h 409552"/>
                <a:gd name="connsiteX185" fmla="*/ 65821 w 408089"/>
                <a:gd name="connsiteY185" fmla="*/ 352508 h 409552"/>
                <a:gd name="connsiteX186" fmla="*/ 58508 w 408089"/>
                <a:gd name="connsiteY186" fmla="*/ 345194 h 409552"/>
                <a:gd name="connsiteX187" fmla="*/ 51194 w 408089"/>
                <a:gd name="connsiteY187" fmla="*/ 337881 h 409552"/>
                <a:gd name="connsiteX188" fmla="*/ 45343 w 408089"/>
                <a:gd name="connsiteY188" fmla="*/ 330567 h 409552"/>
                <a:gd name="connsiteX189" fmla="*/ 39493 w 408089"/>
                <a:gd name="connsiteY189" fmla="*/ 323254 h 409552"/>
                <a:gd name="connsiteX190" fmla="*/ 33642 w 408089"/>
                <a:gd name="connsiteY190" fmla="*/ 315940 h 409552"/>
                <a:gd name="connsiteX191" fmla="*/ 27791 w 408089"/>
                <a:gd name="connsiteY191" fmla="*/ 307164 h 409552"/>
                <a:gd name="connsiteX192" fmla="*/ 23403 w 408089"/>
                <a:gd name="connsiteY192" fmla="*/ 298388 h 409552"/>
                <a:gd name="connsiteX193" fmla="*/ 19015 w 408089"/>
                <a:gd name="connsiteY193" fmla="*/ 289612 h 409552"/>
                <a:gd name="connsiteX194" fmla="*/ 14627 w 408089"/>
                <a:gd name="connsiteY194" fmla="*/ 280836 h 409552"/>
                <a:gd name="connsiteX195" fmla="*/ 11701 w 408089"/>
                <a:gd name="connsiteY195" fmla="*/ 272060 h 409552"/>
                <a:gd name="connsiteX196" fmla="*/ 8776 w 408089"/>
                <a:gd name="connsiteY196" fmla="*/ 263284 h 409552"/>
                <a:gd name="connsiteX197" fmla="*/ 5851 w 408089"/>
                <a:gd name="connsiteY197" fmla="*/ 253045 h 409552"/>
                <a:gd name="connsiteX198" fmla="*/ 2925 w 408089"/>
                <a:gd name="connsiteY198" fmla="*/ 242806 h 409552"/>
                <a:gd name="connsiteX199" fmla="*/ 2925 w 408089"/>
                <a:gd name="connsiteY199" fmla="*/ 232567 h 409552"/>
                <a:gd name="connsiteX200" fmla="*/ 0 w 408089"/>
                <a:gd name="connsiteY200" fmla="*/ 222329 h 409552"/>
                <a:gd name="connsiteX201" fmla="*/ 0 w 408089"/>
                <a:gd name="connsiteY201" fmla="*/ 212090 h 409552"/>
                <a:gd name="connsiteX202" fmla="*/ 0 w 408089"/>
                <a:gd name="connsiteY202" fmla="*/ 201851 h 409552"/>
                <a:gd name="connsiteX203" fmla="*/ 0 w 408089"/>
                <a:gd name="connsiteY203" fmla="*/ 201851 h 409552"/>
                <a:gd name="connsiteX204" fmla="*/ 203314 w 408089"/>
                <a:gd name="connsiteY204" fmla="*/ 2925 h 409552"/>
                <a:gd name="connsiteX205" fmla="*/ 203314 w 408089"/>
                <a:gd name="connsiteY205" fmla="*/ 23403 h 409552"/>
                <a:gd name="connsiteX206" fmla="*/ 194538 w 408089"/>
                <a:gd name="connsiteY206" fmla="*/ 23403 h 409552"/>
                <a:gd name="connsiteX207" fmla="*/ 185761 w 408089"/>
                <a:gd name="connsiteY207" fmla="*/ 23403 h 409552"/>
                <a:gd name="connsiteX208" fmla="*/ 176985 w 408089"/>
                <a:gd name="connsiteY208" fmla="*/ 23403 h 409552"/>
                <a:gd name="connsiteX209" fmla="*/ 168209 w 408089"/>
                <a:gd name="connsiteY209" fmla="*/ 26328 h 409552"/>
                <a:gd name="connsiteX210" fmla="*/ 159433 w 408089"/>
                <a:gd name="connsiteY210" fmla="*/ 26328 h 409552"/>
                <a:gd name="connsiteX211" fmla="*/ 150657 w 408089"/>
                <a:gd name="connsiteY211" fmla="*/ 30716 h 409552"/>
                <a:gd name="connsiteX212" fmla="*/ 141881 w 408089"/>
                <a:gd name="connsiteY212" fmla="*/ 33642 h 409552"/>
                <a:gd name="connsiteX213" fmla="*/ 133105 w 408089"/>
                <a:gd name="connsiteY213" fmla="*/ 36567 h 409552"/>
                <a:gd name="connsiteX214" fmla="*/ 124329 w 408089"/>
                <a:gd name="connsiteY214" fmla="*/ 39493 h 409552"/>
                <a:gd name="connsiteX215" fmla="*/ 117015 w 408089"/>
                <a:gd name="connsiteY215" fmla="*/ 43881 h 409552"/>
                <a:gd name="connsiteX216" fmla="*/ 109702 w 408089"/>
                <a:gd name="connsiteY216" fmla="*/ 48269 h 409552"/>
                <a:gd name="connsiteX217" fmla="*/ 102388 w 408089"/>
                <a:gd name="connsiteY217" fmla="*/ 52657 h 409552"/>
                <a:gd name="connsiteX218" fmla="*/ 95075 w 408089"/>
                <a:gd name="connsiteY218" fmla="*/ 57045 h 409552"/>
                <a:gd name="connsiteX219" fmla="*/ 87761 w 408089"/>
                <a:gd name="connsiteY219" fmla="*/ 62896 h 409552"/>
                <a:gd name="connsiteX220" fmla="*/ 80448 w 408089"/>
                <a:gd name="connsiteY220" fmla="*/ 68746 h 409552"/>
                <a:gd name="connsiteX221" fmla="*/ 74597 w 408089"/>
                <a:gd name="connsiteY221" fmla="*/ 74597 h 409552"/>
                <a:gd name="connsiteX222" fmla="*/ 68746 w 408089"/>
                <a:gd name="connsiteY222" fmla="*/ 80448 h 409552"/>
                <a:gd name="connsiteX223" fmla="*/ 62896 w 408089"/>
                <a:gd name="connsiteY223" fmla="*/ 87761 h 409552"/>
                <a:gd name="connsiteX224" fmla="*/ 57045 w 408089"/>
                <a:gd name="connsiteY224" fmla="*/ 95075 h 409552"/>
                <a:gd name="connsiteX225" fmla="*/ 52657 w 408089"/>
                <a:gd name="connsiteY225" fmla="*/ 102388 h 409552"/>
                <a:gd name="connsiteX226" fmla="*/ 48269 w 408089"/>
                <a:gd name="connsiteY226" fmla="*/ 109702 h 409552"/>
                <a:gd name="connsiteX227" fmla="*/ 43881 w 408089"/>
                <a:gd name="connsiteY227" fmla="*/ 117015 h 409552"/>
                <a:gd name="connsiteX228" fmla="*/ 39493 w 408089"/>
                <a:gd name="connsiteY228" fmla="*/ 124328 h 409552"/>
                <a:gd name="connsiteX229" fmla="*/ 36567 w 408089"/>
                <a:gd name="connsiteY229" fmla="*/ 131642 h 409552"/>
                <a:gd name="connsiteX230" fmla="*/ 33642 w 408089"/>
                <a:gd name="connsiteY230" fmla="*/ 140418 h 409552"/>
                <a:gd name="connsiteX231" fmla="*/ 30716 w 408089"/>
                <a:gd name="connsiteY231" fmla="*/ 149194 h 409552"/>
                <a:gd name="connsiteX232" fmla="*/ 27791 w 408089"/>
                <a:gd name="connsiteY232" fmla="*/ 157971 h 409552"/>
                <a:gd name="connsiteX233" fmla="*/ 27791 w 408089"/>
                <a:gd name="connsiteY233" fmla="*/ 166746 h 409552"/>
                <a:gd name="connsiteX234" fmla="*/ 24866 w 408089"/>
                <a:gd name="connsiteY234" fmla="*/ 175523 h 409552"/>
                <a:gd name="connsiteX235" fmla="*/ 24866 w 408089"/>
                <a:gd name="connsiteY235" fmla="*/ 184298 h 409552"/>
                <a:gd name="connsiteX236" fmla="*/ 23403 w 408089"/>
                <a:gd name="connsiteY236" fmla="*/ 193075 h 409552"/>
                <a:gd name="connsiteX237" fmla="*/ 23403 w 408089"/>
                <a:gd name="connsiteY237" fmla="*/ 201851 h 409552"/>
                <a:gd name="connsiteX238" fmla="*/ 2925 w 408089"/>
                <a:gd name="connsiteY238" fmla="*/ 201851 h 409552"/>
                <a:gd name="connsiteX239" fmla="*/ 2925 w 408089"/>
                <a:gd name="connsiteY239" fmla="*/ 191612 h 409552"/>
                <a:gd name="connsiteX240" fmla="*/ 2925 w 408089"/>
                <a:gd name="connsiteY240" fmla="*/ 181373 h 409552"/>
                <a:gd name="connsiteX241" fmla="*/ 2925 w 408089"/>
                <a:gd name="connsiteY241" fmla="*/ 171134 h 409552"/>
                <a:gd name="connsiteX242" fmla="*/ 5851 w 408089"/>
                <a:gd name="connsiteY242" fmla="*/ 160895 h 409552"/>
                <a:gd name="connsiteX243" fmla="*/ 8776 w 408089"/>
                <a:gd name="connsiteY243" fmla="*/ 150657 h 409552"/>
                <a:gd name="connsiteX244" fmla="*/ 11701 w 408089"/>
                <a:gd name="connsiteY244" fmla="*/ 140418 h 409552"/>
                <a:gd name="connsiteX245" fmla="*/ 14627 w 408089"/>
                <a:gd name="connsiteY245" fmla="*/ 131642 h 409552"/>
                <a:gd name="connsiteX246" fmla="*/ 17552 w 408089"/>
                <a:gd name="connsiteY246" fmla="*/ 122866 h 409552"/>
                <a:gd name="connsiteX247" fmla="*/ 21940 w 408089"/>
                <a:gd name="connsiteY247" fmla="*/ 114089 h 409552"/>
                <a:gd name="connsiteX248" fmla="*/ 26328 w 408089"/>
                <a:gd name="connsiteY248" fmla="*/ 105314 h 409552"/>
                <a:gd name="connsiteX249" fmla="*/ 30716 w 408089"/>
                <a:gd name="connsiteY249" fmla="*/ 96537 h 409552"/>
                <a:gd name="connsiteX250" fmla="*/ 36567 w 408089"/>
                <a:gd name="connsiteY250" fmla="*/ 87761 h 409552"/>
                <a:gd name="connsiteX251" fmla="*/ 42418 w 408089"/>
                <a:gd name="connsiteY251" fmla="*/ 80448 h 409552"/>
                <a:gd name="connsiteX252" fmla="*/ 48269 w 408089"/>
                <a:gd name="connsiteY252" fmla="*/ 73134 h 409552"/>
                <a:gd name="connsiteX253" fmla="*/ 54119 w 408089"/>
                <a:gd name="connsiteY253" fmla="*/ 65821 h 409552"/>
                <a:gd name="connsiteX254" fmla="*/ 61433 w 408089"/>
                <a:gd name="connsiteY254" fmla="*/ 58508 h 409552"/>
                <a:gd name="connsiteX255" fmla="*/ 68746 w 408089"/>
                <a:gd name="connsiteY255" fmla="*/ 51194 h 409552"/>
                <a:gd name="connsiteX256" fmla="*/ 76060 w 408089"/>
                <a:gd name="connsiteY256" fmla="*/ 45344 h 409552"/>
                <a:gd name="connsiteX257" fmla="*/ 83373 w 408089"/>
                <a:gd name="connsiteY257" fmla="*/ 39493 h 409552"/>
                <a:gd name="connsiteX258" fmla="*/ 90687 w 408089"/>
                <a:gd name="connsiteY258" fmla="*/ 33642 h 409552"/>
                <a:gd name="connsiteX259" fmla="*/ 99463 w 408089"/>
                <a:gd name="connsiteY259" fmla="*/ 27791 h 409552"/>
                <a:gd name="connsiteX260" fmla="*/ 108239 w 408089"/>
                <a:gd name="connsiteY260" fmla="*/ 23403 h 409552"/>
                <a:gd name="connsiteX261" fmla="*/ 117015 w 408089"/>
                <a:gd name="connsiteY261" fmla="*/ 19015 h 409552"/>
                <a:gd name="connsiteX262" fmla="*/ 125791 w 408089"/>
                <a:gd name="connsiteY262" fmla="*/ 14627 h 409552"/>
                <a:gd name="connsiteX263" fmla="*/ 134567 w 408089"/>
                <a:gd name="connsiteY263" fmla="*/ 11702 h 409552"/>
                <a:gd name="connsiteX264" fmla="*/ 143343 w 408089"/>
                <a:gd name="connsiteY264" fmla="*/ 8776 h 409552"/>
                <a:gd name="connsiteX265" fmla="*/ 153582 w 408089"/>
                <a:gd name="connsiteY265" fmla="*/ 5851 h 409552"/>
                <a:gd name="connsiteX266" fmla="*/ 163821 w 408089"/>
                <a:gd name="connsiteY266" fmla="*/ 2925 h 409552"/>
                <a:gd name="connsiteX267" fmla="*/ 174060 w 408089"/>
                <a:gd name="connsiteY267" fmla="*/ 2925 h 409552"/>
                <a:gd name="connsiteX268" fmla="*/ 184299 w 408089"/>
                <a:gd name="connsiteY268" fmla="*/ 0 h 409552"/>
                <a:gd name="connsiteX269" fmla="*/ 194538 w 408089"/>
                <a:gd name="connsiteY269" fmla="*/ 0 h 409552"/>
                <a:gd name="connsiteX270" fmla="*/ 204776 w 408089"/>
                <a:gd name="connsiteY270" fmla="*/ 0 h 409552"/>
                <a:gd name="connsiteX271" fmla="*/ 204776 w 408089"/>
                <a:gd name="connsiteY271" fmla="*/ 0 h 40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408089" h="409552">
                  <a:moveTo>
                    <a:pt x="405164" y="204776"/>
                  </a:moveTo>
                  <a:lnTo>
                    <a:pt x="384687" y="204776"/>
                  </a:lnTo>
                  <a:lnTo>
                    <a:pt x="384687" y="196000"/>
                  </a:lnTo>
                  <a:cubicBezTo>
                    <a:pt x="384687" y="196000"/>
                    <a:pt x="384687" y="187224"/>
                    <a:pt x="384687" y="187224"/>
                  </a:cubicBezTo>
                  <a:lnTo>
                    <a:pt x="384687" y="178448"/>
                  </a:lnTo>
                  <a:cubicBezTo>
                    <a:pt x="384687" y="178448"/>
                    <a:pt x="381761" y="169672"/>
                    <a:pt x="381761" y="169672"/>
                  </a:cubicBezTo>
                  <a:lnTo>
                    <a:pt x="381761" y="160895"/>
                  </a:lnTo>
                  <a:cubicBezTo>
                    <a:pt x="381761" y="160895"/>
                    <a:pt x="377374" y="152120"/>
                    <a:pt x="377374" y="152120"/>
                  </a:cubicBezTo>
                  <a:lnTo>
                    <a:pt x="374448" y="143343"/>
                  </a:lnTo>
                  <a:lnTo>
                    <a:pt x="371523" y="134567"/>
                  </a:lnTo>
                  <a:lnTo>
                    <a:pt x="368597" y="127254"/>
                  </a:lnTo>
                  <a:lnTo>
                    <a:pt x="364209" y="119940"/>
                  </a:lnTo>
                  <a:lnTo>
                    <a:pt x="359821" y="112627"/>
                  </a:lnTo>
                  <a:lnTo>
                    <a:pt x="355433" y="105314"/>
                  </a:lnTo>
                  <a:lnTo>
                    <a:pt x="351045" y="98000"/>
                  </a:lnTo>
                  <a:lnTo>
                    <a:pt x="345194" y="90686"/>
                  </a:lnTo>
                  <a:lnTo>
                    <a:pt x="339344" y="83373"/>
                  </a:lnTo>
                  <a:lnTo>
                    <a:pt x="333493" y="77522"/>
                  </a:lnTo>
                  <a:lnTo>
                    <a:pt x="327642" y="71672"/>
                  </a:lnTo>
                  <a:lnTo>
                    <a:pt x="320329" y="65821"/>
                  </a:lnTo>
                  <a:lnTo>
                    <a:pt x="313015" y="59970"/>
                  </a:lnTo>
                  <a:lnTo>
                    <a:pt x="305702" y="55582"/>
                  </a:lnTo>
                  <a:lnTo>
                    <a:pt x="298388" y="51194"/>
                  </a:lnTo>
                  <a:lnTo>
                    <a:pt x="291075" y="46806"/>
                  </a:lnTo>
                  <a:lnTo>
                    <a:pt x="283761" y="42418"/>
                  </a:lnTo>
                  <a:lnTo>
                    <a:pt x="276448" y="39493"/>
                  </a:lnTo>
                  <a:lnTo>
                    <a:pt x="267672" y="36567"/>
                  </a:lnTo>
                  <a:lnTo>
                    <a:pt x="258896" y="33642"/>
                  </a:lnTo>
                  <a:lnTo>
                    <a:pt x="250120" y="30716"/>
                  </a:lnTo>
                  <a:lnTo>
                    <a:pt x="241344" y="30716"/>
                  </a:lnTo>
                  <a:cubicBezTo>
                    <a:pt x="241344" y="30716"/>
                    <a:pt x="232567" y="27791"/>
                    <a:pt x="232567" y="27791"/>
                  </a:cubicBezTo>
                  <a:lnTo>
                    <a:pt x="223791" y="27791"/>
                  </a:lnTo>
                  <a:cubicBezTo>
                    <a:pt x="223791" y="27791"/>
                    <a:pt x="215015" y="26328"/>
                    <a:pt x="215015" y="26328"/>
                  </a:cubicBezTo>
                  <a:lnTo>
                    <a:pt x="206239" y="26328"/>
                  </a:lnTo>
                  <a:lnTo>
                    <a:pt x="206239" y="5851"/>
                  </a:lnTo>
                  <a:lnTo>
                    <a:pt x="216478" y="5851"/>
                  </a:lnTo>
                  <a:cubicBezTo>
                    <a:pt x="216478" y="5851"/>
                    <a:pt x="226717" y="5851"/>
                    <a:pt x="226717" y="5851"/>
                  </a:cubicBezTo>
                  <a:lnTo>
                    <a:pt x="236955" y="5851"/>
                  </a:lnTo>
                  <a:cubicBezTo>
                    <a:pt x="236955" y="5851"/>
                    <a:pt x="247194" y="8776"/>
                    <a:pt x="247194" y="8776"/>
                  </a:cubicBezTo>
                  <a:lnTo>
                    <a:pt x="257433" y="11702"/>
                  </a:lnTo>
                  <a:lnTo>
                    <a:pt x="267672" y="14627"/>
                  </a:lnTo>
                  <a:lnTo>
                    <a:pt x="276448" y="17552"/>
                  </a:lnTo>
                  <a:lnTo>
                    <a:pt x="285224" y="20478"/>
                  </a:lnTo>
                  <a:lnTo>
                    <a:pt x="294000" y="24865"/>
                  </a:lnTo>
                  <a:lnTo>
                    <a:pt x="302776" y="29254"/>
                  </a:lnTo>
                  <a:lnTo>
                    <a:pt x="311552" y="33642"/>
                  </a:lnTo>
                  <a:lnTo>
                    <a:pt x="320329" y="39493"/>
                  </a:lnTo>
                  <a:lnTo>
                    <a:pt x="327642" y="45344"/>
                  </a:lnTo>
                  <a:lnTo>
                    <a:pt x="334955" y="51194"/>
                  </a:lnTo>
                  <a:lnTo>
                    <a:pt x="342269" y="57045"/>
                  </a:lnTo>
                  <a:lnTo>
                    <a:pt x="349582" y="64358"/>
                  </a:lnTo>
                  <a:lnTo>
                    <a:pt x="356896" y="71672"/>
                  </a:lnTo>
                  <a:lnTo>
                    <a:pt x="362747" y="78985"/>
                  </a:lnTo>
                  <a:lnTo>
                    <a:pt x="368597" y="86299"/>
                  </a:lnTo>
                  <a:lnTo>
                    <a:pt x="374448" y="93612"/>
                  </a:lnTo>
                  <a:lnTo>
                    <a:pt x="380299" y="102388"/>
                  </a:lnTo>
                  <a:lnTo>
                    <a:pt x="384687" y="111164"/>
                  </a:lnTo>
                  <a:lnTo>
                    <a:pt x="389075" y="119940"/>
                  </a:lnTo>
                  <a:lnTo>
                    <a:pt x="393463" y="128717"/>
                  </a:lnTo>
                  <a:lnTo>
                    <a:pt x="396388" y="137492"/>
                  </a:lnTo>
                  <a:lnTo>
                    <a:pt x="399314" y="146269"/>
                  </a:lnTo>
                  <a:lnTo>
                    <a:pt x="402239" y="156508"/>
                  </a:lnTo>
                  <a:lnTo>
                    <a:pt x="405164" y="166746"/>
                  </a:lnTo>
                  <a:lnTo>
                    <a:pt x="405164" y="176985"/>
                  </a:lnTo>
                  <a:cubicBezTo>
                    <a:pt x="405164" y="176985"/>
                    <a:pt x="408090" y="187224"/>
                    <a:pt x="408090" y="187224"/>
                  </a:cubicBezTo>
                  <a:lnTo>
                    <a:pt x="408090" y="197463"/>
                  </a:lnTo>
                  <a:cubicBezTo>
                    <a:pt x="408090" y="197463"/>
                    <a:pt x="408090" y="207701"/>
                    <a:pt x="408090" y="207701"/>
                  </a:cubicBezTo>
                  <a:lnTo>
                    <a:pt x="408090" y="207701"/>
                  </a:lnTo>
                  <a:close/>
                  <a:moveTo>
                    <a:pt x="203314" y="406627"/>
                  </a:moveTo>
                  <a:lnTo>
                    <a:pt x="203314" y="386149"/>
                  </a:lnTo>
                  <a:lnTo>
                    <a:pt x="212090" y="386149"/>
                  </a:lnTo>
                  <a:cubicBezTo>
                    <a:pt x="212090" y="386149"/>
                    <a:pt x="220866" y="386149"/>
                    <a:pt x="220866" y="386149"/>
                  </a:cubicBezTo>
                  <a:lnTo>
                    <a:pt x="229642" y="386149"/>
                  </a:lnTo>
                  <a:cubicBezTo>
                    <a:pt x="229642" y="386149"/>
                    <a:pt x="238418" y="383224"/>
                    <a:pt x="238418" y="383224"/>
                  </a:cubicBezTo>
                  <a:lnTo>
                    <a:pt x="247194" y="383224"/>
                  </a:lnTo>
                  <a:cubicBezTo>
                    <a:pt x="247194" y="383224"/>
                    <a:pt x="255970" y="378836"/>
                    <a:pt x="255970" y="378836"/>
                  </a:cubicBezTo>
                  <a:lnTo>
                    <a:pt x="264747" y="375911"/>
                  </a:lnTo>
                  <a:lnTo>
                    <a:pt x="273523" y="372985"/>
                  </a:lnTo>
                  <a:lnTo>
                    <a:pt x="280836" y="370060"/>
                  </a:lnTo>
                  <a:lnTo>
                    <a:pt x="288150" y="365672"/>
                  </a:lnTo>
                  <a:lnTo>
                    <a:pt x="295463" y="361284"/>
                  </a:lnTo>
                  <a:lnTo>
                    <a:pt x="302776" y="356896"/>
                  </a:lnTo>
                  <a:lnTo>
                    <a:pt x="310090" y="352508"/>
                  </a:lnTo>
                  <a:lnTo>
                    <a:pt x="317403" y="346657"/>
                  </a:lnTo>
                  <a:lnTo>
                    <a:pt x="324717" y="340806"/>
                  </a:lnTo>
                  <a:lnTo>
                    <a:pt x="330568" y="334956"/>
                  </a:lnTo>
                  <a:lnTo>
                    <a:pt x="336418" y="329105"/>
                  </a:lnTo>
                  <a:lnTo>
                    <a:pt x="342269" y="323254"/>
                  </a:lnTo>
                  <a:lnTo>
                    <a:pt x="348120" y="315940"/>
                  </a:lnTo>
                  <a:lnTo>
                    <a:pt x="352508" y="308627"/>
                  </a:lnTo>
                  <a:lnTo>
                    <a:pt x="356896" y="301314"/>
                  </a:lnTo>
                  <a:lnTo>
                    <a:pt x="361284" y="294000"/>
                  </a:lnTo>
                  <a:lnTo>
                    <a:pt x="365672" y="286687"/>
                  </a:lnTo>
                  <a:lnTo>
                    <a:pt x="368597" y="277911"/>
                  </a:lnTo>
                  <a:lnTo>
                    <a:pt x="371523" y="269134"/>
                  </a:lnTo>
                  <a:lnTo>
                    <a:pt x="374448" y="260358"/>
                  </a:lnTo>
                  <a:lnTo>
                    <a:pt x="377374" y="251582"/>
                  </a:lnTo>
                  <a:lnTo>
                    <a:pt x="377374" y="242806"/>
                  </a:lnTo>
                  <a:cubicBezTo>
                    <a:pt x="377374" y="242806"/>
                    <a:pt x="380299" y="234030"/>
                    <a:pt x="380299" y="234030"/>
                  </a:cubicBezTo>
                  <a:lnTo>
                    <a:pt x="380299" y="225254"/>
                  </a:lnTo>
                  <a:cubicBezTo>
                    <a:pt x="380299" y="225254"/>
                    <a:pt x="381761" y="216478"/>
                    <a:pt x="381761" y="216478"/>
                  </a:cubicBezTo>
                  <a:lnTo>
                    <a:pt x="381761" y="207701"/>
                  </a:lnTo>
                  <a:lnTo>
                    <a:pt x="402239" y="207701"/>
                  </a:lnTo>
                  <a:lnTo>
                    <a:pt x="402239" y="217941"/>
                  </a:lnTo>
                  <a:cubicBezTo>
                    <a:pt x="402239" y="217941"/>
                    <a:pt x="402239" y="228179"/>
                    <a:pt x="402239" y="228179"/>
                  </a:cubicBezTo>
                  <a:lnTo>
                    <a:pt x="402239" y="238418"/>
                  </a:lnTo>
                  <a:cubicBezTo>
                    <a:pt x="402239" y="238418"/>
                    <a:pt x="399314" y="248657"/>
                    <a:pt x="399314" y="248657"/>
                  </a:cubicBezTo>
                  <a:lnTo>
                    <a:pt x="396388" y="258896"/>
                  </a:lnTo>
                  <a:lnTo>
                    <a:pt x="393463" y="269134"/>
                  </a:lnTo>
                  <a:lnTo>
                    <a:pt x="390538" y="277911"/>
                  </a:lnTo>
                  <a:lnTo>
                    <a:pt x="387612" y="286687"/>
                  </a:lnTo>
                  <a:lnTo>
                    <a:pt x="383224" y="295463"/>
                  </a:lnTo>
                  <a:lnTo>
                    <a:pt x="378836" y="304239"/>
                  </a:lnTo>
                  <a:lnTo>
                    <a:pt x="374448" y="313015"/>
                  </a:lnTo>
                  <a:lnTo>
                    <a:pt x="368597" y="321791"/>
                  </a:lnTo>
                  <a:lnTo>
                    <a:pt x="362747" y="329105"/>
                  </a:lnTo>
                  <a:lnTo>
                    <a:pt x="356896" y="336418"/>
                  </a:lnTo>
                  <a:lnTo>
                    <a:pt x="351045" y="343731"/>
                  </a:lnTo>
                  <a:lnTo>
                    <a:pt x="343732" y="351045"/>
                  </a:lnTo>
                  <a:lnTo>
                    <a:pt x="336418" y="358359"/>
                  </a:lnTo>
                  <a:lnTo>
                    <a:pt x="329105" y="364209"/>
                  </a:lnTo>
                  <a:lnTo>
                    <a:pt x="321791" y="370060"/>
                  </a:lnTo>
                  <a:lnTo>
                    <a:pt x="314478" y="375911"/>
                  </a:lnTo>
                  <a:lnTo>
                    <a:pt x="305702" y="381761"/>
                  </a:lnTo>
                  <a:lnTo>
                    <a:pt x="296926" y="386149"/>
                  </a:lnTo>
                  <a:lnTo>
                    <a:pt x="288150" y="390537"/>
                  </a:lnTo>
                  <a:lnTo>
                    <a:pt x="279373" y="394926"/>
                  </a:lnTo>
                  <a:lnTo>
                    <a:pt x="270597" y="397851"/>
                  </a:lnTo>
                  <a:lnTo>
                    <a:pt x="261821" y="400777"/>
                  </a:lnTo>
                  <a:lnTo>
                    <a:pt x="251582" y="403701"/>
                  </a:lnTo>
                  <a:lnTo>
                    <a:pt x="241344" y="406627"/>
                  </a:lnTo>
                  <a:lnTo>
                    <a:pt x="231105" y="406627"/>
                  </a:lnTo>
                  <a:cubicBezTo>
                    <a:pt x="231105" y="406627"/>
                    <a:pt x="220866" y="409552"/>
                    <a:pt x="220866" y="409552"/>
                  </a:cubicBezTo>
                  <a:lnTo>
                    <a:pt x="210627" y="409552"/>
                  </a:lnTo>
                  <a:cubicBezTo>
                    <a:pt x="210627" y="409552"/>
                    <a:pt x="200388" y="409552"/>
                    <a:pt x="200388" y="409552"/>
                  </a:cubicBezTo>
                  <a:lnTo>
                    <a:pt x="200388" y="409552"/>
                  </a:lnTo>
                  <a:close/>
                  <a:moveTo>
                    <a:pt x="1463" y="204776"/>
                  </a:moveTo>
                  <a:lnTo>
                    <a:pt x="21940" y="204776"/>
                  </a:lnTo>
                  <a:lnTo>
                    <a:pt x="21940" y="213552"/>
                  </a:lnTo>
                  <a:cubicBezTo>
                    <a:pt x="21940" y="213552"/>
                    <a:pt x="21940" y="222329"/>
                    <a:pt x="21940" y="222329"/>
                  </a:cubicBezTo>
                  <a:lnTo>
                    <a:pt x="21940" y="231105"/>
                  </a:lnTo>
                  <a:cubicBezTo>
                    <a:pt x="21940" y="231105"/>
                    <a:pt x="24866" y="239881"/>
                    <a:pt x="24866" y="239881"/>
                  </a:cubicBezTo>
                  <a:lnTo>
                    <a:pt x="24866" y="248657"/>
                  </a:lnTo>
                  <a:cubicBezTo>
                    <a:pt x="24866" y="248657"/>
                    <a:pt x="29254" y="257433"/>
                    <a:pt x="29254" y="257433"/>
                  </a:cubicBezTo>
                  <a:lnTo>
                    <a:pt x="32179" y="266209"/>
                  </a:lnTo>
                  <a:lnTo>
                    <a:pt x="35105" y="274985"/>
                  </a:lnTo>
                  <a:lnTo>
                    <a:pt x="38030" y="283761"/>
                  </a:lnTo>
                  <a:lnTo>
                    <a:pt x="42418" y="291075"/>
                  </a:lnTo>
                  <a:lnTo>
                    <a:pt x="46806" y="298388"/>
                  </a:lnTo>
                  <a:lnTo>
                    <a:pt x="51194" y="305702"/>
                  </a:lnTo>
                  <a:lnTo>
                    <a:pt x="55582" y="313015"/>
                  </a:lnTo>
                  <a:lnTo>
                    <a:pt x="61433" y="320328"/>
                  </a:lnTo>
                  <a:lnTo>
                    <a:pt x="67284" y="326179"/>
                  </a:lnTo>
                  <a:lnTo>
                    <a:pt x="73134" y="332030"/>
                  </a:lnTo>
                  <a:lnTo>
                    <a:pt x="78985" y="337881"/>
                  </a:lnTo>
                  <a:lnTo>
                    <a:pt x="86299" y="343731"/>
                  </a:lnTo>
                  <a:lnTo>
                    <a:pt x="93612" y="349582"/>
                  </a:lnTo>
                  <a:lnTo>
                    <a:pt x="100926" y="353970"/>
                  </a:lnTo>
                  <a:lnTo>
                    <a:pt x="108239" y="358359"/>
                  </a:lnTo>
                  <a:lnTo>
                    <a:pt x="115552" y="362746"/>
                  </a:lnTo>
                  <a:lnTo>
                    <a:pt x="122866" y="367134"/>
                  </a:lnTo>
                  <a:lnTo>
                    <a:pt x="131642" y="370060"/>
                  </a:lnTo>
                  <a:lnTo>
                    <a:pt x="140418" y="372985"/>
                  </a:lnTo>
                  <a:lnTo>
                    <a:pt x="149194" y="375911"/>
                  </a:lnTo>
                  <a:lnTo>
                    <a:pt x="157970" y="378836"/>
                  </a:lnTo>
                  <a:lnTo>
                    <a:pt x="166746" y="378836"/>
                  </a:lnTo>
                  <a:cubicBezTo>
                    <a:pt x="166746" y="378836"/>
                    <a:pt x="175522" y="381761"/>
                    <a:pt x="175522" y="381761"/>
                  </a:cubicBezTo>
                  <a:lnTo>
                    <a:pt x="184299" y="381761"/>
                  </a:lnTo>
                  <a:cubicBezTo>
                    <a:pt x="184299" y="381761"/>
                    <a:pt x="193075" y="383224"/>
                    <a:pt x="193075" y="383224"/>
                  </a:cubicBezTo>
                  <a:lnTo>
                    <a:pt x="201851" y="383224"/>
                  </a:lnTo>
                  <a:lnTo>
                    <a:pt x="201851" y="403701"/>
                  </a:lnTo>
                  <a:lnTo>
                    <a:pt x="191612" y="403701"/>
                  </a:lnTo>
                  <a:cubicBezTo>
                    <a:pt x="191612" y="403701"/>
                    <a:pt x="181373" y="403701"/>
                    <a:pt x="181373" y="403701"/>
                  </a:cubicBezTo>
                  <a:lnTo>
                    <a:pt x="171135" y="403701"/>
                  </a:lnTo>
                  <a:cubicBezTo>
                    <a:pt x="171135" y="403701"/>
                    <a:pt x="160896" y="400777"/>
                    <a:pt x="160896" y="400777"/>
                  </a:cubicBezTo>
                  <a:lnTo>
                    <a:pt x="150657" y="397851"/>
                  </a:lnTo>
                  <a:lnTo>
                    <a:pt x="140418" y="394926"/>
                  </a:lnTo>
                  <a:lnTo>
                    <a:pt x="131642" y="392000"/>
                  </a:lnTo>
                  <a:lnTo>
                    <a:pt x="122866" y="389075"/>
                  </a:lnTo>
                  <a:lnTo>
                    <a:pt x="114090" y="384687"/>
                  </a:lnTo>
                  <a:lnTo>
                    <a:pt x="105314" y="380298"/>
                  </a:lnTo>
                  <a:lnTo>
                    <a:pt x="96538" y="375911"/>
                  </a:lnTo>
                  <a:lnTo>
                    <a:pt x="87761" y="370060"/>
                  </a:lnTo>
                  <a:lnTo>
                    <a:pt x="80448" y="364209"/>
                  </a:lnTo>
                  <a:lnTo>
                    <a:pt x="73134" y="358359"/>
                  </a:lnTo>
                  <a:lnTo>
                    <a:pt x="65821" y="352508"/>
                  </a:lnTo>
                  <a:lnTo>
                    <a:pt x="58508" y="345194"/>
                  </a:lnTo>
                  <a:lnTo>
                    <a:pt x="51194" y="337881"/>
                  </a:lnTo>
                  <a:lnTo>
                    <a:pt x="45343" y="330567"/>
                  </a:lnTo>
                  <a:lnTo>
                    <a:pt x="39493" y="323254"/>
                  </a:lnTo>
                  <a:lnTo>
                    <a:pt x="33642" y="315940"/>
                  </a:lnTo>
                  <a:lnTo>
                    <a:pt x="27791" y="307164"/>
                  </a:lnTo>
                  <a:lnTo>
                    <a:pt x="23403" y="298388"/>
                  </a:lnTo>
                  <a:lnTo>
                    <a:pt x="19015" y="289612"/>
                  </a:lnTo>
                  <a:lnTo>
                    <a:pt x="14627" y="280836"/>
                  </a:lnTo>
                  <a:lnTo>
                    <a:pt x="11701" y="272060"/>
                  </a:lnTo>
                  <a:lnTo>
                    <a:pt x="8776" y="263284"/>
                  </a:lnTo>
                  <a:lnTo>
                    <a:pt x="5851" y="253045"/>
                  </a:lnTo>
                  <a:lnTo>
                    <a:pt x="2925" y="242806"/>
                  </a:lnTo>
                  <a:lnTo>
                    <a:pt x="2925" y="232567"/>
                  </a:lnTo>
                  <a:cubicBezTo>
                    <a:pt x="2925" y="232567"/>
                    <a:pt x="0" y="222329"/>
                    <a:pt x="0" y="222329"/>
                  </a:cubicBezTo>
                  <a:lnTo>
                    <a:pt x="0" y="212090"/>
                  </a:lnTo>
                  <a:cubicBezTo>
                    <a:pt x="0" y="212090"/>
                    <a:pt x="0" y="201851"/>
                    <a:pt x="0" y="201851"/>
                  </a:cubicBezTo>
                  <a:lnTo>
                    <a:pt x="0" y="201851"/>
                  </a:lnTo>
                  <a:close/>
                  <a:moveTo>
                    <a:pt x="203314" y="2925"/>
                  </a:moveTo>
                  <a:lnTo>
                    <a:pt x="203314" y="23403"/>
                  </a:lnTo>
                  <a:lnTo>
                    <a:pt x="194538" y="23403"/>
                  </a:lnTo>
                  <a:cubicBezTo>
                    <a:pt x="194538" y="23403"/>
                    <a:pt x="185761" y="23403"/>
                    <a:pt x="185761" y="23403"/>
                  </a:cubicBezTo>
                  <a:lnTo>
                    <a:pt x="176985" y="23403"/>
                  </a:lnTo>
                  <a:cubicBezTo>
                    <a:pt x="176985" y="23403"/>
                    <a:pt x="168209" y="26328"/>
                    <a:pt x="168209" y="26328"/>
                  </a:cubicBezTo>
                  <a:lnTo>
                    <a:pt x="159433" y="26328"/>
                  </a:lnTo>
                  <a:cubicBezTo>
                    <a:pt x="159433" y="26328"/>
                    <a:pt x="150657" y="30716"/>
                    <a:pt x="150657" y="30716"/>
                  </a:cubicBezTo>
                  <a:lnTo>
                    <a:pt x="141881" y="33642"/>
                  </a:lnTo>
                  <a:lnTo>
                    <a:pt x="133105" y="36567"/>
                  </a:lnTo>
                  <a:lnTo>
                    <a:pt x="124329" y="39493"/>
                  </a:lnTo>
                  <a:lnTo>
                    <a:pt x="117015" y="43881"/>
                  </a:lnTo>
                  <a:lnTo>
                    <a:pt x="109702" y="48269"/>
                  </a:lnTo>
                  <a:lnTo>
                    <a:pt x="102388" y="52657"/>
                  </a:lnTo>
                  <a:lnTo>
                    <a:pt x="95075" y="57045"/>
                  </a:lnTo>
                  <a:lnTo>
                    <a:pt x="87761" y="62896"/>
                  </a:lnTo>
                  <a:lnTo>
                    <a:pt x="80448" y="68746"/>
                  </a:lnTo>
                  <a:lnTo>
                    <a:pt x="74597" y="74597"/>
                  </a:lnTo>
                  <a:lnTo>
                    <a:pt x="68746" y="80448"/>
                  </a:lnTo>
                  <a:lnTo>
                    <a:pt x="62896" y="87761"/>
                  </a:lnTo>
                  <a:lnTo>
                    <a:pt x="57045" y="95075"/>
                  </a:lnTo>
                  <a:lnTo>
                    <a:pt x="52657" y="102388"/>
                  </a:lnTo>
                  <a:lnTo>
                    <a:pt x="48269" y="109702"/>
                  </a:lnTo>
                  <a:lnTo>
                    <a:pt x="43881" y="117015"/>
                  </a:lnTo>
                  <a:lnTo>
                    <a:pt x="39493" y="124328"/>
                  </a:lnTo>
                  <a:lnTo>
                    <a:pt x="36567" y="131642"/>
                  </a:lnTo>
                  <a:lnTo>
                    <a:pt x="33642" y="140418"/>
                  </a:lnTo>
                  <a:lnTo>
                    <a:pt x="30716" y="149194"/>
                  </a:lnTo>
                  <a:lnTo>
                    <a:pt x="27791" y="157971"/>
                  </a:lnTo>
                  <a:lnTo>
                    <a:pt x="27791" y="166746"/>
                  </a:lnTo>
                  <a:cubicBezTo>
                    <a:pt x="27791" y="166746"/>
                    <a:pt x="24866" y="175523"/>
                    <a:pt x="24866" y="175523"/>
                  </a:cubicBezTo>
                  <a:lnTo>
                    <a:pt x="24866" y="184298"/>
                  </a:lnTo>
                  <a:cubicBezTo>
                    <a:pt x="24866" y="184298"/>
                    <a:pt x="23403" y="193075"/>
                    <a:pt x="23403" y="193075"/>
                  </a:cubicBezTo>
                  <a:lnTo>
                    <a:pt x="23403" y="201851"/>
                  </a:lnTo>
                  <a:lnTo>
                    <a:pt x="2925" y="201851"/>
                  </a:lnTo>
                  <a:lnTo>
                    <a:pt x="2925" y="191612"/>
                  </a:lnTo>
                  <a:cubicBezTo>
                    <a:pt x="2925" y="191612"/>
                    <a:pt x="2925" y="181373"/>
                    <a:pt x="2925" y="181373"/>
                  </a:cubicBezTo>
                  <a:lnTo>
                    <a:pt x="2925" y="171134"/>
                  </a:lnTo>
                  <a:cubicBezTo>
                    <a:pt x="2925" y="171134"/>
                    <a:pt x="5851" y="160895"/>
                    <a:pt x="5851" y="160895"/>
                  </a:cubicBezTo>
                  <a:lnTo>
                    <a:pt x="8776" y="150657"/>
                  </a:lnTo>
                  <a:lnTo>
                    <a:pt x="11701" y="140418"/>
                  </a:lnTo>
                  <a:lnTo>
                    <a:pt x="14627" y="131642"/>
                  </a:lnTo>
                  <a:lnTo>
                    <a:pt x="17552" y="122866"/>
                  </a:lnTo>
                  <a:lnTo>
                    <a:pt x="21940" y="114089"/>
                  </a:lnTo>
                  <a:lnTo>
                    <a:pt x="26328" y="105314"/>
                  </a:lnTo>
                  <a:lnTo>
                    <a:pt x="30716" y="96537"/>
                  </a:lnTo>
                  <a:lnTo>
                    <a:pt x="36567" y="87761"/>
                  </a:lnTo>
                  <a:lnTo>
                    <a:pt x="42418" y="80448"/>
                  </a:lnTo>
                  <a:lnTo>
                    <a:pt x="48269" y="73134"/>
                  </a:lnTo>
                  <a:lnTo>
                    <a:pt x="54119" y="65821"/>
                  </a:lnTo>
                  <a:lnTo>
                    <a:pt x="61433" y="58508"/>
                  </a:lnTo>
                  <a:lnTo>
                    <a:pt x="68746" y="51194"/>
                  </a:lnTo>
                  <a:lnTo>
                    <a:pt x="76060" y="45344"/>
                  </a:lnTo>
                  <a:lnTo>
                    <a:pt x="83373" y="39493"/>
                  </a:lnTo>
                  <a:lnTo>
                    <a:pt x="90687" y="33642"/>
                  </a:lnTo>
                  <a:lnTo>
                    <a:pt x="99463" y="27791"/>
                  </a:lnTo>
                  <a:lnTo>
                    <a:pt x="108239" y="23403"/>
                  </a:lnTo>
                  <a:lnTo>
                    <a:pt x="117015" y="19015"/>
                  </a:lnTo>
                  <a:lnTo>
                    <a:pt x="125791" y="14627"/>
                  </a:lnTo>
                  <a:lnTo>
                    <a:pt x="134567" y="11702"/>
                  </a:lnTo>
                  <a:lnTo>
                    <a:pt x="143343" y="8776"/>
                  </a:lnTo>
                  <a:lnTo>
                    <a:pt x="153582" y="5851"/>
                  </a:lnTo>
                  <a:lnTo>
                    <a:pt x="163821" y="2925"/>
                  </a:lnTo>
                  <a:lnTo>
                    <a:pt x="174060" y="2925"/>
                  </a:lnTo>
                  <a:cubicBezTo>
                    <a:pt x="174060" y="2925"/>
                    <a:pt x="184299" y="0"/>
                    <a:pt x="184299" y="0"/>
                  </a:cubicBezTo>
                  <a:lnTo>
                    <a:pt x="194538" y="0"/>
                  </a:lnTo>
                  <a:cubicBezTo>
                    <a:pt x="194538" y="0"/>
                    <a:pt x="204776" y="0"/>
                    <a:pt x="204776" y="0"/>
                  </a:cubicBezTo>
                  <a:lnTo>
                    <a:pt x="204776" y="0"/>
                  </a:lnTo>
                  <a:close/>
                </a:path>
              </a:pathLst>
            </a:custGeom>
            <a:solidFill>
              <a:srgbClr val="4E4E4E"/>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0" name="Freeform: Shape 9">
              <a:extLst>
                <a:ext uri="{FF2B5EF4-FFF2-40B4-BE49-F238E27FC236}">
                  <a16:creationId xmlns:a16="http://schemas.microsoft.com/office/drawing/2014/main" id="{88CDB721-9969-1ECA-1F70-79A66DF56E98}"/>
                </a:ext>
              </a:extLst>
            </p:cNvPr>
            <p:cNvSpPr/>
            <p:nvPr/>
          </p:nvSpPr>
          <p:spPr>
            <a:xfrm>
              <a:off x="3959013" y="697628"/>
              <a:ext cx="4219853" cy="5745435"/>
            </a:xfrm>
            <a:custGeom>
              <a:avLst/>
              <a:gdLst>
                <a:gd name="connsiteX0" fmla="*/ 0 w 4219853"/>
                <a:gd name="connsiteY0" fmla="*/ 0 h 5745435"/>
                <a:gd name="connsiteX1" fmla="*/ 4219854 w 4219853"/>
                <a:gd name="connsiteY1" fmla="*/ 0 h 5745435"/>
                <a:gd name="connsiteX2" fmla="*/ 4219854 w 4219853"/>
                <a:gd name="connsiteY2" fmla="*/ 5745436 h 5745435"/>
                <a:gd name="connsiteX3" fmla="*/ 0 w 4219853"/>
                <a:gd name="connsiteY3" fmla="*/ 5745436 h 5745435"/>
              </a:gdLst>
              <a:ahLst/>
              <a:cxnLst>
                <a:cxn ang="0">
                  <a:pos x="connsiteX0" y="connsiteY0"/>
                </a:cxn>
                <a:cxn ang="0">
                  <a:pos x="connsiteX1" y="connsiteY1"/>
                </a:cxn>
                <a:cxn ang="0">
                  <a:pos x="connsiteX2" y="connsiteY2"/>
                </a:cxn>
                <a:cxn ang="0">
                  <a:pos x="connsiteX3" y="connsiteY3"/>
                </a:cxn>
              </a:cxnLst>
              <a:rect l="l" t="t" r="r" b="b"/>
              <a:pathLst>
                <a:path w="4219853" h="5745435">
                  <a:moveTo>
                    <a:pt x="0" y="0"/>
                  </a:moveTo>
                  <a:lnTo>
                    <a:pt x="4219854" y="0"/>
                  </a:lnTo>
                  <a:lnTo>
                    <a:pt x="4219854" y="5745436"/>
                  </a:lnTo>
                  <a:lnTo>
                    <a:pt x="0" y="5745436"/>
                  </a:lnTo>
                  <a:close/>
                </a:path>
              </a:pathLst>
            </a:custGeom>
            <a:solidFill>
              <a:srgbClr val="A9D9D9"/>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1" name="Freeform: Shape 10">
              <a:extLst>
                <a:ext uri="{FF2B5EF4-FFF2-40B4-BE49-F238E27FC236}">
                  <a16:creationId xmlns:a16="http://schemas.microsoft.com/office/drawing/2014/main" id="{FDBAB214-B38F-C4BD-71B9-D8F035C2FC0B}"/>
                </a:ext>
              </a:extLst>
            </p:cNvPr>
            <p:cNvSpPr/>
            <p:nvPr/>
          </p:nvSpPr>
          <p:spPr>
            <a:xfrm>
              <a:off x="6044806" y="358285"/>
              <a:ext cx="102388" cy="102388"/>
            </a:xfrm>
            <a:custGeom>
              <a:avLst/>
              <a:gdLst>
                <a:gd name="connsiteX0" fmla="*/ 51194 w 102388"/>
                <a:gd name="connsiteY0" fmla="*/ 102388 h 102388"/>
                <a:gd name="connsiteX1" fmla="*/ 102388 w 102388"/>
                <a:gd name="connsiteY1" fmla="*/ 51194 h 102388"/>
                <a:gd name="connsiteX2" fmla="*/ 51194 w 102388"/>
                <a:gd name="connsiteY2" fmla="*/ 0 h 102388"/>
                <a:gd name="connsiteX3" fmla="*/ 0 w 102388"/>
                <a:gd name="connsiteY3" fmla="*/ 51194 h 102388"/>
                <a:gd name="connsiteX4" fmla="*/ 51194 w 102388"/>
                <a:gd name="connsiteY4" fmla="*/ 102388 h 10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88" h="102388">
                  <a:moveTo>
                    <a:pt x="51194" y="102388"/>
                  </a:moveTo>
                  <a:cubicBezTo>
                    <a:pt x="78985" y="102388"/>
                    <a:pt x="102388" y="78985"/>
                    <a:pt x="102388" y="51194"/>
                  </a:cubicBezTo>
                  <a:cubicBezTo>
                    <a:pt x="102388" y="23403"/>
                    <a:pt x="78985" y="0"/>
                    <a:pt x="51194" y="0"/>
                  </a:cubicBezTo>
                  <a:cubicBezTo>
                    <a:pt x="23403" y="0"/>
                    <a:pt x="0" y="23403"/>
                    <a:pt x="0" y="51194"/>
                  </a:cubicBezTo>
                  <a:cubicBezTo>
                    <a:pt x="0" y="78985"/>
                    <a:pt x="23403" y="102388"/>
                    <a:pt x="51194" y="102388"/>
                  </a:cubicBezTo>
                  <a:close/>
                </a:path>
              </a:pathLst>
            </a:custGeom>
            <a:solidFill>
              <a:srgbClr val="282828"/>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grpSp>
      <p:sp>
        <p:nvSpPr>
          <p:cNvPr id="3" name="Titel 2">
            <a:extLst>
              <a:ext uri="{FF2B5EF4-FFF2-40B4-BE49-F238E27FC236}">
                <a16:creationId xmlns:a16="http://schemas.microsoft.com/office/drawing/2014/main" id="{E9502EA9-5698-4F43-B929-4A916AC33511}"/>
              </a:ext>
            </a:extLst>
          </p:cNvPr>
          <p:cNvSpPr>
            <a:spLocks noGrp="1"/>
          </p:cNvSpPr>
          <p:nvPr>
            <p:ph type="title" hasCustomPrompt="1"/>
          </p:nvPr>
        </p:nvSpPr>
        <p:spPr/>
        <p:txBody>
          <a:bodyPr/>
          <a:lstStyle>
            <a:lvl1pPr>
              <a:defRPr>
                <a:solidFill>
                  <a:schemeClr val="tx1"/>
                </a:solidFill>
                <a:latin typeface="Arial" panose="020B0604020202020204" pitchFamily="34" charset="0"/>
                <a:cs typeface="Arial" panose="020B0604020202020204" pitchFamily="34" charset="0"/>
              </a:defRPr>
            </a:lvl1pPr>
          </a:lstStyle>
          <a:p>
            <a:r>
              <a:rPr lang="en-GB" noProof="0"/>
              <a:t>Click to add a title</a:t>
            </a:r>
          </a:p>
        </p:txBody>
      </p:sp>
      <p:sp>
        <p:nvSpPr>
          <p:cNvPr id="70" name="Tijdelijke aanduiding voor afbeelding 12">
            <a:extLst>
              <a:ext uri="{FF2B5EF4-FFF2-40B4-BE49-F238E27FC236}">
                <a16:creationId xmlns:a16="http://schemas.microsoft.com/office/drawing/2014/main" id="{74672FE6-421D-4BD6-9E7A-A8657605619B}"/>
              </a:ext>
            </a:extLst>
          </p:cNvPr>
          <p:cNvSpPr>
            <a:spLocks noGrp="1"/>
          </p:cNvSpPr>
          <p:nvPr>
            <p:ph type="pic" sz="quarter" idx="14" hasCustomPrompt="1"/>
          </p:nvPr>
        </p:nvSpPr>
        <p:spPr>
          <a:xfrm>
            <a:off x="3244362" y="1448780"/>
            <a:ext cx="5750169" cy="4231051"/>
          </a:xfrm>
          <a:prstGeom prst="roundRect">
            <a:avLst>
              <a:gd name="adj" fmla="val 0"/>
            </a:avLst>
          </a:prstGeom>
          <a:pattFill prst="lgCheck">
            <a:fgClr>
              <a:srgbClr val="D1D2D0"/>
            </a:fgClr>
            <a:bgClr>
              <a:srgbClr val="E8E8E8"/>
            </a:bgClr>
          </a:pattFill>
          <a:ln>
            <a:noFill/>
          </a:ln>
        </p:spPr>
        <p:txBody>
          <a:bodyPr tIns="2232000"/>
          <a:lstStyle>
            <a:lvl1pPr marL="0" indent="0" algn="ctr">
              <a:buNone/>
              <a:defRPr sz="1050" b="1" baseline="0">
                <a:latin typeface="Arial" panose="020B0604020202020204" pitchFamily="34" charset="0"/>
                <a:cs typeface="Arial" panose="020B0604020202020204" pitchFamily="34" charset="0"/>
              </a:defRPr>
            </a:lvl1pPr>
          </a:lstStyle>
          <a:p>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Click on the pictogram </a:t>
            </a:r>
            <a:b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to insert a new image.</a:t>
            </a:r>
            <a:endParaRPr lang="en-GB" noProof="0"/>
          </a:p>
        </p:txBody>
      </p:sp>
      <p:grpSp>
        <p:nvGrpSpPr>
          <p:cNvPr id="6" name="Group 5">
            <a:extLst>
              <a:ext uri="{FF2B5EF4-FFF2-40B4-BE49-F238E27FC236}">
                <a16:creationId xmlns:a16="http://schemas.microsoft.com/office/drawing/2014/main" id="{2572AC31-1C70-648A-F85E-CF25E7CDE6AB}"/>
              </a:ext>
            </a:extLst>
          </p:cNvPr>
          <p:cNvGrpSpPr/>
          <p:nvPr userDrawn="1"/>
        </p:nvGrpSpPr>
        <p:grpSpPr>
          <a:xfrm>
            <a:off x="-2236817" y="-1"/>
            <a:ext cx="2155910" cy="6857999"/>
            <a:chOff x="-2236817" y="-1"/>
            <a:chExt cx="2155910" cy="6857999"/>
          </a:xfrm>
        </p:grpSpPr>
        <p:sp>
          <p:nvSpPr>
            <p:cNvPr id="13" name="Rectangle 12">
              <a:extLst>
                <a:ext uri="{FF2B5EF4-FFF2-40B4-BE49-F238E27FC236}">
                  <a16:creationId xmlns:a16="http://schemas.microsoft.com/office/drawing/2014/main" id="{0692534C-CB68-A469-CCA8-B4636083AD72}"/>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7" name="Picture 16" descr="A screenshot of a computer&#10;&#10;Description automatically generated">
              <a:extLst>
                <a:ext uri="{FF2B5EF4-FFF2-40B4-BE49-F238E27FC236}">
                  <a16:creationId xmlns:a16="http://schemas.microsoft.com/office/drawing/2014/main" id="{EB73D299-5BDE-8A43-3EF8-F6141FA3F14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8" name="Picture 17">
              <a:extLst>
                <a:ext uri="{FF2B5EF4-FFF2-40B4-BE49-F238E27FC236}">
                  <a16:creationId xmlns:a16="http://schemas.microsoft.com/office/drawing/2014/main" id="{FE47D082-FB92-B169-80EC-F0D36186E573}"/>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53873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MOCKUP LAPTOP">
    <p:bg>
      <p:bgPr>
        <a:solidFill>
          <a:srgbClr val="FFFFFF"/>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A6FCA65C-C390-D982-EF0D-710ABEDC8AFE}"/>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76917" y="1549400"/>
            <a:ext cx="6857998" cy="3759199"/>
          </a:xfrm>
          <a:prstGeom prst="rect">
            <a:avLst/>
          </a:prstGeom>
        </p:spPr>
      </p:pic>
      <p:grpSp>
        <p:nvGrpSpPr>
          <p:cNvPr id="5" name="Graphic 3">
            <a:extLst>
              <a:ext uri="{FF2B5EF4-FFF2-40B4-BE49-F238E27FC236}">
                <a16:creationId xmlns:a16="http://schemas.microsoft.com/office/drawing/2014/main" id="{10FCD57C-8C1B-6463-EA2B-7326D9005997}"/>
              </a:ext>
            </a:extLst>
          </p:cNvPr>
          <p:cNvGrpSpPr/>
          <p:nvPr/>
        </p:nvGrpSpPr>
        <p:grpSpPr>
          <a:xfrm>
            <a:off x="1636272" y="1376364"/>
            <a:ext cx="8919456" cy="4801323"/>
            <a:chOff x="1595500" y="1376364"/>
            <a:chExt cx="8919456" cy="4801323"/>
          </a:xfrm>
        </p:grpSpPr>
        <p:sp>
          <p:nvSpPr>
            <p:cNvPr id="13" name="Freeform: Shape 12">
              <a:extLst>
                <a:ext uri="{FF2B5EF4-FFF2-40B4-BE49-F238E27FC236}">
                  <a16:creationId xmlns:a16="http://schemas.microsoft.com/office/drawing/2014/main" id="{66875869-FEF3-3526-0F77-A1FAD56C8730}"/>
                </a:ext>
              </a:extLst>
            </p:cNvPr>
            <p:cNvSpPr/>
            <p:nvPr/>
          </p:nvSpPr>
          <p:spPr>
            <a:xfrm>
              <a:off x="2633785" y="1376364"/>
              <a:ext cx="6844885" cy="4472232"/>
            </a:xfrm>
            <a:custGeom>
              <a:avLst/>
              <a:gdLst>
                <a:gd name="connsiteX0" fmla="*/ 6842885 w 6844885"/>
                <a:gd name="connsiteY0" fmla="*/ 4471232 h 4472232"/>
                <a:gd name="connsiteX1" fmla="*/ 0 w 6844885"/>
                <a:gd name="connsiteY1" fmla="*/ 4471232 h 4472232"/>
                <a:gd name="connsiteX2" fmla="*/ 0 w 6844885"/>
                <a:gd name="connsiteY2" fmla="*/ 292081 h 4472232"/>
                <a:gd name="connsiteX3" fmla="*/ 292080 w 6844885"/>
                <a:gd name="connsiteY3" fmla="*/ 0 h 4472232"/>
                <a:gd name="connsiteX4" fmla="*/ 6552805 w 6844885"/>
                <a:gd name="connsiteY4" fmla="*/ 0 h 4472232"/>
                <a:gd name="connsiteX5" fmla="*/ 6844885 w 6844885"/>
                <a:gd name="connsiteY5" fmla="*/ 292081 h 4472232"/>
                <a:gd name="connsiteX6" fmla="*/ 6844885 w 6844885"/>
                <a:gd name="connsiteY6" fmla="*/ 4472232 h 4472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44885" h="4472232">
                  <a:moveTo>
                    <a:pt x="6842885" y="4471232"/>
                  </a:moveTo>
                  <a:lnTo>
                    <a:pt x="0" y="4471232"/>
                  </a:lnTo>
                  <a:lnTo>
                    <a:pt x="0" y="292081"/>
                  </a:lnTo>
                  <a:cubicBezTo>
                    <a:pt x="0" y="132036"/>
                    <a:pt x="131036" y="0"/>
                    <a:pt x="292080" y="0"/>
                  </a:cubicBezTo>
                  <a:lnTo>
                    <a:pt x="6552805" y="0"/>
                  </a:lnTo>
                  <a:cubicBezTo>
                    <a:pt x="6712849" y="0"/>
                    <a:pt x="6844885" y="131036"/>
                    <a:pt x="6844885" y="292081"/>
                  </a:cubicBezTo>
                  <a:lnTo>
                    <a:pt x="6844885" y="4472232"/>
                  </a:ln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CC42770B-5EC2-6490-58E4-63E744AA4956}"/>
                </a:ext>
              </a:extLst>
            </p:cNvPr>
            <p:cNvSpPr/>
            <p:nvPr/>
          </p:nvSpPr>
          <p:spPr>
            <a:xfrm>
              <a:off x="2944871" y="1765471"/>
              <a:ext cx="6221713" cy="3694017"/>
            </a:xfrm>
            <a:custGeom>
              <a:avLst/>
              <a:gdLst>
                <a:gd name="connsiteX0" fmla="*/ 6163698 w 6221713"/>
                <a:gd name="connsiteY0" fmla="*/ 0 h 3694017"/>
                <a:gd name="connsiteX1" fmla="*/ 6221714 w 6221713"/>
                <a:gd name="connsiteY1" fmla="*/ 58016 h 3694017"/>
                <a:gd name="connsiteX2" fmla="*/ 6221714 w 6221713"/>
                <a:gd name="connsiteY2" fmla="*/ 3636002 h 3694017"/>
                <a:gd name="connsiteX3" fmla="*/ 6163698 w 6221713"/>
                <a:gd name="connsiteY3" fmla="*/ 3694018 h 3694017"/>
                <a:gd name="connsiteX4" fmla="*/ 58016 w 6221713"/>
                <a:gd name="connsiteY4" fmla="*/ 3694018 h 3694017"/>
                <a:gd name="connsiteX5" fmla="*/ 0 w 6221713"/>
                <a:gd name="connsiteY5" fmla="*/ 3636002 h 3694017"/>
                <a:gd name="connsiteX6" fmla="*/ 0 w 6221713"/>
                <a:gd name="connsiteY6" fmla="*/ 58016 h 3694017"/>
                <a:gd name="connsiteX7" fmla="*/ 58016 w 6221713"/>
                <a:gd name="connsiteY7" fmla="*/ 0 h 369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1713" h="3694017">
                  <a:moveTo>
                    <a:pt x="6163698" y="0"/>
                  </a:moveTo>
                  <a:cubicBezTo>
                    <a:pt x="6195740" y="0"/>
                    <a:pt x="6221714" y="25975"/>
                    <a:pt x="6221714" y="58016"/>
                  </a:cubicBezTo>
                  <a:lnTo>
                    <a:pt x="6221714" y="3636002"/>
                  </a:lnTo>
                  <a:cubicBezTo>
                    <a:pt x="6221714" y="3668043"/>
                    <a:pt x="6195740" y="3694018"/>
                    <a:pt x="6163698" y="3694018"/>
                  </a:cubicBezTo>
                  <a:lnTo>
                    <a:pt x="58016" y="3694018"/>
                  </a:lnTo>
                  <a:cubicBezTo>
                    <a:pt x="25975" y="3694018"/>
                    <a:pt x="0" y="3668044"/>
                    <a:pt x="0" y="3636002"/>
                  </a:cubicBezTo>
                  <a:lnTo>
                    <a:pt x="0" y="58016"/>
                  </a:lnTo>
                  <a:cubicBezTo>
                    <a:pt x="0" y="25975"/>
                    <a:pt x="25975" y="0"/>
                    <a:pt x="58016" y="0"/>
                  </a:cubicBezTo>
                  <a:close/>
                </a:path>
              </a:pathLst>
            </a:custGeom>
            <a:solidFill>
              <a:srgbClr val="A9D9D9"/>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5" name="Freeform: Shape 14">
              <a:extLst>
                <a:ext uri="{FF2B5EF4-FFF2-40B4-BE49-F238E27FC236}">
                  <a16:creationId xmlns:a16="http://schemas.microsoft.com/office/drawing/2014/main" id="{BE9D8524-FD83-6FD2-2705-66C2F37763D0}"/>
                </a:ext>
              </a:extLst>
            </p:cNvPr>
            <p:cNvSpPr/>
            <p:nvPr/>
          </p:nvSpPr>
          <p:spPr>
            <a:xfrm>
              <a:off x="5996712" y="1512401"/>
              <a:ext cx="126034" cy="126034"/>
            </a:xfrm>
            <a:custGeom>
              <a:avLst/>
              <a:gdLst>
                <a:gd name="connsiteX0" fmla="*/ 63017 w 126034"/>
                <a:gd name="connsiteY0" fmla="*/ 126035 h 126034"/>
                <a:gd name="connsiteX1" fmla="*/ 126035 w 126034"/>
                <a:gd name="connsiteY1" fmla="*/ 63017 h 126034"/>
                <a:gd name="connsiteX2" fmla="*/ 63017 w 126034"/>
                <a:gd name="connsiteY2" fmla="*/ 0 h 126034"/>
                <a:gd name="connsiteX3" fmla="*/ 0 w 126034"/>
                <a:gd name="connsiteY3" fmla="*/ 63017 h 126034"/>
                <a:gd name="connsiteX4" fmla="*/ 63017 w 126034"/>
                <a:gd name="connsiteY4" fmla="*/ 126035 h 126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034" h="126034">
                  <a:moveTo>
                    <a:pt x="63017" y="126035"/>
                  </a:moveTo>
                  <a:cubicBezTo>
                    <a:pt x="98027" y="126035"/>
                    <a:pt x="126035" y="98027"/>
                    <a:pt x="126035" y="63017"/>
                  </a:cubicBezTo>
                  <a:cubicBezTo>
                    <a:pt x="126035" y="28008"/>
                    <a:pt x="98027" y="0"/>
                    <a:pt x="63017" y="0"/>
                  </a:cubicBezTo>
                  <a:cubicBezTo>
                    <a:pt x="28008" y="0"/>
                    <a:pt x="0" y="28008"/>
                    <a:pt x="0" y="63017"/>
                  </a:cubicBezTo>
                  <a:cubicBezTo>
                    <a:pt x="0" y="98027"/>
                    <a:pt x="28008" y="126035"/>
                    <a:pt x="63017" y="126035"/>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6" name="Freeform: Shape 15">
              <a:extLst>
                <a:ext uri="{FF2B5EF4-FFF2-40B4-BE49-F238E27FC236}">
                  <a16:creationId xmlns:a16="http://schemas.microsoft.com/office/drawing/2014/main" id="{E753D5B3-33FE-18D1-BEEE-8DB54640D68F}"/>
                </a:ext>
              </a:extLst>
            </p:cNvPr>
            <p:cNvSpPr/>
            <p:nvPr/>
          </p:nvSpPr>
          <p:spPr>
            <a:xfrm>
              <a:off x="1595500" y="5843594"/>
              <a:ext cx="8919456" cy="241066"/>
            </a:xfrm>
            <a:custGeom>
              <a:avLst/>
              <a:gdLst>
                <a:gd name="connsiteX0" fmla="*/ 8788421 w 8919456"/>
                <a:gd name="connsiteY0" fmla="*/ 241066 h 241066"/>
                <a:gd name="connsiteX1" fmla="*/ 131036 w 8919456"/>
                <a:gd name="connsiteY1" fmla="*/ 241066 h 241066"/>
                <a:gd name="connsiteX2" fmla="*/ 0 w 8919456"/>
                <a:gd name="connsiteY2" fmla="*/ 110030 h 241066"/>
                <a:gd name="connsiteX3" fmla="*/ 0 w 8919456"/>
                <a:gd name="connsiteY3" fmla="*/ 0 h 241066"/>
                <a:gd name="connsiteX4" fmla="*/ 8919457 w 8919456"/>
                <a:gd name="connsiteY4" fmla="*/ 0 h 241066"/>
                <a:gd name="connsiteX5" fmla="*/ 8919457 w 8919456"/>
                <a:gd name="connsiteY5" fmla="*/ 110030 h 241066"/>
                <a:gd name="connsiteX6" fmla="*/ 8788421 w 8919456"/>
                <a:gd name="connsiteY6" fmla="*/ 241066 h 24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9456" h="241066">
                  <a:moveTo>
                    <a:pt x="8788421" y="241066"/>
                  </a:moveTo>
                  <a:lnTo>
                    <a:pt x="131036" y="241066"/>
                  </a:lnTo>
                  <a:cubicBezTo>
                    <a:pt x="59016" y="241066"/>
                    <a:pt x="0" y="182050"/>
                    <a:pt x="0" y="110030"/>
                  </a:cubicBezTo>
                  <a:lnTo>
                    <a:pt x="0" y="0"/>
                  </a:lnTo>
                  <a:lnTo>
                    <a:pt x="8919457" y="0"/>
                  </a:lnTo>
                  <a:lnTo>
                    <a:pt x="8919457" y="110030"/>
                  </a:lnTo>
                  <a:cubicBezTo>
                    <a:pt x="8919457" y="182050"/>
                    <a:pt x="8860441" y="241066"/>
                    <a:pt x="8788421" y="241066"/>
                  </a:cubicBezTo>
                  <a:close/>
                </a:path>
              </a:pathLst>
            </a:custGeom>
            <a:solidFill>
              <a:srgbClr val="D2D6D3"/>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7" name="Freeform: Shape 16">
              <a:extLst>
                <a:ext uri="{FF2B5EF4-FFF2-40B4-BE49-F238E27FC236}">
                  <a16:creationId xmlns:a16="http://schemas.microsoft.com/office/drawing/2014/main" id="{BC4F9200-9ECF-5339-3A73-05F5A9E0A7F5}"/>
                </a:ext>
              </a:extLst>
            </p:cNvPr>
            <p:cNvSpPr/>
            <p:nvPr/>
          </p:nvSpPr>
          <p:spPr>
            <a:xfrm>
              <a:off x="1738539" y="6084661"/>
              <a:ext cx="8633377" cy="93025"/>
            </a:xfrm>
            <a:custGeom>
              <a:avLst/>
              <a:gdLst>
                <a:gd name="connsiteX0" fmla="*/ 8540352 w 8633377"/>
                <a:gd name="connsiteY0" fmla="*/ 93026 h 93025"/>
                <a:gd name="connsiteX1" fmla="*/ 93026 w 8633377"/>
                <a:gd name="connsiteY1" fmla="*/ 93026 h 93025"/>
                <a:gd name="connsiteX2" fmla="*/ 0 w 8633377"/>
                <a:gd name="connsiteY2" fmla="*/ 0 h 93025"/>
                <a:gd name="connsiteX3" fmla="*/ 8633378 w 8633377"/>
                <a:gd name="connsiteY3" fmla="*/ 0 h 93025"/>
                <a:gd name="connsiteX4" fmla="*/ 8540352 w 8633377"/>
                <a:gd name="connsiteY4" fmla="*/ 93026 h 93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3377" h="93025">
                  <a:moveTo>
                    <a:pt x="8540352" y="93026"/>
                  </a:moveTo>
                  <a:lnTo>
                    <a:pt x="93026" y="93026"/>
                  </a:lnTo>
                  <a:cubicBezTo>
                    <a:pt x="42012" y="93026"/>
                    <a:pt x="0" y="51014"/>
                    <a:pt x="0" y="0"/>
                  </a:cubicBezTo>
                  <a:lnTo>
                    <a:pt x="8633378" y="0"/>
                  </a:lnTo>
                  <a:cubicBezTo>
                    <a:pt x="8633378" y="51014"/>
                    <a:pt x="8591366" y="93026"/>
                    <a:pt x="8540352" y="93026"/>
                  </a:cubicBezTo>
                  <a:close/>
                </a:path>
              </a:pathLst>
            </a:custGeom>
            <a:solidFill>
              <a:srgbClr val="BEC4C0"/>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18" name="Freeform: Shape 17">
              <a:extLst>
                <a:ext uri="{FF2B5EF4-FFF2-40B4-BE49-F238E27FC236}">
                  <a16:creationId xmlns:a16="http://schemas.microsoft.com/office/drawing/2014/main" id="{F37DFCE5-05D7-F7A4-21A3-251C60E20E04}"/>
                </a:ext>
              </a:extLst>
            </p:cNvPr>
            <p:cNvSpPr/>
            <p:nvPr/>
          </p:nvSpPr>
          <p:spPr>
            <a:xfrm>
              <a:off x="9861776" y="5919615"/>
              <a:ext cx="510140" cy="90024"/>
            </a:xfrm>
            <a:custGeom>
              <a:avLst/>
              <a:gdLst>
                <a:gd name="connsiteX0" fmla="*/ 465128 w 510140"/>
                <a:gd name="connsiteY0" fmla="*/ 0 h 90024"/>
                <a:gd name="connsiteX1" fmla="*/ 45012 w 510140"/>
                <a:gd name="connsiteY1" fmla="*/ 0 h 90024"/>
                <a:gd name="connsiteX2" fmla="*/ 0 w 510140"/>
                <a:gd name="connsiteY2" fmla="*/ 45012 h 90024"/>
                <a:gd name="connsiteX3" fmla="*/ 0 w 510140"/>
                <a:gd name="connsiteY3" fmla="*/ 45012 h 90024"/>
                <a:gd name="connsiteX4" fmla="*/ 45012 w 510140"/>
                <a:gd name="connsiteY4" fmla="*/ 90025 h 90024"/>
                <a:gd name="connsiteX5" fmla="*/ 465128 w 510140"/>
                <a:gd name="connsiteY5" fmla="*/ 90025 h 90024"/>
                <a:gd name="connsiteX6" fmla="*/ 510140 w 510140"/>
                <a:gd name="connsiteY6" fmla="*/ 45012 h 90024"/>
                <a:gd name="connsiteX7" fmla="*/ 510140 w 510140"/>
                <a:gd name="connsiteY7" fmla="*/ 45012 h 90024"/>
                <a:gd name="connsiteX8" fmla="*/ 465128 w 510140"/>
                <a:gd name="connsiteY8" fmla="*/ 0 h 9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40" h="90024">
                  <a:moveTo>
                    <a:pt x="465128" y="0"/>
                  </a:moveTo>
                  <a:lnTo>
                    <a:pt x="45012" y="0"/>
                  </a:lnTo>
                  <a:cubicBezTo>
                    <a:pt x="20005" y="0"/>
                    <a:pt x="0" y="20006"/>
                    <a:pt x="0" y="45012"/>
                  </a:cubicBezTo>
                  <a:lnTo>
                    <a:pt x="0" y="45012"/>
                  </a:lnTo>
                  <a:cubicBezTo>
                    <a:pt x="0" y="70019"/>
                    <a:pt x="20005" y="90025"/>
                    <a:pt x="45012" y="90025"/>
                  </a:cubicBezTo>
                  <a:lnTo>
                    <a:pt x="465128" y="90025"/>
                  </a:lnTo>
                  <a:cubicBezTo>
                    <a:pt x="490135" y="90025"/>
                    <a:pt x="510140" y="70019"/>
                    <a:pt x="510140" y="45012"/>
                  </a:cubicBezTo>
                  <a:lnTo>
                    <a:pt x="510140" y="45012"/>
                  </a:lnTo>
                  <a:cubicBezTo>
                    <a:pt x="510140" y="20006"/>
                    <a:pt x="490135" y="0"/>
                    <a:pt x="465128" y="0"/>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grpSp>
      <p:sp>
        <p:nvSpPr>
          <p:cNvPr id="3" name="Titel 2">
            <a:extLst>
              <a:ext uri="{FF2B5EF4-FFF2-40B4-BE49-F238E27FC236}">
                <a16:creationId xmlns:a16="http://schemas.microsoft.com/office/drawing/2014/main" id="{E9502EA9-5698-4F43-B929-4A916AC33511}"/>
              </a:ext>
            </a:extLst>
          </p:cNvPr>
          <p:cNvSpPr>
            <a:spLocks noGrp="1"/>
          </p:cNvSpPr>
          <p:nvPr>
            <p:ph type="title" hasCustomPrompt="1"/>
          </p:nvPr>
        </p:nvSpPr>
        <p:spPr/>
        <p:txBody>
          <a:bodyPr/>
          <a:lstStyle>
            <a:lvl1pPr>
              <a:defRPr>
                <a:solidFill>
                  <a:schemeClr val="tx1"/>
                </a:solidFill>
                <a:latin typeface="Arial" panose="020B0604020202020204" pitchFamily="34" charset="0"/>
                <a:cs typeface="Arial" panose="020B0604020202020204" pitchFamily="34" charset="0"/>
              </a:defRPr>
            </a:lvl1pPr>
          </a:lstStyle>
          <a:p>
            <a:r>
              <a:rPr lang="en-GB" noProof="0"/>
              <a:t>Click to add a title</a:t>
            </a:r>
          </a:p>
        </p:txBody>
      </p:sp>
      <p:sp>
        <p:nvSpPr>
          <p:cNvPr id="70" name="Tijdelijke aanduiding voor afbeelding 12">
            <a:extLst>
              <a:ext uri="{FF2B5EF4-FFF2-40B4-BE49-F238E27FC236}">
                <a16:creationId xmlns:a16="http://schemas.microsoft.com/office/drawing/2014/main" id="{74672FE6-421D-4BD6-9E7A-A8657605619B}"/>
              </a:ext>
            </a:extLst>
          </p:cNvPr>
          <p:cNvSpPr>
            <a:spLocks noGrp="1"/>
          </p:cNvSpPr>
          <p:nvPr>
            <p:ph type="pic" sz="quarter" idx="14" hasCustomPrompt="1"/>
          </p:nvPr>
        </p:nvSpPr>
        <p:spPr>
          <a:xfrm>
            <a:off x="2984644" y="1774473"/>
            <a:ext cx="6221713" cy="3680788"/>
          </a:xfrm>
          <a:prstGeom prst="roundRect">
            <a:avLst>
              <a:gd name="adj" fmla="val 1871"/>
            </a:avLst>
          </a:prstGeom>
          <a:pattFill prst="lgCheck">
            <a:fgClr>
              <a:srgbClr val="D1D2D0"/>
            </a:fgClr>
            <a:bgClr>
              <a:srgbClr val="E8E8E8"/>
            </a:bgClr>
          </a:pattFill>
          <a:ln>
            <a:noFill/>
          </a:ln>
        </p:spPr>
        <p:txBody>
          <a:bodyPr tIns="2232000"/>
          <a:lstStyle>
            <a:lvl1pPr marL="0" indent="0" algn="ctr">
              <a:buNone/>
              <a:defRPr sz="1050" b="1" baseline="0">
                <a:latin typeface="Arial" panose="020B0604020202020204" pitchFamily="34" charset="0"/>
                <a:cs typeface="Arial" panose="020B0604020202020204" pitchFamily="34" charset="0"/>
              </a:defRPr>
            </a:lvl1pPr>
          </a:lstStyle>
          <a:p>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Click on the pictogram </a:t>
            </a:r>
            <a:b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to insert a new image.</a:t>
            </a:r>
            <a:endParaRPr lang="en-GB" noProof="0"/>
          </a:p>
        </p:txBody>
      </p:sp>
      <p:grpSp>
        <p:nvGrpSpPr>
          <p:cNvPr id="6" name="Group 5">
            <a:extLst>
              <a:ext uri="{FF2B5EF4-FFF2-40B4-BE49-F238E27FC236}">
                <a16:creationId xmlns:a16="http://schemas.microsoft.com/office/drawing/2014/main" id="{60C23933-B7A3-9989-0AAE-B4311B70499A}"/>
              </a:ext>
            </a:extLst>
          </p:cNvPr>
          <p:cNvGrpSpPr/>
          <p:nvPr userDrawn="1"/>
        </p:nvGrpSpPr>
        <p:grpSpPr>
          <a:xfrm>
            <a:off x="-2236817" y="-1"/>
            <a:ext cx="2155910" cy="6857999"/>
            <a:chOff x="-2236817" y="-1"/>
            <a:chExt cx="2155910" cy="6857999"/>
          </a:xfrm>
        </p:grpSpPr>
        <p:sp>
          <p:nvSpPr>
            <p:cNvPr id="8" name="Rectangle 7">
              <a:extLst>
                <a:ext uri="{FF2B5EF4-FFF2-40B4-BE49-F238E27FC236}">
                  <a16:creationId xmlns:a16="http://schemas.microsoft.com/office/drawing/2014/main" id="{F5837D29-8BAC-4531-5E3C-B6F328C09C7B}"/>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2" name="Picture 11" descr="A screenshot of a computer&#10;&#10;Description automatically generated">
              <a:extLst>
                <a:ext uri="{FF2B5EF4-FFF2-40B4-BE49-F238E27FC236}">
                  <a16:creationId xmlns:a16="http://schemas.microsoft.com/office/drawing/2014/main" id="{B582A249-DD78-B3C3-3B33-A490B58828B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9" name="Picture 18">
              <a:extLst>
                <a:ext uri="{FF2B5EF4-FFF2-40B4-BE49-F238E27FC236}">
                  <a16:creationId xmlns:a16="http://schemas.microsoft.com/office/drawing/2014/main" id="{AA479F96-AB6E-1611-F1A7-7DC361E66B87}"/>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1750569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MOCKUP PHONE">
    <p:bg>
      <p:bgPr>
        <a:solidFill>
          <a:srgbClr val="FFFFFF"/>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196B9EBA-60CE-D120-CC57-D774EBC3B847}"/>
              </a:ext>
            </a:extLst>
          </p:cNvPr>
          <p:cNvPicPr>
            <a:picLocks noChangeAspect="1"/>
          </p:cNvPicPr>
          <p:nvPr userDrawn="1"/>
        </p:nvPicPr>
        <p:blipFill>
          <a:blip>
            <a:extLst>
              <a:ext uri="{96DAC541-7B7A-43D3-8B79-37D633B846F1}">
                <asvg:svgBlip xmlns:asvg="http://schemas.microsoft.com/office/drawing/2016/SVG/main" r:embed="rId2"/>
              </a:ext>
            </a:extLst>
          </a:blip>
          <a:srcRect r="11247" b="54593"/>
          <a:stretch>
            <a:fillRect/>
          </a:stretch>
        </p:blipFill>
        <p:spPr>
          <a:xfrm rot="16200000">
            <a:off x="6876917" y="1549400"/>
            <a:ext cx="6857998" cy="3759199"/>
          </a:xfrm>
          <a:prstGeom prst="rect">
            <a:avLst/>
          </a:prstGeom>
        </p:spPr>
      </p:pic>
      <p:sp>
        <p:nvSpPr>
          <p:cNvPr id="3" name="Titel 2">
            <a:extLst>
              <a:ext uri="{FF2B5EF4-FFF2-40B4-BE49-F238E27FC236}">
                <a16:creationId xmlns:a16="http://schemas.microsoft.com/office/drawing/2014/main" id="{E9502EA9-5698-4F43-B929-4A916AC33511}"/>
              </a:ext>
            </a:extLst>
          </p:cNvPr>
          <p:cNvSpPr>
            <a:spLocks noGrp="1"/>
          </p:cNvSpPr>
          <p:nvPr>
            <p:ph type="title" hasCustomPrompt="1"/>
          </p:nvPr>
        </p:nvSpPr>
        <p:spPr/>
        <p:txBody>
          <a:bodyPr/>
          <a:lstStyle>
            <a:lvl1pPr>
              <a:defRPr>
                <a:solidFill>
                  <a:schemeClr val="tx1"/>
                </a:solidFill>
                <a:latin typeface="Arial" panose="020B0604020202020204" pitchFamily="34" charset="0"/>
                <a:cs typeface="Arial" panose="020B0604020202020204" pitchFamily="34" charset="0"/>
              </a:defRPr>
            </a:lvl1pPr>
          </a:lstStyle>
          <a:p>
            <a:r>
              <a:rPr lang="en-GB" noProof="0"/>
              <a:t>Click to add a title</a:t>
            </a:r>
          </a:p>
        </p:txBody>
      </p:sp>
      <p:grpSp>
        <p:nvGrpSpPr>
          <p:cNvPr id="31" name="Graphic 29">
            <a:extLst>
              <a:ext uri="{FF2B5EF4-FFF2-40B4-BE49-F238E27FC236}">
                <a16:creationId xmlns:a16="http://schemas.microsoft.com/office/drawing/2014/main" id="{A91193F6-B2F9-ED3A-0100-4E00CB85CAC3}"/>
              </a:ext>
            </a:extLst>
          </p:cNvPr>
          <p:cNvGrpSpPr/>
          <p:nvPr/>
        </p:nvGrpSpPr>
        <p:grpSpPr>
          <a:xfrm rot="16200000">
            <a:off x="3950124" y="-494808"/>
            <a:ext cx="4291751" cy="8591458"/>
            <a:chOff x="6276020" y="158483"/>
            <a:chExt cx="3469244" cy="6944920"/>
          </a:xfrm>
        </p:grpSpPr>
        <p:sp>
          <p:nvSpPr>
            <p:cNvPr id="32" name="Freeform: Shape 31">
              <a:extLst>
                <a:ext uri="{FF2B5EF4-FFF2-40B4-BE49-F238E27FC236}">
                  <a16:creationId xmlns:a16="http://schemas.microsoft.com/office/drawing/2014/main" id="{30AAB535-3066-0BFD-2A88-484C20D94178}"/>
                </a:ext>
              </a:extLst>
            </p:cNvPr>
            <p:cNvSpPr/>
            <p:nvPr/>
          </p:nvSpPr>
          <p:spPr>
            <a:xfrm>
              <a:off x="9668099" y="1586049"/>
              <a:ext cx="77165" cy="461387"/>
            </a:xfrm>
            <a:custGeom>
              <a:avLst/>
              <a:gdLst>
                <a:gd name="connsiteX0" fmla="*/ 49836 w 77165"/>
                <a:gd name="connsiteY0" fmla="*/ 0 h 461387"/>
                <a:gd name="connsiteX1" fmla="*/ 77166 w 77165"/>
                <a:gd name="connsiteY1" fmla="*/ 27330 h 461387"/>
                <a:gd name="connsiteX2" fmla="*/ 77166 w 77165"/>
                <a:gd name="connsiteY2" fmla="*/ 434058 h 461387"/>
                <a:gd name="connsiteX3" fmla="*/ 49836 w 77165"/>
                <a:gd name="connsiteY3" fmla="*/ 461387 h 461387"/>
                <a:gd name="connsiteX4" fmla="*/ 27330 w 77165"/>
                <a:gd name="connsiteY4" fmla="*/ 461387 h 461387"/>
                <a:gd name="connsiteX5" fmla="*/ 0 w 77165"/>
                <a:gd name="connsiteY5" fmla="*/ 434058 h 461387"/>
                <a:gd name="connsiteX6" fmla="*/ 0 w 77165"/>
                <a:gd name="connsiteY6" fmla="*/ 27330 h 461387"/>
                <a:gd name="connsiteX7" fmla="*/ 27330 w 77165"/>
                <a:gd name="connsiteY7" fmla="*/ 0 h 46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165" h="461387">
                  <a:moveTo>
                    <a:pt x="49836" y="0"/>
                  </a:moveTo>
                  <a:cubicBezTo>
                    <a:pt x="64930" y="0"/>
                    <a:pt x="77166" y="12236"/>
                    <a:pt x="77166" y="27330"/>
                  </a:cubicBezTo>
                  <a:lnTo>
                    <a:pt x="77166" y="434058"/>
                  </a:lnTo>
                  <a:cubicBezTo>
                    <a:pt x="77166" y="449151"/>
                    <a:pt x="64930" y="461387"/>
                    <a:pt x="49836" y="461387"/>
                  </a:cubicBezTo>
                  <a:lnTo>
                    <a:pt x="27330" y="461387"/>
                  </a:lnTo>
                  <a:cubicBezTo>
                    <a:pt x="12236" y="461387"/>
                    <a:pt x="0" y="449151"/>
                    <a:pt x="0" y="434058"/>
                  </a:cubicBezTo>
                  <a:lnTo>
                    <a:pt x="0" y="27330"/>
                  </a:lnTo>
                  <a:cubicBezTo>
                    <a:pt x="0" y="12236"/>
                    <a:pt x="12236" y="0"/>
                    <a:pt x="27330" y="0"/>
                  </a:cubicBezTo>
                  <a:close/>
                </a:path>
              </a:pathLst>
            </a:custGeom>
            <a:solidFill>
              <a:srgbClr val="D2D6D3"/>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CCE2C4F-690F-0FAA-2045-8F9F93E602DD}"/>
                </a:ext>
              </a:extLst>
            </p:cNvPr>
            <p:cNvSpPr/>
            <p:nvPr/>
          </p:nvSpPr>
          <p:spPr>
            <a:xfrm>
              <a:off x="6309780" y="158483"/>
              <a:ext cx="3390471" cy="6944920"/>
            </a:xfrm>
            <a:custGeom>
              <a:avLst/>
              <a:gdLst>
                <a:gd name="connsiteX0" fmla="*/ 2874426 w 3390471"/>
                <a:gd name="connsiteY0" fmla="*/ 0 h 6944920"/>
                <a:gd name="connsiteX1" fmla="*/ 3390472 w 3390471"/>
                <a:gd name="connsiteY1" fmla="*/ 516046 h 6944920"/>
                <a:gd name="connsiteX2" fmla="*/ 3390472 w 3390471"/>
                <a:gd name="connsiteY2" fmla="*/ 6428875 h 6944920"/>
                <a:gd name="connsiteX3" fmla="*/ 2874426 w 3390471"/>
                <a:gd name="connsiteY3" fmla="*/ 6944921 h 6944920"/>
                <a:gd name="connsiteX4" fmla="*/ 516046 w 3390471"/>
                <a:gd name="connsiteY4" fmla="*/ 6944921 h 6944920"/>
                <a:gd name="connsiteX5" fmla="*/ 0 w 3390471"/>
                <a:gd name="connsiteY5" fmla="*/ 6428875 h 6944920"/>
                <a:gd name="connsiteX6" fmla="*/ 0 w 3390471"/>
                <a:gd name="connsiteY6" fmla="*/ 516046 h 6944920"/>
                <a:gd name="connsiteX7" fmla="*/ 516046 w 3390471"/>
                <a:gd name="connsiteY7" fmla="*/ 0 h 694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0471" h="6944920">
                  <a:moveTo>
                    <a:pt x="2874426" y="0"/>
                  </a:moveTo>
                  <a:cubicBezTo>
                    <a:pt x="3159430" y="0"/>
                    <a:pt x="3390472" y="231042"/>
                    <a:pt x="3390472" y="516046"/>
                  </a:cubicBezTo>
                  <a:lnTo>
                    <a:pt x="3390472" y="6428875"/>
                  </a:lnTo>
                  <a:cubicBezTo>
                    <a:pt x="3390472" y="6713879"/>
                    <a:pt x="3159430" y="6944921"/>
                    <a:pt x="2874426" y="6944921"/>
                  </a:cubicBezTo>
                  <a:lnTo>
                    <a:pt x="516046" y="6944921"/>
                  </a:lnTo>
                  <a:cubicBezTo>
                    <a:pt x="231042" y="6944921"/>
                    <a:pt x="0" y="6713879"/>
                    <a:pt x="0" y="6428875"/>
                  </a:cubicBezTo>
                  <a:lnTo>
                    <a:pt x="0" y="516046"/>
                  </a:lnTo>
                  <a:cubicBezTo>
                    <a:pt x="0" y="231042"/>
                    <a:pt x="231042" y="0"/>
                    <a:pt x="516046" y="0"/>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4" name="Freeform: Shape 33">
              <a:extLst>
                <a:ext uri="{FF2B5EF4-FFF2-40B4-BE49-F238E27FC236}">
                  <a16:creationId xmlns:a16="http://schemas.microsoft.com/office/drawing/2014/main" id="{C35635B4-025C-8B1C-9885-524F4AECB52B}"/>
                </a:ext>
              </a:extLst>
            </p:cNvPr>
            <p:cNvSpPr/>
            <p:nvPr/>
          </p:nvSpPr>
          <p:spPr>
            <a:xfrm>
              <a:off x="6377300" y="226003"/>
              <a:ext cx="3255431" cy="6809880"/>
            </a:xfrm>
            <a:custGeom>
              <a:avLst/>
              <a:gdLst>
                <a:gd name="connsiteX0" fmla="*/ 2800475 w 3255431"/>
                <a:gd name="connsiteY0" fmla="*/ 0 h 6809880"/>
                <a:gd name="connsiteX1" fmla="*/ 3255431 w 3255431"/>
                <a:gd name="connsiteY1" fmla="*/ 454957 h 6809880"/>
                <a:gd name="connsiteX2" fmla="*/ 3255431 w 3255431"/>
                <a:gd name="connsiteY2" fmla="*/ 6354924 h 6809880"/>
                <a:gd name="connsiteX3" fmla="*/ 2800475 w 3255431"/>
                <a:gd name="connsiteY3" fmla="*/ 6809881 h 6809880"/>
                <a:gd name="connsiteX4" fmla="*/ 454956 w 3255431"/>
                <a:gd name="connsiteY4" fmla="*/ 6809881 h 6809880"/>
                <a:gd name="connsiteX5" fmla="*/ 0 w 3255431"/>
                <a:gd name="connsiteY5" fmla="*/ 6354924 h 6809880"/>
                <a:gd name="connsiteX6" fmla="*/ 0 w 3255431"/>
                <a:gd name="connsiteY6" fmla="*/ 454957 h 6809880"/>
                <a:gd name="connsiteX7" fmla="*/ 454956 w 3255431"/>
                <a:gd name="connsiteY7" fmla="*/ 0 h 680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5431" h="6809880">
                  <a:moveTo>
                    <a:pt x="2800475" y="0"/>
                  </a:moveTo>
                  <a:cubicBezTo>
                    <a:pt x="3051740" y="0"/>
                    <a:pt x="3255431" y="203691"/>
                    <a:pt x="3255431" y="454957"/>
                  </a:cubicBezTo>
                  <a:lnTo>
                    <a:pt x="3255431" y="6354924"/>
                  </a:lnTo>
                  <a:cubicBezTo>
                    <a:pt x="3255431" y="6606190"/>
                    <a:pt x="3051740" y="6809881"/>
                    <a:pt x="2800475" y="6809881"/>
                  </a:cubicBezTo>
                  <a:lnTo>
                    <a:pt x="454956" y="6809881"/>
                  </a:lnTo>
                  <a:cubicBezTo>
                    <a:pt x="203691" y="6809881"/>
                    <a:pt x="0" y="6606190"/>
                    <a:pt x="0" y="6354924"/>
                  </a:cubicBezTo>
                  <a:lnTo>
                    <a:pt x="0" y="454957"/>
                  </a:lnTo>
                  <a:cubicBezTo>
                    <a:pt x="0" y="203691"/>
                    <a:pt x="203691" y="0"/>
                    <a:pt x="454956" y="0"/>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5" name="Freeform: Shape 34">
              <a:extLst>
                <a:ext uri="{FF2B5EF4-FFF2-40B4-BE49-F238E27FC236}">
                  <a16:creationId xmlns:a16="http://schemas.microsoft.com/office/drawing/2014/main" id="{87854411-EF75-EE2E-EC13-F4676CEE9C29}"/>
                </a:ext>
              </a:extLst>
            </p:cNvPr>
            <p:cNvSpPr/>
            <p:nvPr/>
          </p:nvSpPr>
          <p:spPr>
            <a:xfrm>
              <a:off x="7737347" y="6370328"/>
              <a:ext cx="536945" cy="536945"/>
            </a:xfrm>
            <a:custGeom>
              <a:avLst/>
              <a:gdLst>
                <a:gd name="connsiteX0" fmla="*/ 268473 w 536945"/>
                <a:gd name="connsiteY0" fmla="*/ 0 h 536945"/>
                <a:gd name="connsiteX1" fmla="*/ 458172 w 536945"/>
                <a:gd name="connsiteY1" fmla="*/ 78774 h 536945"/>
                <a:gd name="connsiteX2" fmla="*/ 536945 w 536945"/>
                <a:gd name="connsiteY2" fmla="*/ 268473 h 536945"/>
                <a:gd name="connsiteX3" fmla="*/ 458172 w 536945"/>
                <a:gd name="connsiteY3" fmla="*/ 458172 h 536945"/>
                <a:gd name="connsiteX4" fmla="*/ 268473 w 536945"/>
                <a:gd name="connsiteY4" fmla="*/ 536945 h 536945"/>
                <a:gd name="connsiteX5" fmla="*/ 78773 w 536945"/>
                <a:gd name="connsiteY5" fmla="*/ 458172 h 536945"/>
                <a:gd name="connsiteX6" fmla="*/ 0 w 536945"/>
                <a:gd name="connsiteY6" fmla="*/ 268473 h 536945"/>
                <a:gd name="connsiteX7" fmla="*/ 78773 w 536945"/>
                <a:gd name="connsiteY7" fmla="*/ 78774 h 536945"/>
                <a:gd name="connsiteX8" fmla="*/ 268473 w 536945"/>
                <a:gd name="connsiteY8" fmla="*/ 0 h 536945"/>
                <a:gd name="connsiteX9" fmla="*/ 268473 w 536945"/>
                <a:gd name="connsiteY9" fmla="*/ 0 h 536945"/>
                <a:gd name="connsiteX10" fmla="*/ 417981 w 536945"/>
                <a:gd name="connsiteY10" fmla="*/ 117356 h 536945"/>
                <a:gd name="connsiteX11" fmla="*/ 266865 w 536945"/>
                <a:gd name="connsiteY11" fmla="*/ 54659 h 536945"/>
                <a:gd name="connsiteX12" fmla="*/ 115749 w 536945"/>
                <a:gd name="connsiteY12" fmla="*/ 117356 h 536945"/>
                <a:gd name="connsiteX13" fmla="*/ 53051 w 536945"/>
                <a:gd name="connsiteY13" fmla="*/ 268473 h 536945"/>
                <a:gd name="connsiteX14" fmla="*/ 115749 w 536945"/>
                <a:gd name="connsiteY14" fmla="*/ 419589 h 536945"/>
                <a:gd name="connsiteX15" fmla="*/ 266865 w 536945"/>
                <a:gd name="connsiteY15" fmla="*/ 482286 h 536945"/>
                <a:gd name="connsiteX16" fmla="*/ 417981 w 536945"/>
                <a:gd name="connsiteY16" fmla="*/ 419589 h 536945"/>
                <a:gd name="connsiteX17" fmla="*/ 480678 w 536945"/>
                <a:gd name="connsiteY17" fmla="*/ 268473 h 536945"/>
                <a:gd name="connsiteX18" fmla="*/ 417981 w 536945"/>
                <a:gd name="connsiteY18" fmla="*/ 117356 h 53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6945" h="536945">
                  <a:moveTo>
                    <a:pt x="268473" y="0"/>
                  </a:moveTo>
                  <a:cubicBezTo>
                    <a:pt x="342423" y="0"/>
                    <a:pt x="409943" y="30545"/>
                    <a:pt x="458172" y="78774"/>
                  </a:cubicBezTo>
                  <a:cubicBezTo>
                    <a:pt x="506400" y="127002"/>
                    <a:pt x="536945" y="194522"/>
                    <a:pt x="536945" y="268473"/>
                  </a:cubicBezTo>
                  <a:cubicBezTo>
                    <a:pt x="536945" y="342423"/>
                    <a:pt x="506400" y="409943"/>
                    <a:pt x="458172" y="458172"/>
                  </a:cubicBezTo>
                  <a:cubicBezTo>
                    <a:pt x="409943" y="506401"/>
                    <a:pt x="342423" y="536945"/>
                    <a:pt x="268473" y="536945"/>
                  </a:cubicBezTo>
                  <a:cubicBezTo>
                    <a:pt x="194522" y="536945"/>
                    <a:pt x="127002" y="506401"/>
                    <a:pt x="78773" y="458172"/>
                  </a:cubicBezTo>
                  <a:cubicBezTo>
                    <a:pt x="30545" y="409943"/>
                    <a:pt x="0" y="342423"/>
                    <a:pt x="0" y="268473"/>
                  </a:cubicBezTo>
                  <a:cubicBezTo>
                    <a:pt x="0" y="194522"/>
                    <a:pt x="30545" y="127002"/>
                    <a:pt x="78773" y="78774"/>
                  </a:cubicBezTo>
                  <a:cubicBezTo>
                    <a:pt x="127002" y="30545"/>
                    <a:pt x="194522" y="0"/>
                    <a:pt x="268473" y="0"/>
                  </a:cubicBezTo>
                  <a:lnTo>
                    <a:pt x="268473" y="0"/>
                  </a:lnTo>
                  <a:close/>
                  <a:moveTo>
                    <a:pt x="417981" y="117356"/>
                  </a:moveTo>
                  <a:cubicBezTo>
                    <a:pt x="379398" y="78774"/>
                    <a:pt x="326347" y="54659"/>
                    <a:pt x="266865" y="54659"/>
                  </a:cubicBezTo>
                  <a:cubicBezTo>
                    <a:pt x="207383" y="54659"/>
                    <a:pt x="154332" y="78774"/>
                    <a:pt x="115749" y="117356"/>
                  </a:cubicBezTo>
                  <a:cubicBezTo>
                    <a:pt x="77166" y="155939"/>
                    <a:pt x="53051" y="208991"/>
                    <a:pt x="53051" y="268473"/>
                  </a:cubicBezTo>
                  <a:cubicBezTo>
                    <a:pt x="53051" y="327955"/>
                    <a:pt x="77166" y="381006"/>
                    <a:pt x="115749" y="419589"/>
                  </a:cubicBezTo>
                  <a:cubicBezTo>
                    <a:pt x="154332" y="458172"/>
                    <a:pt x="207383" y="482286"/>
                    <a:pt x="266865" y="482286"/>
                  </a:cubicBezTo>
                  <a:cubicBezTo>
                    <a:pt x="326347" y="482286"/>
                    <a:pt x="379398" y="458172"/>
                    <a:pt x="417981" y="419589"/>
                  </a:cubicBezTo>
                  <a:cubicBezTo>
                    <a:pt x="456564" y="381006"/>
                    <a:pt x="480678" y="327955"/>
                    <a:pt x="480678" y="268473"/>
                  </a:cubicBezTo>
                  <a:cubicBezTo>
                    <a:pt x="480678" y="208991"/>
                    <a:pt x="456564" y="155939"/>
                    <a:pt x="417981" y="117356"/>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755B64B9-9C99-0961-6BEF-F12D9256A85D}"/>
                </a:ext>
              </a:extLst>
            </p:cNvPr>
            <p:cNvSpPr/>
            <p:nvPr/>
          </p:nvSpPr>
          <p:spPr>
            <a:xfrm>
              <a:off x="6459288" y="989622"/>
              <a:ext cx="3093061" cy="5263349"/>
            </a:xfrm>
            <a:custGeom>
              <a:avLst/>
              <a:gdLst>
                <a:gd name="connsiteX0" fmla="*/ 0 w 3093061"/>
                <a:gd name="connsiteY0" fmla="*/ 0 h 5263349"/>
                <a:gd name="connsiteX1" fmla="*/ 3093062 w 3093061"/>
                <a:gd name="connsiteY1" fmla="*/ 0 h 5263349"/>
                <a:gd name="connsiteX2" fmla="*/ 3093062 w 3093061"/>
                <a:gd name="connsiteY2" fmla="*/ 5263350 h 5263349"/>
                <a:gd name="connsiteX3" fmla="*/ 0 w 3093061"/>
                <a:gd name="connsiteY3" fmla="*/ 5263350 h 5263349"/>
              </a:gdLst>
              <a:ahLst/>
              <a:cxnLst>
                <a:cxn ang="0">
                  <a:pos x="connsiteX0" y="connsiteY0"/>
                </a:cxn>
                <a:cxn ang="0">
                  <a:pos x="connsiteX1" y="connsiteY1"/>
                </a:cxn>
                <a:cxn ang="0">
                  <a:pos x="connsiteX2" y="connsiteY2"/>
                </a:cxn>
                <a:cxn ang="0">
                  <a:pos x="connsiteX3" y="connsiteY3"/>
                </a:cxn>
              </a:cxnLst>
              <a:rect l="l" t="t" r="r" b="b"/>
              <a:pathLst>
                <a:path w="3093061" h="5263349">
                  <a:moveTo>
                    <a:pt x="0" y="0"/>
                  </a:moveTo>
                  <a:lnTo>
                    <a:pt x="3093062" y="0"/>
                  </a:lnTo>
                  <a:lnTo>
                    <a:pt x="3093062" y="5263350"/>
                  </a:lnTo>
                  <a:lnTo>
                    <a:pt x="0" y="5263350"/>
                  </a:lnTo>
                  <a:close/>
                </a:path>
              </a:pathLst>
            </a:custGeom>
            <a:solidFill>
              <a:srgbClr val="A9D9D9"/>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644351B4-C94D-2FC5-E040-8AD8B79DF716}"/>
                </a:ext>
              </a:extLst>
            </p:cNvPr>
            <p:cNvSpPr/>
            <p:nvPr/>
          </p:nvSpPr>
          <p:spPr>
            <a:xfrm>
              <a:off x="7740562" y="558780"/>
              <a:ext cx="528907" cy="51443"/>
            </a:xfrm>
            <a:custGeom>
              <a:avLst/>
              <a:gdLst>
                <a:gd name="connsiteX0" fmla="*/ 503185 w 528907"/>
                <a:gd name="connsiteY0" fmla="*/ 0 h 51443"/>
                <a:gd name="connsiteX1" fmla="*/ 25722 w 528907"/>
                <a:gd name="connsiteY1" fmla="*/ 0 h 51443"/>
                <a:gd name="connsiteX2" fmla="*/ 0 w 528907"/>
                <a:gd name="connsiteY2" fmla="*/ 25722 h 51443"/>
                <a:gd name="connsiteX3" fmla="*/ 0 w 528907"/>
                <a:gd name="connsiteY3" fmla="*/ 25722 h 51443"/>
                <a:gd name="connsiteX4" fmla="*/ 25722 w 528907"/>
                <a:gd name="connsiteY4" fmla="*/ 51444 h 51443"/>
                <a:gd name="connsiteX5" fmla="*/ 503185 w 528907"/>
                <a:gd name="connsiteY5" fmla="*/ 51444 h 51443"/>
                <a:gd name="connsiteX6" fmla="*/ 528907 w 528907"/>
                <a:gd name="connsiteY6" fmla="*/ 25722 h 51443"/>
                <a:gd name="connsiteX7" fmla="*/ 528907 w 528907"/>
                <a:gd name="connsiteY7" fmla="*/ 25722 h 51443"/>
                <a:gd name="connsiteX8" fmla="*/ 503185 w 528907"/>
                <a:gd name="connsiteY8" fmla="*/ 0 h 51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907" h="51443">
                  <a:moveTo>
                    <a:pt x="503185" y="0"/>
                  </a:moveTo>
                  <a:lnTo>
                    <a:pt x="25722" y="0"/>
                  </a:lnTo>
                  <a:cubicBezTo>
                    <a:pt x="11253" y="0"/>
                    <a:pt x="0" y="11253"/>
                    <a:pt x="0" y="25722"/>
                  </a:cubicBezTo>
                  <a:lnTo>
                    <a:pt x="0" y="25722"/>
                  </a:lnTo>
                  <a:cubicBezTo>
                    <a:pt x="0" y="40191"/>
                    <a:pt x="11253" y="51444"/>
                    <a:pt x="25722" y="51444"/>
                  </a:cubicBezTo>
                  <a:lnTo>
                    <a:pt x="503185" y="51444"/>
                  </a:lnTo>
                  <a:cubicBezTo>
                    <a:pt x="517654" y="51444"/>
                    <a:pt x="528907" y="40191"/>
                    <a:pt x="528907" y="25722"/>
                  </a:cubicBezTo>
                  <a:lnTo>
                    <a:pt x="528907" y="25722"/>
                  </a:lnTo>
                  <a:cubicBezTo>
                    <a:pt x="528907" y="11253"/>
                    <a:pt x="517654" y="0"/>
                    <a:pt x="503185" y="0"/>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8" name="Freeform: Shape 37">
              <a:extLst>
                <a:ext uri="{FF2B5EF4-FFF2-40B4-BE49-F238E27FC236}">
                  <a16:creationId xmlns:a16="http://schemas.microsoft.com/office/drawing/2014/main" id="{998B3B40-6C7E-3870-7C0E-A700C3347C60}"/>
                </a:ext>
              </a:extLst>
            </p:cNvPr>
            <p:cNvSpPr/>
            <p:nvPr/>
          </p:nvSpPr>
          <p:spPr>
            <a:xfrm>
              <a:off x="7972059" y="328890"/>
              <a:ext cx="67520" cy="67520"/>
            </a:xfrm>
            <a:custGeom>
              <a:avLst/>
              <a:gdLst>
                <a:gd name="connsiteX0" fmla="*/ 33760 w 67520"/>
                <a:gd name="connsiteY0" fmla="*/ 67520 h 67520"/>
                <a:gd name="connsiteX1" fmla="*/ 67520 w 67520"/>
                <a:gd name="connsiteY1" fmla="*/ 33760 h 67520"/>
                <a:gd name="connsiteX2" fmla="*/ 33760 w 67520"/>
                <a:gd name="connsiteY2" fmla="*/ 0 h 67520"/>
                <a:gd name="connsiteX3" fmla="*/ 0 w 67520"/>
                <a:gd name="connsiteY3" fmla="*/ 33760 h 67520"/>
                <a:gd name="connsiteX4" fmla="*/ 33760 w 67520"/>
                <a:gd name="connsiteY4" fmla="*/ 67520 h 67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0" h="67520">
                  <a:moveTo>
                    <a:pt x="33760" y="67520"/>
                  </a:moveTo>
                  <a:cubicBezTo>
                    <a:pt x="53051" y="67520"/>
                    <a:pt x="67520" y="53051"/>
                    <a:pt x="67520" y="33760"/>
                  </a:cubicBezTo>
                  <a:cubicBezTo>
                    <a:pt x="67520" y="14469"/>
                    <a:pt x="53051" y="0"/>
                    <a:pt x="33760" y="0"/>
                  </a:cubicBezTo>
                  <a:cubicBezTo>
                    <a:pt x="14469" y="0"/>
                    <a:pt x="0" y="14469"/>
                    <a:pt x="0" y="33760"/>
                  </a:cubicBezTo>
                  <a:cubicBezTo>
                    <a:pt x="0" y="53051"/>
                    <a:pt x="14469" y="67520"/>
                    <a:pt x="33760" y="67520"/>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39" name="Freeform: Shape 38">
              <a:extLst>
                <a:ext uri="{FF2B5EF4-FFF2-40B4-BE49-F238E27FC236}">
                  <a16:creationId xmlns:a16="http://schemas.microsoft.com/office/drawing/2014/main" id="{DFBC7A45-4B89-7C57-02F8-98D147E0A932}"/>
                </a:ext>
              </a:extLst>
            </p:cNvPr>
            <p:cNvSpPr/>
            <p:nvPr/>
          </p:nvSpPr>
          <p:spPr>
            <a:xfrm>
              <a:off x="7452798" y="533058"/>
              <a:ext cx="99672" cy="99672"/>
            </a:xfrm>
            <a:custGeom>
              <a:avLst/>
              <a:gdLst>
                <a:gd name="connsiteX0" fmla="*/ 49836 w 99672"/>
                <a:gd name="connsiteY0" fmla="*/ 99672 h 99672"/>
                <a:gd name="connsiteX1" fmla="*/ 99672 w 99672"/>
                <a:gd name="connsiteY1" fmla="*/ 49836 h 99672"/>
                <a:gd name="connsiteX2" fmla="*/ 49836 w 99672"/>
                <a:gd name="connsiteY2" fmla="*/ 0 h 99672"/>
                <a:gd name="connsiteX3" fmla="*/ 0 w 99672"/>
                <a:gd name="connsiteY3" fmla="*/ 49836 h 99672"/>
                <a:gd name="connsiteX4" fmla="*/ 49836 w 99672"/>
                <a:gd name="connsiteY4" fmla="*/ 99672 h 99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672" h="99672">
                  <a:moveTo>
                    <a:pt x="49836" y="99672"/>
                  </a:moveTo>
                  <a:cubicBezTo>
                    <a:pt x="77166" y="99672"/>
                    <a:pt x="99672" y="77166"/>
                    <a:pt x="99672" y="49836"/>
                  </a:cubicBezTo>
                  <a:cubicBezTo>
                    <a:pt x="99672" y="22507"/>
                    <a:pt x="77166" y="0"/>
                    <a:pt x="49836" y="0"/>
                  </a:cubicBezTo>
                  <a:cubicBezTo>
                    <a:pt x="22507" y="0"/>
                    <a:pt x="0" y="22507"/>
                    <a:pt x="0" y="49836"/>
                  </a:cubicBezTo>
                  <a:cubicBezTo>
                    <a:pt x="0" y="77166"/>
                    <a:pt x="22507" y="99672"/>
                    <a:pt x="49836" y="99672"/>
                  </a:cubicBezTo>
                  <a:close/>
                </a:path>
              </a:pathLst>
            </a:custGeom>
            <a:solidFill>
              <a:schemeClr val="bg1"/>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40" name="Freeform: Shape 39">
              <a:extLst>
                <a:ext uri="{FF2B5EF4-FFF2-40B4-BE49-F238E27FC236}">
                  <a16:creationId xmlns:a16="http://schemas.microsoft.com/office/drawing/2014/main" id="{D6704020-B492-396C-982E-362FEE0DD05A}"/>
                </a:ext>
              </a:extLst>
            </p:cNvPr>
            <p:cNvSpPr/>
            <p:nvPr/>
          </p:nvSpPr>
          <p:spPr>
            <a:xfrm>
              <a:off x="6276020" y="1586049"/>
              <a:ext cx="77165" cy="461387"/>
            </a:xfrm>
            <a:custGeom>
              <a:avLst/>
              <a:gdLst>
                <a:gd name="connsiteX0" fmla="*/ 49836 w 77165"/>
                <a:gd name="connsiteY0" fmla="*/ 0 h 461387"/>
                <a:gd name="connsiteX1" fmla="*/ 77166 w 77165"/>
                <a:gd name="connsiteY1" fmla="*/ 27330 h 461387"/>
                <a:gd name="connsiteX2" fmla="*/ 77166 w 77165"/>
                <a:gd name="connsiteY2" fmla="*/ 434058 h 461387"/>
                <a:gd name="connsiteX3" fmla="*/ 49836 w 77165"/>
                <a:gd name="connsiteY3" fmla="*/ 461387 h 461387"/>
                <a:gd name="connsiteX4" fmla="*/ 27330 w 77165"/>
                <a:gd name="connsiteY4" fmla="*/ 461387 h 461387"/>
                <a:gd name="connsiteX5" fmla="*/ 0 w 77165"/>
                <a:gd name="connsiteY5" fmla="*/ 434058 h 461387"/>
                <a:gd name="connsiteX6" fmla="*/ 0 w 77165"/>
                <a:gd name="connsiteY6" fmla="*/ 27330 h 461387"/>
                <a:gd name="connsiteX7" fmla="*/ 27330 w 77165"/>
                <a:gd name="connsiteY7" fmla="*/ 0 h 46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165" h="461387">
                  <a:moveTo>
                    <a:pt x="49836" y="0"/>
                  </a:moveTo>
                  <a:cubicBezTo>
                    <a:pt x="64930" y="0"/>
                    <a:pt x="77166" y="12236"/>
                    <a:pt x="77166" y="27330"/>
                  </a:cubicBezTo>
                  <a:lnTo>
                    <a:pt x="77166" y="434058"/>
                  </a:lnTo>
                  <a:cubicBezTo>
                    <a:pt x="77166" y="449151"/>
                    <a:pt x="64930" y="461387"/>
                    <a:pt x="49836" y="461387"/>
                  </a:cubicBezTo>
                  <a:lnTo>
                    <a:pt x="27330" y="461387"/>
                  </a:lnTo>
                  <a:cubicBezTo>
                    <a:pt x="12236" y="461387"/>
                    <a:pt x="0" y="449151"/>
                    <a:pt x="0" y="434058"/>
                  </a:cubicBezTo>
                  <a:lnTo>
                    <a:pt x="0" y="27330"/>
                  </a:lnTo>
                  <a:cubicBezTo>
                    <a:pt x="0" y="12236"/>
                    <a:pt x="12236" y="0"/>
                    <a:pt x="27330" y="0"/>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41" name="Freeform: Shape 40">
              <a:extLst>
                <a:ext uri="{FF2B5EF4-FFF2-40B4-BE49-F238E27FC236}">
                  <a16:creationId xmlns:a16="http://schemas.microsoft.com/office/drawing/2014/main" id="{5723437D-7340-EBCC-7A28-48B4248C597A}"/>
                </a:ext>
              </a:extLst>
            </p:cNvPr>
            <p:cNvSpPr/>
            <p:nvPr/>
          </p:nvSpPr>
          <p:spPr>
            <a:xfrm>
              <a:off x="6276020" y="2209806"/>
              <a:ext cx="77165" cy="461387"/>
            </a:xfrm>
            <a:custGeom>
              <a:avLst/>
              <a:gdLst>
                <a:gd name="connsiteX0" fmla="*/ 49836 w 77165"/>
                <a:gd name="connsiteY0" fmla="*/ 0 h 461387"/>
                <a:gd name="connsiteX1" fmla="*/ 77166 w 77165"/>
                <a:gd name="connsiteY1" fmla="*/ 27330 h 461387"/>
                <a:gd name="connsiteX2" fmla="*/ 77166 w 77165"/>
                <a:gd name="connsiteY2" fmla="*/ 434058 h 461387"/>
                <a:gd name="connsiteX3" fmla="*/ 49836 w 77165"/>
                <a:gd name="connsiteY3" fmla="*/ 461387 h 461387"/>
                <a:gd name="connsiteX4" fmla="*/ 27330 w 77165"/>
                <a:gd name="connsiteY4" fmla="*/ 461387 h 461387"/>
                <a:gd name="connsiteX5" fmla="*/ 0 w 77165"/>
                <a:gd name="connsiteY5" fmla="*/ 434058 h 461387"/>
                <a:gd name="connsiteX6" fmla="*/ 0 w 77165"/>
                <a:gd name="connsiteY6" fmla="*/ 27330 h 461387"/>
                <a:gd name="connsiteX7" fmla="*/ 27330 w 77165"/>
                <a:gd name="connsiteY7" fmla="*/ 0 h 46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165" h="461387">
                  <a:moveTo>
                    <a:pt x="49836" y="0"/>
                  </a:moveTo>
                  <a:cubicBezTo>
                    <a:pt x="64930" y="0"/>
                    <a:pt x="77166" y="12236"/>
                    <a:pt x="77166" y="27330"/>
                  </a:cubicBezTo>
                  <a:lnTo>
                    <a:pt x="77166" y="434058"/>
                  </a:lnTo>
                  <a:cubicBezTo>
                    <a:pt x="77166" y="449151"/>
                    <a:pt x="64930" y="461387"/>
                    <a:pt x="49836" y="461387"/>
                  </a:cubicBezTo>
                  <a:lnTo>
                    <a:pt x="27330" y="461387"/>
                  </a:lnTo>
                  <a:cubicBezTo>
                    <a:pt x="12236" y="461387"/>
                    <a:pt x="0" y="449151"/>
                    <a:pt x="0" y="434058"/>
                  </a:cubicBezTo>
                  <a:lnTo>
                    <a:pt x="0" y="27330"/>
                  </a:lnTo>
                  <a:cubicBezTo>
                    <a:pt x="0" y="12236"/>
                    <a:pt x="12236" y="0"/>
                    <a:pt x="27330" y="0"/>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sp>
          <p:nvSpPr>
            <p:cNvPr id="42" name="Freeform: Shape 41">
              <a:extLst>
                <a:ext uri="{FF2B5EF4-FFF2-40B4-BE49-F238E27FC236}">
                  <a16:creationId xmlns:a16="http://schemas.microsoft.com/office/drawing/2014/main" id="{3B4BE800-1E44-5911-62B9-D0E21C805EE3}"/>
                </a:ext>
              </a:extLst>
            </p:cNvPr>
            <p:cNvSpPr/>
            <p:nvPr/>
          </p:nvSpPr>
          <p:spPr>
            <a:xfrm>
              <a:off x="6276020" y="975154"/>
              <a:ext cx="78773" cy="241143"/>
            </a:xfrm>
            <a:custGeom>
              <a:avLst/>
              <a:gdLst>
                <a:gd name="connsiteX0" fmla="*/ 27330 w 78773"/>
                <a:gd name="connsiteY0" fmla="*/ 0 h 241143"/>
                <a:gd name="connsiteX1" fmla="*/ 51444 w 78773"/>
                <a:gd name="connsiteY1" fmla="*/ 0 h 241143"/>
                <a:gd name="connsiteX2" fmla="*/ 78773 w 78773"/>
                <a:gd name="connsiteY2" fmla="*/ 27330 h 241143"/>
                <a:gd name="connsiteX3" fmla="*/ 78773 w 78773"/>
                <a:gd name="connsiteY3" fmla="*/ 213814 h 241143"/>
                <a:gd name="connsiteX4" fmla="*/ 51444 w 78773"/>
                <a:gd name="connsiteY4" fmla="*/ 241143 h 241143"/>
                <a:gd name="connsiteX5" fmla="*/ 27330 w 78773"/>
                <a:gd name="connsiteY5" fmla="*/ 241143 h 241143"/>
                <a:gd name="connsiteX6" fmla="*/ 0 w 78773"/>
                <a:gd name="connsiteY6" fmla="*/ 213814 h 241143"/>
                <a:gd name="connsiteX7" fmla="*/ 0 w 78773"/>
                <a:gd name="connsiteY7" fmla="*/ 27330 h 241143"/>
                <a:gd name="connsiteX8" fmla="*/ 27330 w 78773"/>
                <a:gd name="connsiteY8" fmla="*/ 0 h 24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773" h="241143">
                  <a:moveTo>
                    <a:pt x="27330" y="0"/>
                  </a:moveTo>
                  <a:lnTo>
                    <a:pt x="51444" y="0"/>
                  </a:lnTo>
                  <a:cubicBezTo>
                    <a:pt x="65912" y="0"/>
                    <a:pt x="78773" y="12861"/>
                    <a:pt x="78773" y="27330"/>
                  </a:cubicBezTo>
                  <a:lnTo>
                    <a:pt x="78773" y="213814"/>
                  </a:lnTo>
                  <a:cubicBezTo>
                    <a:pt x="78773" y="228282"/>
                    <a:pt x="65912" y="241143"/>
                    <a:pt x="51444" y="241143"/>
                  </a:cubicBezTo>
                  <a:lnTo>
                    <a:pt x="27330" y="241143"/>
                  </a:lnTo>
                  <a:cubicBezTo>
                    <a:pt x="12861" y="241143"/>
                    <a:pt x="0" y="228282"/>
                    <a:pt x="0" y="213814"/>
                  </a:cubicBezTo>
                  <a:lnTo>
                    <a:pt x="0" y="27330"/>
                  </a:lnTo>
                  <a:cubicBezTo>
                    <a:pt x="0" y="12861"/>
                    <a:pt x="12861" y="0"/>
                    <a:pt x="27330" y="0"/>
                  </a:cubicBezTo>
                  <a:close/>
                </a:path>
              </a:pathLst>
            </a:custGeom>
            <a:solidFill>
              <a:schemeClr val="tx1">
                <a:lumMod val="50000"/>
                <a:lumOff val="50000"/>
              </a:schemeClr>
            </a:solidFill>
            <a:ln w="0" cap="flat">
              <a:noFill/>
              <a:prstDash val="solid"/>
              <a:miter/>
            </a:ln>
          </p:spPr>
          <p:txBody>
            <a:bodyPr rtlCol="0" anchor="ctr"/>
            <a:lstStyle/>
            <a:p>
              <a:endParaRPr lang="en-GB">
                <a:latin typeface="Arial" panose="020B0604020202020204" pitchFamily="34" charset="0"/>
                <a:cs typeface="Arial" panose="020B0604020202020204" pitchFamily="34" charset="0"/>
              </a:endParaRPr>
            </a:p>
          </p:txBody>
        </p:sp>
      </p:grpSp>
      <p:sp>
        <p:nvSpPr>
          <p:cNvPr id="70" name="Tijdelijke aanduiding voor afbeelding 12">
            <a:extLst>
              <a:ext uri="{FF2B5EF4-FFF2-40B4-BE49-F238E27FC236}">
                <a16:creationId xmlns:a16="http://schemas.microsoft.com/office/drawing/2014/main" id="{74672FE6-421D-4BD6-9E7A-A8657605619B}"/>
              </a:ext>
            </a:extLst>
          </p:cNvPr>
          <p:cNvSpPr>
            <a:spLocks noGrp="1"/>
          </p:cNvSpPr>
          <p:nvPr>
            <p:ph type="pic" sz="quarter" idx="14" hasCustomPrompt="1"/>
          </p:nvPr>
        </p:nvSpPr>
        <p:spPr>
          <a:xfrm>
            <a:off x="2828460" y="1893695"/>
            <a:ext cx="6544140" cy="3826383"/>
          </a:xfrm>
          <a:prstGeom prst="roundRect">
            <a:avLst>
              <a:gd name="adj" fmla="val 0"/>
            </a:avLst>
          </a:prstGeom>
          <a:pattFill prst="lgCheck">
            <a:fgClr>
              <a:srgbClr val="D1D2D0"/>
            </a:fgClr>
            <a:bgClr>
              <a:srgbClr val="E8E8E8"/>
            </a:bgClr>
          </a:pattFill>
          <a:ln>
            <a:noFill/>
          </a:ln>
        </p:spPr>
        <p:txBody>
          <a:bodyPr tIns="2232000"/>
          <a:lstStyle>
            <a:lvl1pPr marL="0" indent="0" algn="ctr">
              <a:buNone/>
              <a:defRPr sz="1050" b="1" baseline="0">
                <a:latin typeface="Arial" panose="020B0604020202020204" pitchFamily="34" charset="0"/>
                <a:cs typeface="Arial" panose="020B0604020202020204" pitchFamily="34" charset="0"/>
              </a:defRPr>
            </a:lvl1pPr>
          </a:lstStyle>
          <a:p>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Click on the pictogram </a:t>
            </a:r>
            <a:b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en-GB" sz="1100" b="0" i="0" u="none" strike="noStrike" kern="0" cap="none" spc="0" normalizeH="0" baseline="0" noProof="0">
                <a:ln>
                  <a:noFill/>
                </a:ln>
                <a:solidFill>
                  <a:srgbClr val="000000"/>
                </a:solidFill>
                <a:effectLst/>
                <a:uLnTx/>
                <a:uFillTx/>
                <a:latin typeface="+mn-lt"/>
                <a:cs typeface="Segoe UI Light" panose="020B0502040204020203" pitchFamily="34" charset="0"/>
              </a:rPr>
              <a:t>to insert a new image.</a:t>
            </a:r>
            <a:endParaRPr lang="en-GB" noProof="0"/>
          </a:p>
        </p:txBody>
      </p:sp>
      <p:grpSp>
        <p:nvGrpSpPr>
          <p:cNvPr id="6" name="Group 5">
            <a:extLst>
              <a:ext uri="{FF2B5EF4-FFF2-40B4-BE49-F238E27FC236}">
                <a16:creationId xmlns:a16="http://schemas.microsoft.com/office/drawing/2014/main" id="{D16D634E-58F7-25E8-2DD8-3070D6BA70AF}"/>
              </a:ext>
            </a:extLst>
          </p:cNvPr>
          <p:cNvGrpSpPr/>
          <p:nvPr userDrawn="1"/>
        </p:nvGrpSpPr>
        <p:grpSpPr>
          <a:xfrm>
            <a:off x="-2236817" y="-1"/>
            <a:ext cx="2155910" cy="6857999"/>
            <a:chOff x="-2236817" y="-1"/>
            <a:chExt cx="2155910" cy="6857999"/>
          </a:xfrm>
        </p:grpSpPr>
        <p:sp>
          <p:nvSpPr>
            <p:cNvPr id="7" name="Rectangle 6">
              <a:extLst>
                <a:ext uri="{FF2B5EF4-FFF2-40B4-BE49-F238E27FC236}">
                  <a16:creationId xmlns:a16="http://schemas.microsoft.com/office/drawing/2014/main" id="{35D4505C-52D2-A59A-AA57-C608FCD558CD}"/>
                </a:ext>
              </a:extLst>
            </p:cNvPr>
            <p:cNvSpPr/>
            <p:nvPr userDrawn="1"/>
          </p:nvSpPr>
          <p:spPr>
            <a:xfrm>
              <a:off x="-2236817" y="-1"/>
              <a:ext cx="2155910" cy="68579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To replace the image:</a:t>
              </a: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Click on the image and press </a:t>
              </a:r>
              <a:r>
                <a:rPr lang="en-GB" sz="1400" b="1">
                  <a:solidFill>
                    <a:schemeClr val="accent4"/>
                  </a:solidFill>
                  <a:latin typeface="Arial" panose="020B0604020202020204" pitchFamily="34" charset="0"/>
                  <a:cs typeface="Arial" panose="020B0604020202020204" pitchFamily="34" charset="0"/>
                </a:rPr>
                <a:t>Delete</a:t>
              </a:r>
              <a:r>
                <a:rPr lang="en-GB" sz="1400">
                  <a:solidFill>
                    <a:schemeClr val="tx2"/>
                  </a:solidFill>
                  <a:latin typeface="Arial" panose="020B0604020202020204" pitchFamily="34" charset="0"/>
                  <a:cs typeface="Arial" panose="020B0604020202020204" pitchFamily="34" charset="0"/>
                </a:rPr>
                <a:t>. Then click the icon within the shape and select your image when prompted and click </a:t>
              </a:r>
              <a:r>
                <a:rPr lang="en-GB" sz="1400" b="1">
                  <a:solidFill>
                    <a:schemeClr val="accent4"/>
                  </a:solidFill>
                  <a:latin typeface="Arial" panose="020B0604020202020204" pitchFamily="34" charset="0"/>
                  <a:cs typeface="Arial" panose="020B0604020202020204" pitchFamily="34" charset="0"/>
                </a:rPr>
                <a:t>Insert</a:t>
              </a:r>
              <a:r>
                <a:rPr lang="en-GB" sz="1400">
                  <a:solidFill>
                    <a:schemeClr val="tx2"/>
                  </a:solidFill>
                  <a:latin typeface="Arial" panose="020B0604020202020204" pitchFamily="34" charset="0"/>
                  <a:cs typeface="Arial" panose="020B0604020202020204" pitchFamily="34" charset="0"/>
                </a:rPr>
                <a: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a:p>
              <a:pPr algn="l"/>
              <a:r>
                <a:rPr lang="en-GB" sz="1400">
                  <a:solidFill>
                    <a:schemeClr val="tx2"/>
                  </a:solidFill>
                  <a:latin typeface="Arial" panose="020B0604020202020204" pitchFamily="34" charset="0"/>
                  <a:cs typeface="Arial" panose="020B0604020202020204" pitchFamily="34" charset="0"/>
                </a:rPr>
                <a:t>If you need to move the image within the shape right click on the image and then select </a:t>
              </a:r>
              <a:r>
                <a:rPr lang="en-GB" sz="1400" b="1">
                  <a:solidFill>
                    <a:schemeClr val="accent4"/>
                  </a:solidFill>
                  <a:latin typeface="Arial" panose="020B0604020202020204" pitchFamily="34" charset="0"/>
                  <a:cs typeface="Arial" panose="020B0604020202020204" pitchFamily="34" charset="0"/>
                </a:rPr>
                <a:t>Crop</a:t>
              </a:r>
              <a:r>
                <a:rPr lang="en-GB" sz="1400">
                  <a:solidFill>
                    <a:schemeClr val="tx2"/>
                  </a:solidFill>
                  <a:latin typeface="Arial" panose="020B0604020202020204" pitchFamily="34" charset="0"/>
                  <a:cs typeface="Arial" panose="020B0604020202020204" pitchFamily="34" charset="0"/>
                </a:rPr>
                <a:t> and you will be able to move the image within the shape.   </a:t>
              </a:r>
            </a:p>
          </p:txBody>
        </p:sp>
        <p:pic>
          <p:nvPicPr>
            <p:cNvPr id="11" name="Picture 10" descr="A screenshot of a computer&#10;&#10;Description automatically generated">
              <a:extLst>
                <a:ext uri="{FF2B5EF4-FFF2-40B4-BE49-F238E27FC236}">
                  <a16:creationId xmlns:a16="http://schemas.microsoft.com/office/drawing/2014/main" id="{0A9B84BA-8465-94E0-B789-AA4C4AF0C9F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865873" y="4238101"/>
              <a:ext cx="1414021" cy="701436"/>
            </a:xfrm>
            <a:prstGeom prst="rect">
              <a:avLst/>
            </a:prstGeom>
          </p:spPr>
        </p:pic>
        <p:pic>
          <p:nvPicPr>
            <p:cNvPr id="12" name="Picture 11">
              <a:extLst>
                <a:ext uri="{FF2B5EF4-FFF2-40B4-BE49-F238E27FC236}">
                  <a16:creationId xmlns:a16="http://schemas.microsoft.com/office/drawing/2014/main" id="{5FEE1BD8-6CA4-8499-22E5-174BDEA2D533}"/>
                </a:ext>
              </a:extLst>
            </p:cNvPr>
            <p:cNvPicPr>
              <a:picLocks noChangeAspect="1"/>
            </p:cNvPicPr>
            <p:nvPr userDrawn="1"/>
          </p:nvPicPr>
          <p:blipFill>
            <a:blip r:embed="rId4"/>
            <a:stretch>
              <a:fillRect/>
            </a:stretch>
          </p:blipFill>
          <p:spPr>
            <a:xfrm>
              <a:off x="-1482758" y="1808318"/>
              <a:ext cx="647790" cy="581106"/>
            </a:xfrm>
            <a:prstGeom prst="rect">
              <a:avLst/>
            </a:prstGeom>
          </p:spPr>
        </p:pic>
      </p:grpSp>
    </p:spTree>
    <p:extLst>
      <p:ext uri="{BB962C8B-B14F-4D97-AF65-F5344CB8AC3E}">
        <p14:creationId xmlns:p14="http://schemas.microsoft.com/office/powerpoint/2010/main" val="723743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Sub and Content">
    <p:bg>
      <p:bgPr>
        <a:solidFill>
          <a:srgbClr val="FFFFFF"/>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9983177-2635-A258-28F2-1F830E4CB584}"/>
              </a:ext>
            </a:extLst>
          </p:cNvPr>
          <p:cNvPicPr>
            <a:picLocks noChangeAspect="1"/>
          </p:cNvPicPr>
          <p:nvPr userDrawn="1"/>
        </p:nvPicPr>
        <p:blipFill>
          <a:blip>
            <a:extLst>
              <a:ext uri="{96DAC541-7B7A-43D3-8B79-37D633B846F1}">
                <asvg:svgBlip xmlns:asvg="http://schemas.microsoft.com/office/drawing/2016/SVG/main" r:embed="rId2"/>
              </a:ext>
            </a:extLst>
          </a:blip>
          <a:srcRect l="-735" r="68002"/>
          <a:stretch>
            <a:fillRect/>
          </a:stretch>
        </p:blipFill>
        <p:spPr>
          <a:xfrm rot="5400000">
            <a:off x="9224766" y="5269828"/>
            <a:ext cx="389468" cy="2786879"/>
          </a:xfrm>
          <a:prstGeom prst="rect">
            <a:avLst/>
          </a:prstGeom>
        </p:spPr>
      </p:pic>
      <p:sp>
        <p:nvSpPr>
          <p:cNvPr id="2" name="Title 1">
            <a:extLst>
              <a:ext uri="{FF2B5EF4-FFF2-40B4-BE49-F238E27FC236}">
                <a16:creationId xmlns:a16="http://schemas.microsoft.com/office/drawing/2014/main" id="{EA3E248A-F07D-5744-A231-4CB4EF8746FF}"/>
              </a:ext>
            </a:extLst>
          </p:cNvPr>
          <p:cNvSpPr txBox="1">
            <a:spLocks/>
          </p:cNvSpPr>
          <p:nvPr userDrawn="1"/>
        </p:nvSpPr>
        <p:spPr>
          <a:xfrm>
            <a:off x="473713" y="360001"/>
            <a:ext cx="9732940" cy="506414"/>
          </a:xfrm>
          <a:prstGeom prst="rect">
            <a:avLst/>
          </a:prstGeom>
        </p:spPr>
        <p:txBody>
          <a:bodyPr vert="horz" lIns="0" tIns="0" rIns="0" bIns="0" rtlCol="0" anchor="t">
            <a:normAutofit/>
          </a:bodyPr>
          <a:lstStyle>
            <a:lvl1pPr algn="l" defTabSz="914400" rtl="0" eaLnBrk="1" latinLnBrk="0" hangingPunct="1">
              <a:lnSpc>
                <a:spcPct val="80000"/>
              </a:lnSpc>
              <a:spcBef>
                <a:spcPct val="0"/>
              </a:spcBef>
              <a:buNone/>
              <a:defRPr sz="1800" b="1" i="0" kern="1200" cap="all" spc="-50" baseline="0">
                <a:solidFill>
                  <a:schemeClr val="tx1"/>
                </a:solidFill>
                <a:latin typeface="Arial" panose="020B0604020202020204" pitchFamily="34" charset="0"/>
                <a:ea typeface="+mj-ea"/>
                <a:cs typeface="+mj-cs"/>
              </a:defRPr>
            </a:lvl1pPr>
          </a:lstStyle>
          <a:p>
            <a:r>
              <a:rPr lang="en-US"/>
              <a:t>How to use the 2026 brand slides</a:t>
            </a:r>
            <a:endParaRPr lang="en-GB"/>
          </a:p>
        </p:txBody>
      </p:sp>
    </p:spTree>
    <p:extLst>
      <p:ext uri="{BB962C8B-B14F-4D97-AF65-F5344CB8AC3E}">
        <p14:creationId xmlns:p14="http://schemas.microsoft.com/office/powerpoint/2010/main" val="32444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_Text in circ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569E6-90FA-4CC2-8D14-9F7CF2E0946B}"/>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Rectangle 2">
            <a:extLst>
              <a:ext uri="{FF2B5EF4-FFF2-40B4-BE49-F238E27FC236}">
                <a16:creationId xmlns:a16="http://schemas.microsoft.com/office/drawing/2014/main" id="{6DECCCD9-7956-A564-42D4-C7B7C6A1704F}"/>
              </a:ext>
            </a:extLst>
          </p:cNvPr>
          <p:cNvSpPr/>
          <p:nvPr userDrawn="1"/>
        </p:nvSpPr>
        <p:spPr>
          <a:xfrm>
            <a:off x="-4527495" y="0"/>
            <a:ext cx="4327320" cy="1930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GB" sz="1400">
                <a:solidFill>
                  <a:schemeClr val="tx2"/>
                </a:solidFill>
                <a:latin typeface="Arial" panose="020B0604020202020204" pitchFamily="34" charset="0"/>
                <a:cs typeface="Arial" panose="020B0604020202020204" pitchFamily="34" charset="0"/>
              </a:rPr>
              <a:t>How to use</a:t>
            </a:r>
          </a:p>
          <a:p>
            <a:pPr marL="285750" indent="-285750" algn="l">
              <a:buFont typeface="Arial" panose="020B0604020202020204" pitchFamily="34" charset="0"/>
              <a:buChar char="•"/>
            </a:pPr>
            <a:endParaRPr lang="en-GB" sz="1400">
              <a:solidFill>
                <a:schemeClr val="tx2"/>
              </a:solidFill>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GB" sz="1400" b="1">
                <a:solidFill>
                  <a:schemeClr val="accent4"/>
                </a:solidFill>
                <a:latin typeface="Arial" panose="020B0604020202020204" pitchFamily="34" charset="0"/>
                <a:cs typeface="Arial" panose="020B0604020202020204" pitchFamily="34" charset="0"/>
              </a:rPr>
              <a:t>Click on the coloured line </a:t>
            </a:r>
            <a:r>
              <a:rPr lang="en-GB" sz="1400">
                <a:solidFill>
                  <a:schemeClr val="tx2"/>
                </a:solidFill>
                <a:latin typeface="Arial" panose="020B0604020202020204" pitchFamily="34" charset="0"/>
                <a:cs typeface="Arial" panose="020B0604020202020204" pitchFamily="34" charset="0"/>
              </a:rPr>
              <a:t>and </a:t>
            </a:r>
            <a:r>
              <a:rPr lang="en-GB" sz="1400" b="1">
                <a:solidFill>
                  <a:schemeClr val="accent4"/>
                </a:solidFill>
                <a:latin typeface="Arial" panose="020B0604020202020204" pitchFamily="34" charset="0"/>
                <a:cs typeface="Arial" panose="020B0604020202020204" pitchFamily="34" charset="0"/>
              </a:rPr>
              <a:t>drag the yellow </a:t>
            </a:r>
            <a:br>
              <a:rPr lang="en-GB" sz="1400" b="1">
                <a:solidFill>
                  <a:schemeClr val="accent4"/>
                </a:solidFill>
                <a:latin typeface="Arial" panose="020B0604020202020204" pitchFamily="34" charset="0"/>
                <a:cs typeface="Arial" panose="020B0604020202020204" pitchFamily="34" charset="0"/>
              </a:rPr>
            </a:br>
            <a:r>
              <a:rPr lang="en-GB" sz="1400" b="1">
                <a:solidFill>
                  <a:schemeClr val="accent4"/>
                </a:solidFill>
                <a:latin typeface="Arial" panose="020B0604020202020204" pitchFamily="34" charset="0"/>
                <a:cs typeface="Arial" panose="020B0604020202020204" pitchFamily="34" charset="0"/>
              </a:rPr>
              <a:t>dot </a:t>
            </a:r>
            <a:r>
              <a:rPr lang="en-GB" sz="1400" b="1">
                <a:solidFill>
                  <a:schemeClr val="tx2"/>
                </a:solidFill>
                <a:latin typeface="Arial" panose="020B0604020202020204" pitchFamily="34" charset="0"/>
                <a:cs typeface="Arial" panose="020B0604020202020204" pitchFamily="34" charset="0"/>
              </a:rPr>
              <a:t>to </a:t>
            </a:r>
            <a:r>
              <a:rPr lang="en-GB" sz="1400">
                <a:solidFill>
                  <a:schemeClr val="tx2"/>
                </a:solidFill>
                <a:latin typeface="Arial" panose="020B0604020202020204" pitchFamily="34" charset="0"/>
                <a:cs typeface="Arial" panose="020B0604020202020204" pitchFamily="34" charset="0"/>
              </a:rPr>
              <a:t>the desired percentage on the scale</a:t>
            </a:r>
          </a:p>
          <a:p>
            <a:pPr marL="285750" indent="-285750" algn="l">
              <a:buFont typeface="Arial" panose="020B0604020202020204" pitchFamily="34" charset="0"/>
              <a:buChar char="•"/>
            </a:pPr>
            <a:endParaRPr lang="en-GB" sz="1400">
              <a:solidFill>
                <a:schemeClr val="tx2"/>
              </a:solidFill>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GB" sz="1400">
                <a:solidFill>
                  <a:schemeClr val="tx2"/>
                </a:solidFill>
                <a:latin typeface="Arial" panose="020B0604020202020204" pitchFamily="34" charset="0"/>
                <a:cs typeface="Arial" panose="020B0604020202020204" pitchFamily="34" charset="0"/>
              </a:rPr>
              <a:t>Change colour and line weight if desired</a:t>
            </a:r>
          </a:p>
          <a:p>
            <a:pPr marL="285750" indent="-285750" algn="l">
              <a:buFont typeface="Arial" panose="020B0604020202020204" pitchFamily="34" charset="0"/>
              <a:buChar char="•"/>
            </a:pPr>
            <a:endParaRPr lang="en-GB" sz="1400">
              <a:solidFill>
                <a:schemeClr val="tx2"/>
              </a:solidFill>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GB" sz="1400">
                <a:solidFill>
                  <a:schemeClr val="tx2"/>
                </a:solidFill>
                <a:latin typeface="Arial" panose="020B0604020202020204" pitchFamily="34" charset="0"/>
                <a:cs typeface="Arial" panose="020B0604020202020204" pitchFamily="34" charset="0"/>
              </a:rPr>
              <a:t>Add the percentage value text</a:t>
            </a:r>
          </a:p>
          <a:p>
            <a:pPr algn="l"/>
            <a:endParaRPr lang="en-GB" sz="1400">
              <a:solidFill>
                <a:schemeClr val="tx2"/>
              </a:solidFill>
              <a:latin typeface="Arial" panose="020B0604020202020204" pitchFamily="34" charset="0"/>
              <a:cs typeface="Arial" panose="020B0604020202020204" pitchFamily="34" charset="0"/>
            </a:endParaRPr>
          </a:p>
          <a:p>
            <a:pPr algn="l"/>
            <a:endParaRPr lang="en-GB" sz="140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978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25634A-ED7A-8318-6150-F34AB1B7327E}"/>
              </a:ext>
            </a:extLst>
          </p:cNvPr>
          <p:cNvSpPr>
            <a:spLocks noGrp="1"/>
          </p:cNvSpPr>
          <p:nvPr>
            <p:ph type="title"/>
          </p:nvPr>
        </p:nvSpPr>
        <p:spPr>
          <a:xfrm>
            <a:off x="512297" y="360000"/>
            <a:ext cx="9697818" cy="907775"/>
          </a:xfrm>
          <a:prstGeom prst="rect">
            <a:avLst/>
          </a:prstGeom>
        </p:spPr>
        <p:txBody>
          <a:bodyPr vert="horz" lIns="0" tIns="0" rIns="0" bIns="0" rtlCol="0" anchor="t">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C09AD2-B8CC-640F-E634-067ED4298FEA}"/>
              </a:ext>
            </a:extLst>
          </p:cNvPr>
          <p:cNvSpPr>
            <a:spLocks noGrp="1"/>
          </p:cNvSpPr>
          <p:nvPr>
            <p:ph type="body" idx="1"/>
          </p:nvPr>
        </p:nvSpPr>
        <p:spPr>
          <a:xfrm>
            <a:off x="1080000" y="1631144"/>
            <a:ext cx="1059970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c 7">
            <a:extLst>
              <a:ext uri="{FF2B5EF4-FFF2-40B4-BE49-F238E27FC236}">
                <a16:creationId xmlns:a16="http://schemas.microsoft.com/office/drawing/2014/main" id="{3E7A4965-EFBC-5C5F-BAD5-29F39AE4AD1D}"/>
              </a:ext>
            </a:extLst>
          </p:cNvPr>
          <p:cNvPicPr>
            <a:picLocks noChangeAspect="1"/>
          </p:cNvPicPr>
          <p:nvPr userDrawn="1"/>
        </p:nvPicPr>
        <p:blipFill>
          <a:blip>
            <a:extLst>
              <a:ext uri="{96DAC541-7B7A-43D3-8B79-37D633B846F1}">
                <asvg:svgBlip xmlns:asvg="http://schemas.microsoft.com/office/drawing/2016/SVG/main" r:embed="rId49"/>
              </a:ext>
            </a:extLst>
          </a:blip>
          <a:stretch>
            <a:fillRect/>
          </a:stretch>
        </p:blipFill>
        <p:spPr>
          <a:xfrm>
            <a:off x="11031538" y="329857"/>
            <a:ext cx="648165" cy="254343"/>
          </a:xfrm>
          <a:prstGeom prst="rect">
            <a:avLst/>
          </a:prstGeom>
        </p:spPr>
      </p:pic>
      <p:pic>
        <p:nvPicPr>
          <p:cNvPr id="4" name="Graphic 3">
            <a:extLst>
              <a:ext uri="{FF2B5EF4-FFF2-40B4-BE49-F238E27FC236}">
                <a16:creationId xmlns:a16="http://schemas.microsoft.com/office/drawing/2014/main" id="{8F30A29D-782D-DF45-D191-5547E8B7FAE2}"/>
              </a:ext>
            </a:extLst>
          </p:cNvPr>
          <p:cNvPicPr>
            <a:picLocks noChangeAspect="1"/>
          </p:cNvPicPr>
          <p:nvPr userDrawn="1"/>
        </p:nvPicPr>
        <p:blipFill>
          <a:blip>
            <a:extLst>
              <a:ext uri="{96DAC541-7B7A-43D3-8B79-37D633B846F1}">
                <asvg:svgBlip xmlns:asvg="http://schemas.microsoft.com/office/drawing/2016/SVG/main" r:embed="rId50"/>
              </a:ext>
            </a:extLst>
          </a:blip>
          <a:stretch>
            <a:fillRect/>
          </a:stretch>
        </p:blipFill>
        <p:spPr>
          <a:xfrm>
            <a:off x="11033850" y="6468533"/>
            <a:ext cx="131376" cy="140758"/>
          </a:xfrm>
          <a:prstGeom prst="rect">
            <a:avLst/>
          </a:prstGeom>
        </p:spPr>
      </p:pic>
      <p:sp>
        <p:nvSpPr>
          <p:cNvPr id="5" name="Slide Number Placeholder 1">
            <a:extLst>
              <a:ext uri="{FF2B5EF4-FFF2-40B4-BE49-F238E27FC236}">
                <a16:creationId xmlns:a16="http://schemas.microsoft.com/office/drawing/2014/main" id="{A90340E5-46BE-82C6-94B5-ADEE4B67DC58}"/>
              </a:ext>
            </a:extLst>
          </p:cNvPr>
          <p:cNvSpPr txBox="1">
            <a:spLocks/>
          </p:cNvSpPr>
          <p:nvPr userDrawn="1"/>
        </p:nvSpPr>
        <p:spPr>
          <a:xfrm>
            <a:off x="11242152" y="6370638"/>
            <a:ext cx="437552" cy="365125"/>
          </a:xfrm>
          <a:prstGeom prst="rect">
            <a:avLst/>
          </a:prstGeom>
        </p:spPr>
        <p:txBody>
          <a:bodyPr vert="horz" lIns="0" tIns="0" rIns="0" bIns="0" rtlCol="0" anchor="ctr">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fld id="{B21680B0-85BD-AB42-BDDD-92217BDBB353}" type="slidenum">
              <a:rPr lang="en-GB" sz="1400" b="1" smtClean="0">
                <a:solidFill>
                  <a:schemeClr val="tx1"/>
                </a:solidFill>
              </a:rPr>
              <a:pPr marL="0" indent="0">
                <a:buNone/>
              </a:pPr>
              <a:t>‹#›</a:t>
            </a:fld>
            <a:endParaRPr lang="en-GB" sz="1400" b="1">
              <a:solidFill>
                <a:schemeClr val="tx1"/>
              </a:solidFill>
            </a:endParaRPr>
          </a:p>
        </p:txBody>
      </p:sp>
    </p:spTree>
    <p:extLst>
      <p:ext uri="{BB962C8B-B14F-4D97-AF65-F5344CB8AC3E}">
        <p14:creationId xmlns:p14="http://schemas.microsoft.com/office/powerpoint/2010/main" val="952405346"/>
      </p:ext>
    </p:extLst>
  </p:cSld>
  <p:clrMap bg1="lt1" tx1="dk1" bg2="lt2" tx2="dk2" accent1="accent1" accent2="accent2" accent3="accent3" accent4="accent4" accent5="accent5" accent6="accent6" hlink="hlink" folHlink="folHlink"/>
  <p:sldLayoutIdLst>
    <p:sldLayoutId id="2147483658" r:id="rId1"/>
    <p:sldLayoutId id="2147483698" r:id="rId2"/>
    <p:sldLayoutId id="2147483703" r:id="rId3"/>
    <p:sldLayoutId id="2147483702" r:id="rId4"/>
    <p:sldLayoutId id="2147483699" r:id="rId5"/>
    <p:sldLayoutId id="2147483651" r:id="rId6"/>
    <p:sldLayoutId id="2147483662" r:id="rId7"/>
    <p:sldLayoutId id="2147483665" r:id="rId8"/>
    <p:sldLayoutId id="2147483666" r:id="rId9"/>
    <p:sldLayoutId id="2147483673" r:id="rId10"/>
    <p:sldLayoutId id="2147483674" r:id="rId11"/>
    <p:sldLayoutId id="2147483671" r:id="rId12"/>
    <p:sldLayoutId id="2147483672" r:id="rId13"/>
    <p:sldLayoutId id="2147483650" r:id="rId14"/>
    <p:sldLayoutId id="2147483661" r:id="rId15"/>
    <p:sldLayoutId id="2147483652" r:id="rId16"/>
    <p:sldLayoutId id="2147483653" r:id="rId17"/>
    <p:sldLayoutId id="2147483654" r:id="rId18"/>
    <p:sldLayoutId id="2147483685" r:id="rId19"/>
    <p:sldLayoutId id="2147483655" r:id="rId20"/>
    <p:sldLayoutId id="2147483677" r:id="rId21"/>
    <p:sldLayoutId id="2147483686" r:id="rId22"/>
    <p:sldLayoutId id="2147483656" r:id="rId23"/>
    <p:sldLayoutId id="2147483708" r:id="rId24"/>
    <p:sldLayoutId id="2147483689" r:id="rId25"/>
    <p:sldLayoutId id="2147483690" r:id="rId26"/>
    <p:sldLayoutId id="2147483696" r:id="rId27"/>
    <p:sldLayoutId id="2147483697" r:id="rId28"/>
    <p:sldLayoutId id="2147483691" r:id="rId29"/>
    <p:sldLayoutId id="2147483700" r:id="rId30"/>
    <p:sldLayoutId id="2147483707" r:id="rId31"/>
    <p:sldLayoutId id="2147483704" r:id="rId32"/>
    <p:sldLayoutId id="2147483701" r:id="rId33"/>
    <p:sldLayoutId id="2147483706" r:id="rId34"/>
    <p:sldLayoutId id="2147483705" r:id="rId35"/>
    <p:sldLayoutId id="2147483688" r:id="rId36"/>
    <p:sldLayoutId id="2147483692" r:id="rId37"/>
    <p:sldLayoutId id="2147483676" r:id="rId38"/>
    <p:sldLayoutId id="2147483675" r:id="rId39"/>
    <p:sldLayoutId id="2147483678" r:id="rId40"/>
    <p:sldLayoutId id="2147483679" r:id="rId41"/>
    <p:sldLayoutId id="2147483681" r:id="rId42"/>
    <p:sldLayoutId id="2147483682" r:id="rId43"/>
    <p:sldLayoutId id="2147483683" r:id="rId44"/>
    <p:sldLayoutId id="2147483684" r:id="rId45"/>
    <p:sldLayoutId id="2147483694" r:id="rId46"/>
    <p:sldLayoutId id="2147483695"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0000"/>
        </a:lnSpc>
        <a:spcBef>
          <a:spcPct val="0"/>
        </a:spcBef>
        <a:buNone/>
        <a:defRPr sz="1800" b="1" i="0" kern="1200" cap="all" spc="-50" baseline="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3"/>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3"/>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3"/>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3"/>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3"/>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678" userDrawn="1">
          <p15:clr>
            <a:srgbClr val="F26B43"/>
          </p15:clr>
        </p15:guide>
        <p15:guide id="4" pos="7355" userDrawn="1">
          <p15:clr>
            <a:srgbClr val="F26B43"/>
          </p15:clr>
        </p15:guide>
        <p15:guide id="5" pos="6947" userDrawn="1">
          <p15:clr>
            <a:srgbClr val="F26B43"/>
          </p15:clr>
        </p15:guide>
        <p15:guide id="7" orient="horz" pos="232" userDrawn="1">
          <p15:clr>
            <a:srgbClr val="F26B43"/>
          </p15:clr>
        </p15:guide>
        <p15:guide id="8" orient="horz" pos="1026" userDrawn="1">
          <p15:clr>
            <a:srgbClr val="F26B43"/>
          </p15:clr>
        </p15:guide>
        <p15:guide id="9" orient="horz" pos="3770" userDrawn="1">
          <p15:clr>
            <a:srgbClr val="F26B43"/>
          </p15:clr>
        </p15:guide>
        <p15:guide id="10"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package" Target="../embeddings/Microsoft_Excel_Worksheet_DE5E7033.xlsx"/><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hyperlink" Target="mailto:Yoshikazu.Kaneyama@colt.net" TargetMode="Externa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01D63-86E1-385A-3D44-F53E2B2B7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1E31A-0471-0804-1865-503CFD0E9FF2}"/>
              </a:ext>
            </a:extLst>
          </p:cNvPr>
          <p:cNvSpPr>
            <a:spLocks noGrp="1"/>
          </p:cNvSpPr>
          <p:nvPr>
            <p:ph type="ctrTitle"/>
          </p:nvPr>
        </p:nvSpPr>
        <p:spPr/>
        <p:txBody>
          <a:bodyPr>
            <a:normAutofit fontScale="90000"/>
          </a:bodyPr>
          <a:lstStyle/>
          <a:p>
            <a:r>
              <a:rPr lang="en-US"/>
              <a:t>Project ORION</a:t>
            </a:r>
            <a:br>
              <a:rPr lang="en-US"/>
            </a:br>
            <a:r>
              <a:rPr lang="en-US"/>
              <a:t>SPECIAL SUPPORT, Options Orders &amp; EOL</a:t>
            </a:r>
            <a:endParaRPr lang="en-US">
              <a:solidFill>
                <a:schemeClr val="accent1"/>
              </a:solidFill>
            </a:endParaRPr>
          </a:p>
        </p:txBody>
      </p:sp>
      <p:sp>
        <p:nvSpPr>
          <p:cNvPr id="3" name="Subtitle 2">
            <a:extLst>
              <a:ext uri="{FF2B5EF4-FFF2-40B4-BE49-F238E27FC236}">
                <a16:creationId xmlns:a16="http://schemas.microsoft.com/office/drawing/2014/main" id="{4C7E8171-8D28-C663-F347-76C11F33DD37}"/>
              </a:ext>
            </a:extLst>
          </p:cNvPr>
          <p:cNvSpPr>
            <a:spLocks noGrp="1"/>
          </p:cNvSpPr>
          <p:nvPr>
            <p:ph type="subTitle" idx="1"/>
          </p:nvPr>
        </p:nvSpPr>
        <p:spPr/>
        <p:txBody>
          <a:bodyPr/>
          <a:lstStyle/>
          <a:p>
            <a:r>
              <a:rPr lang="en-US"/>
              <a:t>Author – Victor Kakarla</a:t>
            </a:r>
          </a:p>
        </p:txBody>
      </p:sp>
    </p:spTree>
    <p:extLst>
      <p:ext uri="{BB962C8B-B14F-4D97-AF65-F5344CB8AC3E}">
        <p14:creationId xmlns:p14="http://schemas.microsoft.com/office/powerpoint/2010/main" val="429277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AAA895-C779-0401-D9E1-6C5C6E987F7E}"/>
              </a:ext>
            </a:extLst>
          </p:cNvPr>
          <p:cNvSpPr>
            <a:spLocks noGrp="1"/>
          </p:cNvSpPr>
          <p:nvPr>
            <p:ph sz="quarter" idx="11"/>
          </p:nvPr>
        </p:nvSpPr>
        <p:spPr/>
        <p:txBody>
          <a:bodyPr vert="horz" lIns="0" tIns="0" rIns="0" bIns="0" numCol="3" spcCol="360000" rtlCol="0" anchor="t">
            <a:normAutofit/>
          </a:bodyPr>
          <a:lstStyle/>
          <a:p>
            <a:pPr marL="490220" indent="-490220"/>
            <a:r>
              <a:rPr lang="en-GB"/>
              <a:t>Special Support Options</a:t>
            </a:r>
            <a:endParaRPr lang="en-US"/>
          </a:p>
          <a:p>
            <a:pPr marL="490220" indent="-490220"/>
            <a:r>
              <a:rPr lang="en-GB"/>
              <a:t>Order Volume vs Revenue</a:t>
            </a:r>
            <a:endParaRPr lang="en-GB">
              <a:cs typeface="Arial" panose="020B0604020202020204" pitchFamily="34" charset="0"/>
            </a:endParaRPr>
          </a:p>
          <a:p>
            <a:pPr marL="490220" indent="-490220"/>
            <a:r>
              <a:rPr lang="en-GB"/>
              <a:t>Assumptions</a:t>
            </a:r>
            <a:endParaRPr lang="en-GB">
              <a:cs typeface="Arial" panose="020B0604020202020204" pitchFamily="34" charset="0"/>
            </a:endParaRPr>
          </a:p>
          <a:p>
            <a:pPr marL="490220" indent="-490220"/>
            <a:r>
              <a:rPr lang="en-GB"/>
              <a:t>Migration Approach</a:t>
            </a:r>
            <a:endParaRPr lang="en-GB">
              <a:cs typeface="Arial" panose="020B0604020202020204" pitchFamily="34" charset="0"/>
            </a:endParaRPr>
          </a:p>
          <a:p>
            <a:pPr marL="490220" indent="-490220"/>
            <a:r>
              <a:rPr lang="en-GB"/>
              <a:t>Go forward Approach in Global Siebel for Special Support</a:t>
            </a:r>
            <a:endParaRPr lang="en-GB">
              <a:cs typeface="Arial" panose="020B0604020202020204" pitchFamily="34" charset="0"/>
            </a:endParaRPr>
          </a:p>
          <a:p>
            <a:pPr marL="490220" indent="-490220"/>
            <a:r>
              <a:rPr lang="en-GB"/>
              <a:t>EOL</a:t>
            </a:r>
            <a:endParaRPr lang="en-GB">
              <a:cs typeface="Arial" panose="020B0604020202020204" pitchFamily="34" charset="0"/>
            </a:endParaRPr>
          </a:p>
          <a:p>
            <a:pPr marL="490220" indent="-490220"/>
            <a:r>
              <a:rPr lang="en-GB"/>
              <a:t>OPTION services</a:t>
            </a:r>
            <a:endParaRPr lang="en-GB">
              <a:cs typeface="Arial" panose="020B0604020202020204" pitchFamily="34" charset="0"/>
            </a:endParaRPr>
          </a:p>
          <a:p>
            <a:pPr marL="490220" indent="-490220"/>
            <a:r>
              <a:rPr lang="en-GB">
                <a:latin typeface="Arial"/>
                <a:cs typeface="Arial"/>
              </a:rPr>
              <a:t>EVPN DCA Tactical Migration Approach</a:t>
            </a:r>
          </a:p>
          <a:p>
            <a:pPr marL="490220" indent="-490220"/>
            <a:r>
              <a:rPr lang="en-GB">
                <a:latin typeface="Arial"/>
                <a:cs typeface="Arial"/>
              </a:rPr>
              <a:t>SIP Trunking PR Changes</a:t>
            </a:r>
            <a:endParaRPr lang="en-GB">
              <a:cs typeface="Arial" panose="020B0604020202020204" pitchFamily="34" charset="0"/>
            </a:endParaRPr>
          </a:p>
          <a:p>
            <a:pPr marL="0" indent="0">
              <a:buNone/>
            </a:pPr>
            <a:endParaRPr lang="en-GB">
              <a:cs typeface="Arial" panose="020B0604020202020204" pitchFamily="34" charset="0"/>
            </a:endParaRPr>
          </a:p>
          <a:p>
            <a:endParaRPr lang="en-US"/>
          </a:p>
        </p:txBody>
      </p:sp>
      <p:sp>
        <p:nvSpPr>
          <p:cNvPr id="3" name="Text Placeholder 2">
            <a:extLst>
              <a:ext uri="{FF2B5EF4-FFF2-40B4-BE49-F238E27FC236}">
                <a16:creationId xmlns:a16="http://schemas.microsoft.com/office/drawing/2014/main" id="{FC49C37C-4A52-7828-8735-EA88E33B21E4}"/>
              </a:ext>
            </a:extLst>
          </p:cNvPr>
          <p:cNvSpPr>
            <a:spLocks noGrp="1"/>
          </p:cNvSpPr>
          <p:nvPr>
            <p:ph type="body" sz="quarter" idx="12"/>
          </p:nvPr>
        </p:nvSpPr>
        <p:spPr/>
        <p:txBody>
          <a:bodyPr/>
          <a:lstStyle/>
          <a:p>
            <a:r>
              <a:rPr lang="en-GB" spc="-150"/>
              <a:t>AGENDA</a:t>
            </a:r>
            <a:r>
              <a:rPr lang="en-GB" spc="-150">
                <a:solidFill>
                  <a:schemeClr val="accent3"/>
                </a:solidFill>
              </a:rPr>
              <a:t>.</a:t>
            </a:r>
          </a:p>
        </p:txBody>
      </p:sp>
    </p:spTree>
    <p:extLst>
      <p:ext uri="{BB962C8B-B14F-4D97-AF65-F5344CB8AC3E}">
        <p14:creationId xmlns:p14="http://schemas.microsoft.com/office/powerpoint/2010/main" val="109567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0280C-4F4C-7020-587C-F09FB0B05D68}"/>
              </a:ext>
            </a:extLst>
          </p:cNvPr>
          <p:cNvSpPr>
            <a:spLocks noGrp="1"/>
          </p:cNvSpPr>
          <p:nvPr>
            <p:ph type="title"/>
          </p:nvPr>
        </p:nvSpPr>
        <p:spPr>
          <a:xfrm>
            <a:off x="513470" y="360000"/>
            <a:ext cx="9732940" cy="316275"/>
          </a:xfrm>
        </p:spPr>
        <p:txBody>
          <a:bodyPr>
            <a:normAutofit fontScale="90000"/>
          </a:bodyPr>
          <a:lstStyle/>
          <a:p>
            <a:r>
              <a:rPr lang="en-US"/>
              <a:t>EU Product Name – </a:t>
            </a:r>
            <a:r>
              <a:rPr lang="en-US" err="1"/>
              <a:t>CpE</a:t>
            </a:r>
            <a:r>
              <a:rPr lang="en-US"/>
              <a:t> Solutions Site</a:t>
            </a:r>
            <a:br>
              <a:rPr lang="en-US"/>
            </a:br>
            <a:endParaRPr lang="en-US"/>
          </a:p>
        </p:txBody>
      </p:sp>
      <p:graphicFrame>
        <p:nvGraphicFramePr>
          <p:cNvPr id="6" name="Content Placeholder 5">
            <a:extLst>
              <a:ext uri="{FF2B5EF4-FFF2-40B4-BE49-F238E27FC236}">
                <a16:creationId xmlns:a16="http://schemas.microsoft.com/office/drawing/2014/main" id="{3151D871-1D94-D78C-0971-C0B566234202}"/>
              </a:ext>
            </a:extLst>
          </p:cNvPr>
          <p:cNvGraphicFramePr>
            <a:graphicFrameLocks noGrp="1"/>
          </p:cNvGraphicFramePr>
          <p:nvPr>
            <p:ph idx="1"/>
            <p:extLst>
              <p:ext uri="{D42A27DB-BD31-4B8C-83A1-F6EECF244321}">
                <p14:modId xmlns:p14="http://schemas.microsoft.com/office/powerpoint/2010/main" val="3174784794"/>
              </p:ext>
            </p:extLst>
          </p:nvPr>
        </p:nvGraphicFramePr>
        <p:xfrm>
          <a:off x="957533" y="2409825"/>
          <a:ext cx="9732941" cy="2610748"/>
        </p:xfrm>
        <a:graphic>
          <a:graphicData uri="http://schemas.openxmlformats.org/drawingml/2006/table">
            <a:tbl>
              <a:tblPr>
                <a:tableStyleId>{5C22544A-7EE6-4342-B048-85BDC9FD1C3A}</a:tableStyleId>
              </a:tblPr>
              <a:tblGrid>
                <a:gridCol w="2833457">
                  <a:extLst>
                    <a:ext uri="{9D8B030D-6E8A-4147-A177-3AD203B41FA5}">
                      <a16:colId xmlns:a16="http://schemas.microsoft.com/office/drawing/2014/main" val="3660222700"/>
                    </a:ext>
                  </a:extLst>
                </a:gridCol>
                <a:gridCol w="2683943">
                  <a:extLst>
                    <a:ext uri="{9D8B030D-6E8A-4147-A177-3AD203B41FA5}">
                      <a16:colId xmlns:a16="http://schemas.microsoft.com/office/drawing/2014/main" val="4199692859"/>
                    </a:ext>
                  </a:extLst>
                </a:gridCol>
                <a:gridCol w="1414905">
                  <a:extLst>
                    <a:ext uri="{9D8B030D-6E8A-4147-A177-3AD203B41FA5}">
                      <a16:colId xmlns:a16="http://schemas.microsoft.com/office/drawing/2014/main" val="130909806"/>
                    </a:ext>
                  </a:extLst>
                </a:gridCol>
                <a:gridCol w="2800636">
                  <a:extLst>
                    <a:ext uri="{9D8B030D-6E8A-4147-A177-3AD203B41FA5}">
                      <a16:colId xmlns:a16="http://schemas.microsoft.com/office/drawing/2014/main" val="2022445006"/>
                    </a:ext>
                  </a:extLst>
                </a:gridCol>
              </a:tblGrid>
              <a:tr h="296339">
                <a:tc>
                  <a:txBody>
                    <a:bodyPr/>
                    <a:lstStyle/>
                    <a:p>
                      <a:pPr algn="l" fontAlgn="b">
                        <a:buNone/>
                      </a:pPr>
                      <a:r>
                        <a:rPr lang="en-US" sz="1100" u="none" strike="noStrike">
                          <a:effectLst/>
                        </a:rPr>
                        <a:t>EU Siebel Product name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CPE Solutions Site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09879613"/>
                  </a:ext>
                </a:extLst>
              </a:tr>
              <a:tr h="296339">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18080595"/>
                  </a:ext>
                </a:extLst>
              </a:tr>
              <a:tr h="536375">
                <a:tc>
                  <a:txBody>
                    <a:bodyPr/>
                    <a:lstStyle/>
                    <a:p>
                      <a:pPr algn="l" fontAlgn="b">
                        <a:buNone/>
                      </a:pPr>
                      <a:r>
                        <a:rPr lang="en-US" sz="1100" u="none" strike="noStrike">
                          <a:effectLst/>
                        </a:rPr>
                        <a:t>Row Labels</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Sum of Revenue (Month)　（EUR）</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Sum of Total Count</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Sum of Count (MRC &gt; 0) ,excluding N/A</a:t>
                      </a:r>
                      <a:endParaRPr lang="en-GB"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41732172"/>
                  </a:ext>
                </a:extLst>
              </a:tr>
              <a:tr h="296339">
                <a:tc>
                  <a:txBody>
                    <a:bodyPr/>
                    <a:lstStyle/>
                    <a:p>
                      <a:pPr algn="l" fontAlgn="b">
                        <a:buNone/>
                      </a:pPr>
                      <a:r>
                        <a:rPr lang="en-US" sz="1100" u="none" strike="noStrike">
                          <a:effectLst/>
                        </a:rPr>
                        <a:t>Managed Device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23435.44</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1594</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198</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83541634"/>
                  </a:ext>
                </a:extLst>
              </a:tr>
              <a:tr h="296339">
                <a:tc>
                  <a:txBody>
                    <a:bodyPr/>
                    <a:lstStyle/>
                    <a:p>
                      <a:pPr algn="l" fontAlgn="b">
                        <a:buNone/>
                      </a:pPr>
                      <a:r>
                        <a:rPr lang="en-US" sz="1100" u="none" strike="noStrike">
                          <a:effectLst/>
                        </a:rPr>
                        <a:t>Special Support - Managed Device</a:t>
                      </a:r>
                      <a:endParaRPr lang="en-US" sz="1100" b="0" i="0" u="none" strike="noStrike">
                        <a:solidFill>
                          <a:srgbClr val="000000"/>
                        </a:solidFill>
                        <a:effectLst/>
                        <a:latin typeface="Aptos Narrow" panose="020B0004020202020204" pitchFamily="34" charset="0"/>
                      </a:endParaRPr>
                    </a:p>
                  </a:txBody>
                  <a:tcPr marL="85725" marR="9525" marT="9525" marB="0" anchor="b"/>
                </a:tc>
                <a:tc>
                  <a:txBody>
                    <a:bodyPr/>
                    <a:lstStyle/>
                    <a:p>
                      <a:pPr algn="r" fontAlgn="b">
                        <a:buNone/>
                      </a:pPr>
                      <a:r>
                        <a:rPr lang="en-US" sz="1100" u="none" strike="noStrike">
                          <a:effectLst/>
                        </a:rPr>
                        <a:t>23435.44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1594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198</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7100705"/>
                  </a:ext>
                </a:extLst>
              </a:tr>
              <a:tr h="296339">
                <a:tc>
                  <a:txBody>
                    <a:bodyPr/>
                    <a:lstStyle/>
                    <a:p>
                      <a:pPr algn="l" fontAlgn="b">
                        <a:buNone/>
                      </a:pPr>
                      <a:r>
                        <a:rPr lang="en-US" sz="1100" u="none" strike="noStrike">
                          <a:effectLst/>
                        </a:rPr>
                        <a:t>System Monitoring</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316.1</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13</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07761140"/>
                  </a:ext>
                </a:extLst>
              </a:tr>
              <a:tr h="296339">
                <a:tc>
                  <a:txBody>
                    <a:bodyPr/>
                    <a:lstStyle/>
                    <a:p>
                      <a:pPr algn="l" fontAlgn="b">
                        <a:buNone/>
                      </a:pPr>
                      <a:r>
                        <a:rPr lang="en-US" sz="1100" u="none" strike="noStrike">
                          <a:effectLst/>
                        </a:rPr>
                        <a:t>Special Support - System Monitoring</a:t>
                      </a:r>
                      <a:endParaRPr lang="en-US" sz="1100" b="0" i="0" u="none" strike="noStrike">
                        <a:solidFill>
                          <a:srgbClr val="000000"/>
                        </a:solidFill>
                        <a:effectLst/>
                        <a:latin typeface="Aptos Narrow" panose="020B0004020202020204" pitchFamily="34" charset="0"/>
                      </a:endParaRPr>
                    </a:p>
                  </a:txBody>
                  <a:tcPr marL="85725" marR="9525" marT="9525" marB="0" anchor="b"/>
                </a:tc>
                <a:tc>
                  <a:txBody>
                    <a:bodyPr/>
                    <a:lstStyle/>
                    <a:p>
                      <a:pPr algn="r" fontAlgn="b">
                        <a:buNone/>
                      </a:pPr>
                      <a:r>
                        <a:rPr lang="en-US" sz="1100" u="none" strike="noStrike">
                          <a:effectLst/>
                        </a:rPr>
                        <a:t>316.1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34962065"/>
                  </a:ext>
                </a:extLst>
              </a:tr>
              <a:tr h="296339">
                <a:tc>
                  <a:txBody>
                    <a:bodyPr/>
                    <a:lstStyle/>
                    <a:p>
                      <a:pPr algn="l" fontAlgn="b">
                        <a:buNone/>
                      </a:pPr>
                      <a:r>
                        <a:rPr lang="en-US" sz="1100"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23751.54</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1634</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211</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6153028"/>
                  </a:ext>
                </a:extLst>
              </a:tr>
            </a:tbl>
          </a:graphicData>
        </a:graphic>
      </p:graphicFrame>
    </p:spTree>
    <p:extLst>
      <p:ext uri="{BB962C8B-B14F-4D97-AF65-F5344CB8AC3E}">
        <p14:creationId xmlns:p14="http://schemas.microsoft.com/office/powerpoint/2010/main" val="94153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4A87-D22E-345F-5770-A6EB8BFD1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592AEC-A9B5-8F3A-76EF-F4A0354993DA}"/>
              </a:ext>
            </a:extLst>
          </p:cNvPr>
          <p:cNvSpPr>
            <a:spLocks noGrp="1"/>
          </p:cNvSpPr>
          <p:nvPr>
            <p:ph type="title"/>
          </p:nvPr>
        </p:nvSpPr>
        <p:spPr>
          <a:xfrm>
            <a:off x="513470" y="360000"/>
            <a:ext cx="9732940" cy="316275"/>
          </a:xfrm>
        </p:spPr>
        <p:txBody>
          <a:bodyPr>
            <a:normAutofit fontScale="90000"/>
          </a:bodyPr>
          <a:lstStyle/>
          <a:p>
            <a:r>
              <a:rPr lang="en-US"/>
              <a:t>EU Product Name – CSO</a:t>
            </a:r>
            <a:br>
              <a:rPr lang="en-US"/>
            </a:br>
            <a:br>
              <a:rPr lang="en-US"/>
            </a:br>
            <a:endParaRPr lang="en-US"/>
          </a:p>
        </p:txBody>
      </p:sp>
      <p:graphicFrame>
        <p:nvGraphicFramePr>
          <p:cNvPr id="5" name="Content Placeholder 4">
            <a:extLst>
              <a:ext uri="{FF2B5EF4-FFF2-40B4-BE49-F238E27FC236}">
                <a16:creationId xmlns:a16="http://schemas.microsoft.com/office/drawing/2014/main" id="{2B4C3152-A143-AA96-00AC-F4639C5141DE}"/>
              </a:ext>
            </a:extLst>
          </p:cNvPr>
          <p:cNvGraphicFramePr>
            <a:graphicFrameLocks noGrp="1"/>
          </p:cNvGraphicFramePr>
          <p:nvPr>
            <p:ph idx="1"/>
            <p:extLst>
              <p:ext uri="{D42A27DB-BD31-4B8C-83A1-F6EECF244321}">
                <p14:modId xmlns:p14="http://schemas.microsoft.com/office/powerpoint/2010/main" val="3311237441"/>
              </p:ext>
            </p:extLst>
          </p:nvPr>
        </p:nvGraphicFramePr>
        <p:xfrm>
          <a:off x="809624" y="2362200"/>
          <a:ext cx="10220325" cy="3124207"/>
        </p:xfrm>
        <a:graphic>
          <a:graphicData uri="http://schemas.openxmlformats.org/drawingml/2006/table">
            <a:tbl>
              <a:tblPr>
                <a:tableStyleId>{5C22544A-7EE6-4342-B048-85BDC9FD1C3A}</a:tableStyleId>
              </a:tblPr>
              <a:tblGrid>
                <a:gridCol w="2817241">
                  <a:extLst>
                    <a:ext uri="{9D8B030D-6E8A-4147-A177-3AD203B41FA5}">
                      <a16:colId xmlns:a16="http://schemas.microsoft.com/office/drawing/2014/main" val="337304167"/>
                    </a:ext>
                  </a:extLst>
                </a:gridCol>
                <a:gridCol w="2879847">
                  <a:extLst>
                    <a:ext uri="{9D8B030D-6E8A-4147-A177-3AD203B41FA5}">
                      <a16:colId xmlns:a16="http://schemas.microsoft.com/office/drawing/2014/main" val="889923932"/>
                    </a:ext>
                  </a:extLst>
                </a:gridCol>
                <a:gridCol w="1518180">
                  <a:extLst>
                    <a:ext uri="{9D8B030D-6E8A-4147-A177-3AD203B41FA5}">
                      <a16:colId xmlns:a16="http://schemas.microsoft.com/office/drawing/2014/main" val="902755380"/>
                    </a:ext>
                  </a:extLst>
                </a:gridCol>
                <a:gridCol w="3005057">
                  <a:extLst>
                    <a:ext uri="{9D8B030D-6E8A-4147-A177-3AD203B41FA5}">
                      <a16:colId xmlns:a16="http://schemas.microsoft.com/office/drawing/2014/main" val="2247156910"/>
                    </a:ext>
                  </a:extLst>
                </a:gridCol>
              </a:tblGrid>
              <a:tr h="289011">
                <a:tc>
                  <a:txBody>
                    <a:bodyPr/>
                    <a:lstStyle/>
                    <a:p>
                      <a:pPr algn="l" fontAlgn="b">
                        <a:buNone/>
                      </a:pPr>
                      <a:r>
                        <a:rPr lang="en-US" sz="1100" u="none" strike="noStrike">
                          <a:effectLst/>
                        </a:rPr>
                        <a:t>EU Siebel Product name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CSO</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19375023"/>
                  </a:ext>
                </a:extLst>
              </a:tr>
              <a:tr h="289011">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92097880"/>
                  </a:ext>
                </a:extLst>
              </a:tr>
              <a:tr h="523108">
                <a:tc>
                  <a:txBody>
                    <a:bodyPr/>
                    <a:lstStyle/>
                    <a:p>
                      <a:pPr algn="l" fontAlgn="b">
                        <a:buNone/>
                      </a:pPr>
                      <a:r>
                        <a:rPr lang="en-US" sz="1100" u="none" strike="noStrike">
                          <a:effectLst/>
                        </a:rPr>
                        <a:t>Row Labels</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Sum of Revenue (Month)　（EUR）</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Sum of Total Count</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Sum of Count (MRC &gt; 0) ,excluding N/A</a:t>
                      </a:r>
                      <a:endParaRPr lang="en-GB"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5099810"/>
                  </a:ext>
                </a:extLst>
              </a:tr>
              <a:tr h="289011">
                <a:tc>
                  <a:txBody>
                    <a:bodyPr/>
                    <a:lstStyle/>
                    <a:p>
                      <a:pPr algn="l" fontAlgn="b">
                        <a:buNone/>
                      </a:pPr>
                      <a:r>
                        <a:rPr lang="en-US" sz="1100" u="none" strike="noStrike">
                          <a:effectLst/>
                        </a:rPr>
                        <a:t>Firewall Service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1471.5</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23</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56871789"/>
                  </a:ext>
                </a:extLst>
              </a:tr>
              <a:tr h="289011">
                <a:tc>
                  <a:txBody>
                    <a:bodyPr/>
                    <a:lstStyle/>
                    <a:p>
                      <a:pPr algn="l" fontAlgn="b">
                        <a:buNone/>
                      </a:pPr>
                      <a:r>
                        <a:rPr lang="en-US" sz="1100" u="none" strike="noStrike">
                          <a:effectLst/>
                        </a:rPr>
                        <a:t>Special Support - Firewall Service</a:t>
                      </a:r>
                      <a:endParaRPr lang="en-US" sz="1100" b="0" i="0" u="none" strike="noStrike">
                        <a:solidFill>
                          <a:srgbClr val="000000"/>
                        </a:solidFill>
                        <a:effectLst/>
                        <a:latin typeface="Aptos Narrow" panose="020B0004020202020204" pitchFamily="34" charset="0"/>
                      </a:endParaRPr>
                    </a:p>
                  </a:txBody>
                  <a:tcPr marL="85725" marR="9525" marT="9525" marB="0" anchor="b"/>
                </a:tc>
                <a:tc>
                  <a:txBody>
                    <a:bodyPr/>
                    <a:lstStyle/>
                    <a:p>
                      <a:pPr algn="r" fontAlgn="b">
                        <a:buNone/>
                      </a:pPr>
                      <a:r>
                        <a:rPr lang="en-US" sz="1100" u="none" strike="noStrike">
                          <a:effectLst/>
                        </a:rPr>
                        <a:t>1471.5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38775287"/>
                  </a:ext>
                </a:extLst>
              </a:tr>
              <a:tr h="289011">
                <a:tc>
                  <a:txBody>
                    <a:bodyPr/>
                    <a:lstStyle/>
                    <a:p>
                      <a:pPr algn="l" fontAlgn="b">
                        <a:buNone/>
                      </a:pPr>
                      <a:r>
                        <a:rPr lang="en-US" sz="1100" u="none" strike="noStrike">
                          <a:effectLst/>
                        </a:rPr>
                        <a:t>IDS/IPS Service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3</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19726547"/>
                  </a:ext>
                </a:extLst>
              </a:tr>
              <a:tr h="289011">
                <a:tc>
                  <a:txBody>
                    <a:bodyPr/>
                    <a:lstStyle/>
                    <a:p>
                      <a:pPr algn="l" fontAlgn="b">
                        <a:buNone/>
                      </a:pPr>
                      <a:r>
                        <a:rPr lang="en-GB" sz="1100" u="none" strike="noStrike">
                          <a:effectLst/>
                        </a:rPr>
                        <a:t>Special Support - IDS/IPS Service</a:t>
                      </a:r>
                      <a:endParaRPr lang="en-GB" sz="1100" b="0" i="0" u="none" strike="noStrike">
                        <a:solidFill>
                          <a:srgbClr val="000000"/>
                        </a:solidFill>
                        <a:effectLst/>
                        <a:latin typeface="Aptos Narrow" panose="020B0004020202020204" pitchFamily="34" charset="0"/>
                      </a:endParaRPr>
                    </a:p>
                  </a:txBody>
                  <a:tcPr marL="85725" marR="9525" marT="9525" marB="0" anchor="b"/>
                </a:tc>
                <a:tc>
                  <a:txBody>
                    <a:bodyPr/>
                    <a:lstStyle/>
                    <a:p>
                      <a:pPr algn="r" fontAlgn="b">
                        <a:buNone/>
                      </a:pPr>
                      <a:r>
                        <a:rPr lang="en-US" sz="1100" u="none" strike="noStrike">
                          <a:effectLst/>
                        </a:rPr>
                        <a:t>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2088388"/>
                  </a:ext>
                </a:extLst>
              </a:tr>
              <a:tr h="289011">
                <a:tc>
                  <a:txBody>
                    <a:bodyPr/>
                    <a:lstStyle/>
                    <a:p>
                      <a:pPr algn="l" fontAlgn="b">
                        <a:buNone/>
                      </a:pPr>
                      <a:r>
                        <a:rPr lang="en-US" sz="1100" u="none" strike="noStrike">
                          <a:effectLst/>
                        </a:rPr>
                        <a:t>Miscellaneous Service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2888.5</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54</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8947156"/>
                  </a:ext>
                </a:extLst>
              </a:tr>
              <a:tr h="289011">
                <a:tc>
                  <a:txBody>
                    <a:bodyPr/>
                    <a:lstStyle/>
                    <a:p>
                      <a:pPr algn="l" fontAlgn="b">
                        <a:buNone/>
                      </a:pPr>
                      <a:r>
                        <a:rPr lang="en-US" sz="1100" u="none" strike="noStrike">
                          <a:effectLst/>
                        </a:rPr>
                        <a:t>Special Support - Security Service</a:t>
                      </a:r>
                      <a:endParaRPr lang="en-US" sz="1100" b="0" i="0" u="none" strike="noStrike">
                        <a:solidFill>
                          <a:srgbClr val="000000"/>
                        </a:solidFill>
                        <a:effectLst/>
                        <a:latin typeface="Aptos Narrow" panose="020B0004020202020204" pitchFamily="34" charset="0"/>
                      </a:endParaRPr>
                    </a:p>
                  </a:txBody>
                  <a:tcPr marL="85725" marR="9525" marT="9525" marB="0" anchor="b"/>
                </a:tc>
                <a:tc>
                  <a:txBody>
                    <a:bodyPr/>
                    <a:lstStyle/>
                    <a:p>
                      <a:pPr algn="r" fontAlgn="b">
                        <a:buNone/>
                      </a:pPr>
                      <a:r>
                        <a:rPr lang="en-US" sz="1100" u="none" strike="noStrike">
                          <a:effectLst/>
                        </a:rPr>
                        <a:t>2888.5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54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99248117"/>
                  </a:ext>
                </a:extLst>
              </a:tr>
              <a:tr h="289011">
                <a:tc>
                  <a:txBody>
                    <a:bodyPr/>
                    <a:lstStyle/>
                    <a:p>
                      <a:pPr algn="l" fontAlgn="b">
                        <a:buNone/>
                      </a:pPr>
                      <a:r>
                        <a:rPr lang="en-US" sz="1100"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4360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80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11</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16694241"/>
                  </a:ext>
                </a:extLst>
              </a:tr>
            </a:tbl>
          </a:graphicData>
        </a:graphic>
      </p:graphicFrame>
    </p:spTree>
    <p:extLst>
      <p:ext uri="{BB962C8B-B14F-4D97-AF65-F5344CB8AC3E}">
        <p14:creationId xmlns:p14="http://schemas.microsoft.com/office/powerpoint/2010/main" val="390357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9053-0216-C94A-46CD-725FF60C5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C7995-939E-67CE-394A-55ED8F00AB40}"/>
              </a:ext>
            </a:extLst>
          </p:cNvPr>
          <p:cNvSpPr>
            <a:spLocks noGrp="1"/>
          </p:cNvSpPr>
          <p:nvPr>
            <p:ph type="title"/>
          </p:nvPr>
        </p:nvSpPr>
        <p:spPr>
          <a:xfrm>
            <a:off x="513470" y="360000"/>
            <a:ext cx="9732940" cy="316275"/>
          </a:xfrm>
        </p:spPr>
        <p:txBody>
          <a:bodyPr>
            <a:normAutofit fontScale="90000"/>
          </a:bodyPr>
          <a:lstStyle/>
          <a:p>
            <a:r>
              <a:rPr lang="en-US"/>
              <a:t>EU Product Name – </a:t>
            </a:r>
            <a:r>
              <a:rPr lang="en-US" err="1"/>
              <a:t>MarketPrizm</a:t>
            </a:r>
            <a:r>
              <a:rPr lang="en-US"/>
              <a:t> Cross connect</a:t>
            </a:r>
            <a:br>
              <a:rPr lang="en-US"/>
            </a:br>
            <a:br>
              <a:rPr lang="en-US"/>
            </a:br>
            <a:endParaRPr lang="en-US"/>
          </a:p>
        </p:txBody>
      </p:sp>
      <p:graphicFrame>
        <p:nvGraphicFramePr>
          <p:cNvPr id="6" name="Content Placeholder 5">
            <a:extLst>
              <a:ext uri="{FF2B5EF4-FFF2-40B4-BE49-F238E27FC236}">
                <a16:creationId xmlns:a16="http://schemas.microsoft.com/office/drawing/2014/main" id="{67A8C8F9-A568-FF5C-EEB4-047B4320B0A6}"/>
              </a:ext>
            </a:extLst>
          </p:cNvPr>
          <p:cNvGraphicFramePr>
            <a:graphicFrameLocks noGrp="1"/>
          </p:cNvGraphicFramePr>
          <p:nvPr>
            <p:ph idx="1"/>
            <p:extLst>
              <p:ext uri="{D42A27DB-BD31-4B8C-83A1-F6EECF244321}">
                <p14:modId xmlns:p14="http://schemas.microsoft.com/office/powerpoint/2010/main" val="1395616768"/>
              </p:ext>
            </p:extLst>
          </p:nvPr>
        </p:nvGraphicFramePr>
        <p:xfrm>
          <a:off x="923026" y="2803585"/>
          <a:ext cx="10015267" cy="2251494"/>
        </p:xfrm>
        <a:graphic>
          <a:graphicData uri="http://schemas.openxmlformats.org/drawingml/2006/table">
            <a:tbl>
              <a:tblPr>
                <a:tableStyleId>{5C22544A-7EE6-4342-B048-85BDC9FD1C3A}</a:tableStyleId>
              </a:tblPr>
              <a:tblGrid>
                <a:gridCol w="3071740">
                  <a:extLst>
                    <a:ext uri="{9D8B030D-6E8A-4147-A177-3AD203B41FA5}">
                      <a16:colId xmlns:a16="http://schemas.microsoft.com/office/drawing/2014/main" val="2315912737"/>
                    </a:ext>
                  </a:extLst>
                </a:gridCol>
                <a:gridCol w="2701076">
                  <a:extLst>
                    <a:ext uri="{9D8B030D-6E8A-4147-A177-3AD203B41FA5}">
                      <a16:colId xmlns:a16="http://schemas.microsoft.com/office/drawing/2014/main" val="243712877"/>
                    </a:ext>
                  </a:extLst>
                </a:gridCol>
                <a:gridCol w="1423937">
                  <a:extLst>
                    <a:ext uri="{9D8B030D-6E8A-4147-A177-3AD203B41FA5}">
                      <a16:colId xmlns:a16="http://schemas.microsoft.com/office/drawing/2014/main" val="2821174250"/>
                    </a:ext>
                  </a:extLst>
                </a:gridCol>
                <a:gridCol w="2818514">
                  <a:extLst>
                    <a:ext uri="{9D8B030D-6E8A-4147-A177-3AD203B41FA5}">
                      <a16:colId xmlns:a16="http://schemas.microsoft.com/office/drawing/2014/main" val="751436505"/>
                    </a:ext>
                  </a:extLst>
                </a:gridCol>
              </a:tblGrid>
              <a:tr h="330616">
                <a:tc>
                  <a:txBody>
                    <a:bodyPr/>
                    <a:lstStyle/>
                    <a:p>
                      <a:pPr algn="l" fontAlgn="b">
                        <a:buNone/>
                      </a:pPr>
                      <a:r>
                        <a:rPr lang="en-US" sz="1100" u="none" strike="noStrike">
                          <a:effectLst/>
                        </a:rPr>
                        <a:t>EU Siebel Product name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err="1">
                          <a:effectLst/>
                        </a:rPr>
                        <a:t>MarketPrizm</a:t>
                      </a:r>
                      <a:r>
                        <a:rPr lang="en-US" sz="1100" u="none" strike="noStrike">
                          <a:effectLst/>
                        </a:rPr>
                        <a:t> Cross Connect</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03092880"/>
                  </a:ext>
                </a:extLst>
              </a:tr>
              <a:tr h="330616">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0754990"/>
                  </a:ext>
                </a:extLst>
              </a:tr>
              <a:tr h="598414">
                <a:tc>
                  <a:txBody>
                    <a:bodyPr/>
                    <a:lstStyle/>
                    <a:p>
                      <a:pPr algn="l" fontAlgn="b">
                        <a:buNone/>
                      </a:pPr>
                      <a:r>
                        <a:rPr lang="en-US" sz="1100" u="none" strike="noStrike">
                          <a:effectLst/>
                        </a:rPr>
                        <a:t>Row Labels</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Sum of Revenue (Month)　（EUR）</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Sum of Total Count</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Sum of Count (MRC &gt; 0) ,excluding N/A</a:t>
                      </a:r>
                      <a:endParaRPr lang="en-GB"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71895122"/>
                  </a:ext>
                </a:extLst>
              </a:tr>
              <a:tr h="330616">
                <a:tc>
                  <a:txBody>
                    <a:bodyPr/>
                    <a:lstStyle/>
                    <a:p>
                      <a:pPr algn="l" fontAlgn="b">
                        <a:buNone/>
                      </a:pPr>
                      <a:r>
                        <a:rPr lang="en-US" sz="1100" u="none" strike="noStrike">
                          <a:effectLst/>
                        </a:rPr>
                        <a:t>Colt Ultra Low Latency</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227.22</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02493570"/>
                  </a:ext>
                </a:extLst>
              </a:tr>
              <a:tr h="330616">
                <a:tc>
                  <a:txBody>
                    <a:bodyPr/>
                    <a:lstStyle/>
                    <a:p>
                      <a:pPr algn="l" fontAlgn="b">
                        <a:buNone/>
                      </a:pPr>
                      <a:r>
                        <a:rPr lang="en-GB" sz="1100" u="none" strike="noStrike">
                          <a:effectLst/>
                        </a:rPr>
                        <a:t>Special Support - Colt Ultra Low Latency</a:t>
                      </a:r>
                      <a:endParaRPr lang="en-GB" sz="1100" b="0" i="0" u="none" strike="noStrike">
                        <a:solidFill>
                          <a:srgbClr val="000000"/>
                        </a:solidFill>
                        <a:effectLst/>
                        <a:latin typeface="Aptos Narrow" panose="020B0004020202020204" pitchFamily="34" charset="0"/>
                      </a:endParaRPr>
                    </a:p>
                  </a:txBody>
                  <a:tcPr marL="85725" marR="9525" marT="9525" marB="0" anchor="b"/>
                </a:tc>
                <a:tc>
                  <a:txBody>
                    <a:bodyPr/>
                    <a:lstStyle/>
                    <a:p>
                      <a:pPr algn="r" fontAlgn="b">
                        <a:buNone/>
                      </a:pPr>
                      <a:r>
                        <a:rPr lang="en-US" sz="1100" u="none" strike="noStrike">
                          <a:effectLst/>
                        </a:rPr>
                        <a:t>227.22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55459467"/>
                  </a:ext>
                </a:extLst>
              </a:tr>
              <a:tr h="330616">
                <a:tc>
                  <a:txBody>
                    <a:bodyPr/>
                    <a:lstStyle/>
                    <a:p>
                      <a:pPr algn="l" fontAlgn="b">
                        <a:buNone/>
                      </a:pPr>
                      <a:r>
                        <a:rPr lang="en-US" sz="1100"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227.22</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0116428"/>
                  </a:ext>
                </a:extLst>
              </a:tr>
            </a:tbl>
          </a:graphicData>
        </a:graphic>
      </p:graphicFrame>
    </p:spTree>
    <p:extLst>
      <p:ext uri="{BB962C8B-B14F-4D97-AF65-F5344CB8AC3E}">
        <p14:creationId xmlns:p14="http://schemas.microsoft.com/office/powerpoint/2010/main" val="1107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E19DD-4E70-CFDB-1DB8-F0FB27F00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C66DA-2303-822F-2229-BA9CC04815A9}"/>
              </a:ext>
            </a:extLst>
          </p:cNvPr>
          <p:cNvSpPr>
            <a:spLocks noGrp="1"/>
          </p:cNvSpPr>
          <p:nvPr>
            <p:ph type="title"/>
          </p:nvPr>
        </p:nvSpPr>
        <p:spPr>
          <a:xfrm>
            <a:off x="82149" y="92581"/>
            <a:ext cx="9732940" cy="316275"/>
          </a:xfrm>
        </p:spPr>
        <p:txBody>
          <a:bodyPr>
            <a:normAutofit fontScale="90000"/>
          </a:bodyPr>
          <a:lstStyle/>
          <a:p>
            <a:r>
              <a:rPr lang="en-US"/>
              <a:t>EU Product Name – Professional Service New Product</a:t>
            </a:r>
            <a:br>
              <a:rPr lang="en-US"/>
            </a:br>
            <a:br>
              <a:rPr lang="en-US"/>
            </a:br>
            <a:endParaRPr lang="en-US"/>
          </a:p>
        </p:txBody>
      </p:sp>
      <p:graphicFrame>
        <p:nvGraphicFramePr>
          <p:cNvPr id="5" name="Content Placeholder 4">
            <a:extLst>
              <a:ext uri="{FF2B5EF4-FFF2-40B4-BE49-F238E27FC236}">
                <a16:creationId xmlns:a16="http://schemas.microsoft.com/office/drawing/2014/main" id="{80261338-32D5-9BB6-C00B-51C0D72C77A4}"/>
              </a:ext>
            </a:extLst>
          </p:cNvPr>
          <p:cNvGraphicFramePr>
            <a:graphicFrameLocks noGrp="1"/>
          </p:cNvGraphicFramePr>
          <p:nvPr>
            <p:ph idx="1"/>
            <p:extLst>
              <p:ext uri="{D42A27DB-BD31-4B8C-83A1-F6EECF244321}">
                <p14:modId xmlns:p14="http://schemas.microsoft.com/office/powerpoint/2010/main" val="140186661"/>
              </p:ext>
            </p:extLst>
          </p:nvPr>
        </p:nvGraphicFramePr>
        <p:xfrm>
          <a:off x="2501660" y="552091"/>
          <a:ext cx="6996024" cy="5926368"/>
        </p:xfrm>
        <a:graphic>
          <a:graphicData uri="http://schemas.openxmlformats.org/drawingml/2006/table">
            <a:tbl>
              <a:tblPr>
                <a:tableStyleId>{5C22544A-7EE6-4342-B048-85BDC9FD1C3A}</a:tableStyleId>
              </a:tblPr>
              <a:tblGrid>
                <a:gridCol w="2577973">
                  <a:extLst>
                    <a:ext uri="{9D8B030D-6E8A-4147-A177-3AD203B41FA5}">
                      <a16:colId xmlns:a16="http://schemas.microsoft.com/office/drawing/2014/main" val="2953433771"/>
                    </a:ext>
                  </a:extLst>
                </a:gridCol>
                <a:gridCol w="1718650">
                  <a:extLst>
                    <a:ext uri="{9D8B030D-6E8A-4147-A177-3AD203B41FA5}">
                      <a16:colId xmlns:a16="http://schemas.microsoft.com/office/drawing/2014/main" val="1595995980"/>
                    </a:ext>
                  </a:extLst>
                </a:gridCol>
                <a:gridCol w="906027">
                  <a:extLst>
                    <a:ext uri="{9D8B030D-6E8A-4147-A177-3AD203B41FA5}">
                      <a16:colId xmlns:a16="http://schemas.microsoft.com/office/drawing/2014/main" val="14908947"/>
                    </a:ext>
                  </a:extLst>
                </a:gridCol>
                <a:gridCol w="1793374">
                  <a:extLst>
                    <a:ext uri="{9D8B030D-6E8A-4147-A177-3AD203B41FA5}">
                      <a16:colId xmlns:a16="http://schemas.microsoft.com/office/drawing/2014/main" val="4008295137"/>
                    </a:ext>
                  </a:extLst>
                </a:gridCol>
              </a:tblGrid>
              <a:tr h="123466">
                <a:tc>
                  <a:txBody>
                    <a:bodyPr/>
                    <a:lstStyle/>
                    <a:p>
                      <a:pPr algn="l" fontAlgn="b">
                        <a:buNone/>
                      </a:pPr>
                      <a:r>
                        <a:rPr lang="en-US" sz="500" u="none" strike="noStrike">
                          <a:effectLst/>
                        </a:rPr>
                        <a:t>EU Siebel Product name</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r>
                        <a:rPr lang="en-US" sz="500" u="none" strike="noStrike">
                          <a:effectLst/>
                        </a:rPr>
                        <a:t>Professional Services/New Product</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2306824291"/>
                  </a:ext>
                </a:extLst>
              </a:tr>
              <a:tr h="123466">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870029123"/>
                  </a:ext>
                </a:extLst>
              </a:tr>
              <a:tr h="123466">
                <a:tc>
                  <a:txBody>
                    <a:bodyPr/>
                    <a:lstStyle/>
                    <a:p>
                      <a:pPr algn="l" fontAlgn="b">
                        <a:buNone/>
                      </a:pPr>
                      <a:r>
                        <a:rPr lang="en-US" sz="500" u="none" strike="noStrike">
                          <a:effectLst/>
                        </a:rPr>
                        <a:t>Row Labels</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r>
                        <a:rPr lang="en-GB" sz="500" u="none" strike="noStrike">
                          <a:effectLst/>
                        </a:rPr>
                        <a:t>Sum of Revenue (Month)　（EUR）</a:t>
                      </a:r>
                      <a:endParaRPr lang="en-GB"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r>
                        <a:rPr lang="en-US" sz="500" u="none" strike="noStrike">
                          <a:effectLst/>
                        </a:rPr>
                        <a:t>Sum of Total Count</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l" fontAlgn="b">
                        <a:buNone/>
                      </a:pPr>
                      <a:r>
                        <a:rPr lang="en-GB" sz="500" u="none" strike="noStrike">
                          <a:effectLst/>
                        </a:rPr>
                        <a:t>Sum of Count (MRC &gt; 0) ,excluding N/A</a:t>
                      </a:r>
                      <a:endParaRPr lang="en-GB"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44936174"/>
                  </a:ext>
                </a:extLst>
              </a:tr>
              <a:tr h="123466">
                <a:tc>
                  <a:txBody>
                    <a:bodyPr/>
                    <a:lstStyle/>
                    <a:p>
                      <a:pPr algn="l" fontAlgn="b">
                        <a:buNone/>
                      </a:pPr>
                      <a:r>
                        <a:rPr lang="en-US" sz="500" u="none" strike="noStrike">
                          <a:effectLst/>
                        </a:rPr>
                        <a:t>Colt Dedicated Cloud Access</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117.72</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12</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915516263"/>
                  </a:ext>
                </a:extLst>
              </a:tr>
              <a:tr h="123466">
                <a:tc>
                  <a:txBody>
                    <a:bodyPr/>
                    <a:lstStyle/>
                    <a:p>
                      <a:pPr algn="l" fontAlgn="b">
                        <a:buNone/>
                      </a:pPr>
                      <a:r>
                        <a:rPr lang="en-GB" sz="500" u="none" strike="noStrike">
                          <a:effectLst/>
                        </a:rPr>
                        <a:t>Special Support - Colt Dedicated Cloud Access</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117.72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604768190"/>
                  </a:ext>
                </a:extLst>
              </a:tr>
              <a:tr h="123466">
                <a:tc>
                  <a:txBody>
                    <a:bodyPr/>
                    <a:lstStyle/>
                    <a:p>
                      <a:pPr algn="l" fontAlgn="b">
                        <a:buNone/>
                      </a:pPr>
                      <a:r>
                        <a:rPr lang="en-GB" sz="500" u="none" strike="noStrike">
                          <a:effectLst/>
                        </a:rPr>
                        <a:t>Colt Dedicated Cloud Access Option</a:t>
                      </a:r>
                      <a:endParaRPr lang="en-GB"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9</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240832597"/>
                  </a:ext>
                </a:extLst>
              </a:tr>
              <a:tr h="123466">
                <a:tc>
                  <a:txBody>
                    <a:bodyPr/>
                    <a:lstStyle/>
                    <a:p>
                      <a:pPr algn="l" fontAlgn="b">
                        <a:buNone/>
                      </a:pPr>
                      <a:r>
                        <a:rPr lang="en-GB" sz="500" u="none" strike="noStrike">
                          <a:effectLst/>
                        </a:rPr>
                        <a:t>Special Option - Colt Dedicated Cloud Access</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9</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2529076962"/>
                  </a:ext>
                </a:extLst>
              </a:tr>
              <a:tr h="123466">
                <a:tc>
                  <a:txBody>
                    <a:bodyPr/>
                    <a:lstStyle/>
                    <a:p>
                      <a:pPr algn="l" fontAlgn="b">
                        <a:buNone/>
                      </a:pPr>
                      <a:r>
                        <a:rPr lang="en-US" sz="500" u="none" strike="noStrike">
                          <a:effectLst/>
                        </a:rPr>
                        <a:t>Colt Ethernet Hub &amp; Spoke</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196.2</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7</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11874184"/>
                  </a:ext>
                </a:extLst>
              </a:tr>
              <a:tr h="123466">
                <a:tc>
                  <a:txBody>
                    <a:bodyPr/>
                    <a:lstStyle/>
                    <a:p>
                      <a:pPr algn="l" fontAlgn="b">
                        <a:buNone/>
                      </a:pPr>
                      <a:r>
                        <a:rPr lang="en-GB" sz="500" u="none" strike="noStrike">
                          <a:effectLst/>
                        </a:rPr>
                        <a:t>Special Support - Colt Ethernet Hub &amp; Spoke</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196.2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7</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4250798154"/>
                  </a:ext>
                </a:extLst>
              </a:tr>
              <a:tr h="123466">
                <a:tc>
                  <a:txBody>
                    <a:bodyPr/>
                    <a:lstStyle/>
                    <a:p>
                      <a:pPr algn="l" fontAlgn="b">
                        <a:buNone/>
                      </a:pPr>
                      <a:r>
                        <a:rPr lang="en-US" sz="500" u="none" strike="noStrike">
                          <a:effectLst/>
                        </a:rPr>
                        <a:t>Colt Ethernet Line</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818.34</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47</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975752794"/>
                  </a:ext>
                </a:extLst>
              </a:tr>
              <a:tr h="123466">
                <a:tc>
                  <a:txBody>
                    <a:bodyPr/>
                    <a:lstStyle/>
                    <a:p>
                      <a:pPr algn="l" fontAlgn="b">
                        <a:buNone/>
                      </a:pPr>
                      <a:r>
                        <a:rPr lang="en-GB" sz="500" u="none" strike="noStrike">
                          <a:effectLst/>
                        </a:rPr>
                        <a:t>Special Support - Colt Ethernet Line</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818.34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46</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908675703"/>
                  </a:ext>
                </a:extLst>
              </a:tr>
              <a:tr h="123466">
                <a:tc>
                  <a:txBody>
                    <a:bodyPr/>
                    <a:lstStyle/>
                    <a:p>
                      <a:pPr algn="l" fontAlgn="b">
                        <a:buNone/>
                      </a:pPr>
                      <a:r>
                        <a:rPr lang="en-GB" sz="500" u="none" strike="noStrike">
                          <a:effectLst/>
                        </a:rPr>
                        <a:t>Special Support - Colt Ethernet Line (DCNet)</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617454048"/>
                  </a:ext>
                </a:extLst>
              </a:tr>
              <a:tr h="123466">
                <a:tc>
                  <a:txBody>
                    <a:bodyPr/>
                    <a:lstStyle/>
                    <a:p>
                      <a:pPr algn="l" fontAlgn="b">
                        <a:buNone/>
                      </a:pPr>
                      <a:r>
                        <a:rPr lang="en-US" sz="500" u="none" strike="noStrike">
                          <a:effectLst/>
                        </a:rPr>
                        <a:t>Colt Ethernet Option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209.28</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8</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293359315"/>
                  </a:ext>
                </a:extLst>
              </a:tr>
              <a:tr h="123466">
                <a:tc>
                  <a:txBody>
                    <a:bodyPr/>
                    <a:lstStyle/>
                    <a:p>
                      <a:pPr algn="l" fontAlgn="b">
                        <a:buNone/>
                      </a:pPr>
                      <a:r>
                        <a:rPr lang="en-US" sz="500" u="none" strike="noStrike">
                          <a:effectLst/>
                        </a:rPr>
                        <a:t>Special Support - Ethernet (etherXEN)</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209.28</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8</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874313567"/>
                  </a:ext>
                </a:extLst>
              </a:tr>
              <a:tr h="123466">
                <a:tc>
                  <a:txBody>
                    <a:bodyPr/>
                    <a:lstStyle/>
                    <a:p>
                      <a:pPr algn="l" fontAlgn="b">
                        <a:buNone/>
                      </a:pPr>
                      <a:r>
                        <a:rPr lang="en-US" sz="500" u="none" strike="noStrike">
                          <a:effectLst/>
                        </a:rPr>
                        <a:t>Colt Ethernet VPN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1214.26</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967366649"/>
                  </a:ext>
                </a:extLst>
              </a:tr>
              <a:tr h="123466">
                <a:tc>
                  <a:txBody>
                    <a:bodyPr/>
                    <a:lstStyle/>
                    <a:p>
                      <a:pPr algn="l" fontAlgn="b">
                        <a:buNone/>
                      </a:pPr>
                      <a:r>
                        <a:rPr lang="en-GB" sz="500" u="none" strike="noStrike">
                          <a:effectLst/>
                        </a:rPr>
                        <a:t>Special Support - Colt Ethernet VPN</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1214.26</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195299466"/>
                  </a:ext>
                </a:extLst>
              </a:tr>
              <a:tr h="123466">
                <a:tc>
                  <a:txBody>
                    <a:bodyPr/>
                    <a:lstStyle/>
                    <a:p>
                      <a:pPr algn="l" fontAlgn="b">
                        <a:buNone/>
                      </a:pPr>
                      <a:r>
                        <a:rPr lang="en-US" sz="500" u="none" strike="noStrike">
                          <a:effectLst/>
                        </a:rPr>
                        <a:t>Colt IP Access</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13834.08</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237</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19</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181176074"/>
                  </a:ext>
                </a:extLst>
              </a:tr>
              <a:tr h="123466">
                <a:tc>
                  <a:txBody>
                    <a:bodyPr/>
                    <a:lstStyle/>
                    <a:p>
                      <a:pPr algn="l" fontAlgn="b">
                        <a:buNone/>
                      </a:pPr>
                      <a:r>
                        <a:rPr lang="en-GB" sz="500" u="none" strike="noStrike">
                          <a:effectLst/>
                        </a:rPr>
                        <a:t>Special Support - Colt IP Access</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7204.7</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154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16</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884033624"/>
                  </a:ext>
                </a:extLst>
              </a:tr>
              <a:tr h="123466">
                <a:tc>
                  <a:txBody>
                    <a:bodyPr/>
                    <a:lstStyle/>
                    <a:p>
                      <a:pPr algn="l" fontAlgn="b">
                        <a:buNone/>
                      </a:pPr>
                      <a:r>
                        <a:rPr lang="en-GB" sz="500" u="none" strike="noStrike">
                          <a:effectLst/>
                        </a:rPr>
                        <a:t>Special Support - Colt IP Access (Data Center Internet)</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6629.38</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19361841"/>
                  </a:ext>
                </a:extLst>
              </a:tr>
              <a:tr h="123466">
                <a:tc>
                  <a:txBody>
                    <a:bodyPr/>
                    <a:lstStyle/>
                    <a:p>
                      <a:pPr algn="l" fontAlgn="b">
                        <a:buNone/>
                      </a:pPr>
                      <a:r>
                        <a:rPr lang="en-GB" sz="500" u="none" strike="noStrike">
                          <a:effectLst/>
                        </a:rPr>
                        <a:t>Special Support - Colt IP Access (Internet Access)</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41</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666275676"/>
                  </a:ext>
                </a:extLst>
              </a:tr>
              <a:tr h="123466">
                <a:tc>
                  <a:txBody>
                    <a:bodyPr/>
                    <a:lstStyle/>
                    <a:p>
                      <a:pPr algn="l" fontAlgn="b">
                        <a:buNone/>
                      </a:pPr>
                      <a:r>
                        <a:rPr lang="en-US" sz="500" u="none" strike="noStrike">
                          <a:effectLst/>
                        </a:rPr>
                        <a:t>Colt IP Access Option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8</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361176508"/>
                  </a:ext>
                </a:extLst>
              </a:tr>
              <a:tr h="123466">
                <a:tc>
                  <a:txBody>
                    <a:bodyPr/>
                    <a:lstStyle/>
                    <a:p>
                      <a:pPr algn="l" fontAlgn="b">
                        <a:buNone/>
                      </a:pPr>
                      <a:r>
                        <a:rPr lang="en-GB" sz="500" u="none" strike="noStrike">
                          <a:effectLst/>
                        </a:rPr>
                        <a:t>Special Option - Colt IP Access</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8</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689259908"/>
                  </a:ext>
                </a:extLst>
              </a:tr>
              <a:tr h="123466">
                <a:tc>
                  <a:txBody>
                    <a:bodyPr/>
                    <a:lstStyle/>
                    <a:p>
                      <a:pPr algn="l" fontAlgn="b">
                        <a:buNone/>
                      </a:pPr>
                      <a:r>
                        <a:rPr lang="en-US" sz="500" u="none" strike="noStrike">
                          <a:effectLst/>
                        </a:rPr>
                        <a:t>Colt SDWAN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662339344"/>
                  </a:ext>
                </a:extLst>
              </a:tr>
              <a:tr h="123466">
                <a:tc>
                  <a:txBody>
                    <a:bodyPr/>
                    <a:lstStyle/>
                    <a:p>
                      <a:pPr algn="l" fontAlgn="b">
                        <a:buNone/>
                      </a:pPr>
                      <a:r>
                        <a:rPr lang="en-US" sz="500" u="none" strike="noStrike">
                          <a:effectLst/>
                        </a:rPr>
                        <a:t>Special Support - Colt IPVPN</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525133317"/>
                  </a:ext>
                </a:extLst>
              </a:tr>
              <a:tr h="123466">
                <a:tc>
                  <a:txBody>
                    <a:bodyPr/>
                    <a:lstStyle/>
                    <a:p>
                      <a:pPr algn="l" fontAlgn="b">
                        <a:buNone/>
                      </a:pPr>
                      <a:r>
                        <a:rPr lang="en-US" sz="500" u="none" strike="noStrike">
                          <a:effectLst/>
                        </a:rPr>
                        <a:t>Colt Wave</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4954.42</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36</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2094272151"/>
                  </a:ext>
                </a:extLst>
              </a:tr>
              <a:tr h="123466">
                <a:tc>
                  <a:txBody>
                    <a:bodyPr/>
                    <a:lstStyle/>
                    <a:p>
                      <a:pPr algn="l" fontAlgn="b">
                        <a:buNone/>
                      </a:pPr>
                      <a:r>
                        <a:rPr lang="en-US" sz="500" u="none" strike="noStrike">
                          <a:effectLst/>
                        </a:rPr>
                        <a:t>Special Support - Colt Wave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4954.42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20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678837098"/>
                  </a:ext>
                </a:extLst>
              </a:tr>
              <a:tr h="123466">
                <a:tc>
                  <a:txBody>
                    <a:bodyPr/>
                    <a:lstStyle/>
                    <a:p>
                      <a:pPr algn="l" fontAlgn="b">
                        <a:buNone/>
                      </a:pPr>
                      <a:r>
                        <a:rPr lang="en-GB" sz="500" u="none" strike="noStrike">
                          <a:effectLst/>
                        </a:rPr>
                        <a:t>Special Support - Colt Wave (Leased Line)</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16</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900990073"/>
                  </a:ext>
                </a:extLst>
              </a:tr>
              <a:tr h="123466">
                <a:tc>
                  <a:txBody>
                    <a:bodyPr/>
                    <a:lstStyle/>
                    <a:p>
                      <a:pPr algn="l" fontAlgn="b">
                        <a:buNone/>
                      </a:pPr>
                      <a:r>
                        <a:rPr lang="en-US" sz="500" u="none" strike="noStrike">
                          <a:effectLst/>
                        </a:rPr>
                        <a:t>Colt Wave Option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500495641"/>
                  </a:ext>
                </a:extLst>
              </a:tr>
              <a:tr h="123466">
                <a:tc>
                  <a:txBody>
                    <a:bodyPr/>
                    <a:lstStyle/>
                    <a:p>
                      <a:pPr algn="l" fontAlgn="b">
                        <a:buNone/>
                      </a:pPr>
                      <a:r>
                        <a:rPr lang="en-US" sz="500" u="none" strike="noStrike">
                          <a:effectLst/>
                        </a:rPr>
                        <a:t>Special Option - Colt Wave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264238302"/>
                  </a:ext>
                </a:extLst>
              </a:tr>
              <a:tr h="123466">
                <a:tc>
                  <a:txBody>
                    <a:bodyPr/>
                    <a:lstStyle/>
                    <a:p>
                      <a:pPr algn="l" fontAlgn="b">
                        <a:buNone/>
                      </a:pPr>
                      <a:r>
                        <a:rPr lang="en-US" sz="500" u="none" strike="noStrike">
                          <a:effectLst/>
                        </a:rPr>
                        <a:t>Global Managed Service</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556.94</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19803429"/>
                  </a:ext>
                </a:extLst>
              </a:tr>
              <a:tr h="123466">
                <a:tc>
                  <a:txBody>
                    <a:bodyPr/>
                    <a:lstStyle/>
                    <a:p>
                      <a:pPr algn="l" fontAlgn="b">
                        <a:buNone/>
                      </a:pPr>
                      <a:r>
                        <a:rPr lang="en-GB" sz="500" u="none" strike="noStrike">
                          <a:effectLst/>
                        </a:rPr>
                        <a:t>Special Support - Global Managed Service</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556.94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15</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846029301"/>
                  </a:ext>
                </a:extLst>
              </a:tr>
              <a:tr h="123466">
                <a:tc>
                  <a:txBody>
                    <a:bodyPr/>
                    <a:lstStyle/>
                    <a:p>
                      <a:pPr algn="l" fontAlgn="b">
                        <a:buNone/>
                      </a:pPr>
                      <a:r>
                        <a:rPr lang="en-US" sz="500" u="none" strike="noStrike">
                          <a:effectLst/>
                        </a:rPr>
                        <a:t>Global Service Option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2771200128"/>
                  </a:ext>
                </a:extLst>
              </a:tr>
              <a:tr h="123466">
                <a:tc>
                  <a:txBody>
                    <a:bodyPr/>
                    <a:lstStyle/>
                    <a:p>
                      <a:pPr algn="l" fontAlgn="b">
                        <a:buNone/>
                      </a:pPr>
                      <a:r>
                        <a:rPr lang="en-US" sz="500" u="none" strike="noStrike">
                          <a:effectLst/>
                        </a:rPr>
                        <a:t>Special Option - Network Service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2522066560"/>
                  </a:ext>
                </a:extLst>
              </a:tr>
              <a:tr h="123466">
                <a:tc>
                  <a:txBody>
                    <a:bodyPr/>
                    <a:lstStyle/>
                    <a:p>
                      <a:pPr algn="l" fontAlgn="b">
                        <a:buNone/>
                      </a:pPr>
                      <a:r>
                        <a:rPr lang="en-US" sz="500" u="none" strike="noStrike">
                          <a:effectLst/>
                        </a:rPr>
                        <a:t>Internet Option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2</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2662695270"/>
                  </a:ext>
                </a:extLst>
              </a:tr>
              <a:tr h="123466">
                <a:tc>
                  <a:txBody>
                    <a:bodyPr/>
                    <a:lstStyle/>
                    <a:p>
                      <a:pPr algn="l" fontAlgn="b">
                        <a:buNone/>
                      </a:pPr>
                      <a:r>
                        <a:rPr lang="en-US" sz="500" u="none" strike="noStrike">
                          <a:effectLst/>
                        </a:rPr>
                        <a:t>Special Option - Partner ISP</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212869602"/>
                  </a:ext>
                </a:extLst>
              </a:tr>
              <a:tr h="123466">
                <a:tc>
                  <a:txBody>
                    <a:bodyPr/>
                    <a:lstStyle/>
                    <a:p>
                      <a:pPr algn="l" fontAlgn="b">
                        <a:buNone/>
                      </a:pPr>
                      <a:r>
                        <a:rPr lang="en-US" sz="500" u="none" strike="noStrike">
                          <a:effectLst/>
                        </a:rPr>
                        <a:t>Managed Storage</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381.5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912292150"/>
                  </a:ext>
                </a:extLst>
              </a:tr>
              <a:tr h="123466">
                <a:tc>
                  <a:txBody>
                    <a:bodyPr/>
                    <a:lstStyle/>
                    <a:p>
                      <a:pPr algn="l" fontAlgn="b">
                        <a:buNone/>
                      </a:pPr>
                      <a:r>
                        <a:rPr lang="en-US" sz="500" u="none" strike="noStrike">
                          <a:effectLst/>
                        </a:rPr>
                        <a:t>Special Support - Managed Storage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381.5</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962829031"/>
                  </a:ext>
                </a:extLst>
              </a:tr>
              <a:tr h="123466">
                <a:tc>
                  <a:txBody>
                    <a:bodyPr/>
                    <a:lstStyle/>
                    <a:p>
                      <a:pPr algn="l" fontAlgn="b">
                        <a:buNone/>
                      </a:pPr>
                      <a:r>
                        <a:rPr lang="en-US" sz="500" u="none" strike="noStrike">
                          <a:effectLst/>
                        </a:rPr>
                        <a:t>Network Service</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196.2</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34</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707035642"/>
                  </a:ext>
                </a:extLst>
              </a:tr>
              <a:tr h="123466">
                <a:tc>
                  <a:txBody>
                    <a:bodyPr/>
                    <a:lstStyle/>
                    <a:p>
                      <a:pPr algn="l" fontAlgn="b">
                        <a:buNone/>
                      </a:pPr>
                      <a:r>
                        <a:rPr lang="en-US" sz="500" u="none" strike="noStrike">
                          <a:effectLst/>
                        </a:rPr>
                        <a:t>Special Support - Network Service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196.2</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67944043"/>
                  </a:ext>
                </a:extLst>
              </a:tr>
              <a:tr h="123466">
                <a:tc>
                  <a:txBody>
                    <a:bodyPr/>
                    <a:lstStyle/>
                    <a:p>
                      <a:pPr algn="l" fontAlgn="b">
                        <a:buNone/>
                      </a:pPr>
                      <a:r>
                        <a:rPr lang="en-US" sz="500" u="none" strike="noStrike">
                          <a:effectLst/>
                        </a:rPr>
                        <a:t>PCI DSS Ready Cloud</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6224.99</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58</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946536523"/>
                  </a:ext>
                </a:extLst>
              </a:tr>
              <a:tr h="123466">
                <a:tc>
                  <a:txBody>
                    <a:bodyPr/>
                    <a:lstStyle/>
                    <a:p>
                      <a:pPr algn="l" fontAlgn="b">
                        <a:buNone/>
                      </a:pPr>
                      <a:r>
                        <a:rPr lang="en-GB" sz="500" u="none" strike="noStrike">
                          <a:effectLst/>
                        </a:rPr>
                        <a:t>Special Support - PCI DSS Ready Cloud</a:t>
                      </a:r>
                      <a:endParaRPr lang="en-GB"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6224.99</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65</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58</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357684875"/>
                  </a:ext>
                </a:extLst>
              </a:tr>
              <a:tr h="123466">
                <a:tc>
                  <a:txBody>
                    <a:bodyPr/>
                    <a:lstStyle/>
                    <a:p>
                      <a:pPr algn="l" fontAlgn="b">
                        <a:buNone/>
                      </a:pPr>
                      <a:r>
                        <a:rPr lang="en-US" sz="500" u="none" strike="noStrike">
                          <a:effectLst/>
                        </a:rPr>
                        <a:t>Private Cloud</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36569.54</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94</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61</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842735770"/>
                  </a:ext>
                </a:extLst>
              </a:tr>
              <a:tr h="123466">
                <a:tc>
                  <a:txBody>
                    <a:bodyPr/>
                    <a:lstStyle/>
                    <a:p>
                      <a:pPr algn="l" fontAlgn="b">
                        <a:buNone/>
                      </a:pPr>
                      <a:r>
                        <a:rPr lang="en-US" sz="500" u="none" strike="noStrike">
                          <a:effectLst/>
                        </a:rPr>
                        <a:t>Special Option - Private Cloud</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151050212"/>
                  </a:ext>
                </a:extLst>
              </a:tr>
              <a:tr h="123466">
                <a:tc>
                  <a:txBody>
                    <a:bodyPr/>
                    <a:lstStyle/>
                    <a:p>
                      <a:pPr algn="l" fontAlgn="b">
                        <a:buNone/>
                      </a:pPr>
                      <a:r>
                        <a:rPr lang="en-US" sz="500" u="none" strike="noStrike">
                          <a:effectLst/>
                        </a:rPr>
                        <a:t>Special Support - Private Cloud</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36569.54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94</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61</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64084641"/>
                  </a:ext>
                </a:extLst>
              </a:tr>
              <a:tr h="123466">
                <a:tc>
                  <a:txBody>
                    <a:bodyPr/>
                    <a:lstStyle/>
                    <a:p>
                      <a:pPr algn="l" fontAlgn="b">
                        <a:buNone/>
                      </a:pPr>
                      <a:r>
                        <a:rPr lang="en-US" sz="500" u="none" strike="noStrike">
                          <a:effectLst/>
                        </a:rPr>
                        <a:t>Voice Option</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8.18</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21</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859632569"/>
                  </a:ext>
                </a:extLst>
              </a:tr>
              <a:tr h="123466">
                <a:tc>
                  <a:txBody>
                    <a:bodyPr/>
                    <a:lstStyle/>
                    <a:p>
                      <a:pPr algn="l" fontAlgn="b">
                        <a:buNone/>
                      </a:pPr>
                      <a:r>
                        <a:rPr lang="en-US" sz="500" u="none" strike="noStrike">
                          <a:effectLst/>
                        </a:rPr>
                        <a:t>Special Option - Voice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3</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0</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3729309710"/>
                  </a:ext>
                </a:extLst>
              </a:tr>
              <a:tr h="123466">
                <a:tc>
                  <a:txBody>
                    <a:bodyPr/>
                    <a:lstStyle/>
                    <a:p>
                      <a:pPr algn="l" fontAlgn="b">
                        <a:buNone/>
                      </a:pPr>
                      <a:r>
                        <a:rPr lang="en-US" sz="500" u="none" strike="noStrike">
                          <a:effectLst/>
                        </a:rPr>
                        <a:t>Special Support - Voice</a:t>
                      </a:r>
                      <a:endParaRPr lang="en-US" sz="500" b="0" i="0" u="none" strike="noStrike">
                        <a:solidFill>
                          <a:srgbClr val="000000"/>
                        </a:solidFill>
                        <a:effectLst/>
                        <a:latin typeface="Aptos Narrow" panose="020B0004020202020204" pitchFamily="34" charset="0"/>
                      </a:endParaRPr>
                    </a:p>
                  </a:txBody>
                  <a:tcPr marL="40794" marR="4533" marT="4533" marB="0" anchor="b"/>
                </a:tc>
                <a:tc>
                  <a:txBody>
                    <a:bodyPr/>
                    <a:lstStyle/>
                    <a:p>
                      <a:pPr algn="r" fontAlgn="b">
                        <a:buNone/>
                      </a:pPr>
                      <a:r>
                        <a:rPr lang="en-US" sz="500" u="none" strike="noStrike">
                          <a:effectLst/>
                        </a:rPr>
                        <a:t>8.18</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18</a:t>
                      </a:r>
                      <a:endParaRPr lang="en-US" sz="500" b="0"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a:t>
                      </a:r>
                      <a:endParaRPr lang="en-US" sz="500" b="0"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840897828"/>
                  </a:ext>
                </a:extLst>
              </a:tr>
              <a:tr h="123466">
                <a:tc>
                  <a:txBody>
                    <a:bodyPr/>
                    <a:lstStyle/>
                    <a:p>
                      <a:pPr algn="l" fontAlgn="b">
                        <a:buNone/>
                      </a:pPr>
                      <a:r>
                        <a:rPr lang="en-US" sz="500" u="none" strike="noStrike">
                          <a:effectLst/>
                        </a:rPr>
                        <a:t>Grand Total</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65281.65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645</a:t>
                      </a:r>
                      <a:endParaRPr lang="en-US" sz="500" b="1" i="0" u="none" strike="noStrike">
                        <a:solidFill>
                          <a:srgbClr val="000000"/>
                        </a:solidFill>
                        <a:effectLst/>
                        <a:latin typeface="Aptos Narrow" panose="020B0004020202020204" pitchFamily="34" charset="0"/>
                      </a:endParaRPr>
                    </a:p>
                  </a:txBody>
                  <a:tcPr marL="4533" marR="4533" marT="4533" marB="0" anchor="b"/>
                </a:tc>
                <a:tc>
                  <a:txBody>
                    <a:bodyPr/>
                    <a:lstStyle/>
                    <a:p>
                      <a:pPr algn="r" fontAlgn="b">
                        <a:buNone/>
                      </a:pPr>
                      <a:r>
                        <a:rPr lang="en-US" sz="500" u="none" strike="noStrike">
                          <a:effectLst/>
                        </a:rPr>
                        <a:t>172</a:t>
                      </a:r>
                      <a:endParaRPr lang="en-US" sz="500" b="1" i="0" u="none" strike="noStrike">
                        <a:solidFill>
                          <a:srgbClr val="000000"/>
                        </a:solidFill>
                        <a:effectLst/>
                        <a:latin typeface="Aptos Narrow" panose="020B0004020202020204" pitchFamily="34" charset="0"/>
                      </a:endParaRPr>
                    </a:p>
                  </a:txBody>
                  <a:tcPr marL="4533" marR="4533" marT="4533" marB="0" anchor="b"/>
                </a:tc>
                <a:extLst>
                  <a:ext uri="{0D108BD9-81ED-4DB2-BD59-A6C34878D82A}">
                    <a16:rowId xmlns:a16="http://schemas.microsoft.com/office/drawing/2014/main" val="1854165095"/>
                  </a:ext>
                </a:extLst>
              </a:tr>
            </a:tbl>
          </a:graphicData>
        </a:graphic>
      </p:graphicFrame>
    </p:spTree>
    <p:extLst>
      <p:ext uri="{BB962C8B-B14F-4D97-AF65-F5344CB8AC3E}">
        <p14:creationId xmlns:p14="http://schemas.microsoft.com/office/powerpoint/2010/main" val="200196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65A9-8F3E-FCC6-578B-525C07ACA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C3269-92E5-15EB-F203-A0D5758D78DC}"/>
              </a:ext>
            </a:extLst>
          </p:cNvPr>
          <p:cNvSpPr>
            <a:spLocks noGrp="1"/>
          </p:cNvSpPr>
          <p:nvPr>
            <p:ph type="title"/>
          </p:nvPr>
        </p:nvSpPr>
        <p:spPr>
          <a:xfrm>
            <a:off x="513470" y="360000"/>
            <a:ext cx="9732940" cy="316275"/>
          </a:xfrm>
        </p:spPr>
        <p:txBody>
          <a:bodyPr>
            <a:normAutofit fontScale="90000"/>
          </a:bodyPr>
          <a:lstStyle/>
          <a:p>
            <a:r>
              <a:rPr lang="en-US"/>
              <a:t>Special Support Volumes</a:t>
            </a:r>
            <a:br>
              <a:rPr lang="en-US"/>
            </a:br>
            <a:br>
              <a:rPr lang="en-US"/>
            </a:br>
            <a:endParaRPr lang="en-US"/>
          </a:p>
        </p:txBody>
      </p:sp>
      <p:graphicFrame>
        <p:nvGraphicFramePr>
          <p:cNvPr id="5" name="Table 4">
            <a:extLst>
              <a:ext uri="{FF2B5EF4-FFF2-40B4-BE49-F238E27FC236}">
                <a16:creationId xmlns:a16="http://schemas.microsoft.com/office/drawing/2014/main" id="{E8BA6590-1E9D-0A1B-E8E0-D50EB1507911}"/>
              </a:ext>
            </a:extLst>
          </p:cNvPr>
          <p:cNvGraphicFramePr>
            <a:graphicFrameLocks noGrp="1"/>
          </p:cNvGraphicFramePr>
          <p:nvPr>
            <p:extLst>
              <p:ext uri="{D42A27DB-BD31-4B8C-83A1-F6EECF244321}">
                <p14:modId xmlns:p14="http://schemas.microsoft.com/office/powerpoint/2010/main" val="558186851"/>
              </p:ext>
            </p:extLst>
          </p:nvPr>
        </p:nvGraphicFramePr>
        <p:xfrm>
          <a:off x="1296717" y="2350190"/>
          <a:ext cx="9874490" cy="522406"/>
        </p:xfrm>
        <a:graphic>
          <a:graphicData uri="http://schemas.openxmlformats.org/drawingml/2006/table">
            <a:tbl>
              <a:tblPr>
                <a:tableStyleId>{5C22544A-7EE6-4342-B048-85BDC9FD1C3A}</a:tableStyleId>
              </a:tblPr>
              <a:tblGrid>
                <a:gridCol w="3638664">
                  <a:extLst>
                    <a:ext uri="{9D8B030D-6E8A-4147-A177-3AD203B41FA5}">
                      <a16:colId xmlns:a16="http://schemas.microsoft.com/office/drawing/2014/main" val="4091996945"/>
                    </a:ext>
                  </a:extLst>
                </a:gridCol>
                <a:gridCol w="2425776">
                  <a:extLst>
                    <a:ext uri="{9D8B030D-6E8A-4147-A177-3AD203B41FA5}">
                      <a16:colId xmlns:a16="http://schemas.microsoft.com/office/drawing/2014/main" val="642079947"/>
                    </a:ext>
                  </a:extLst>
                </a:gridCol>
                <a:gridCol w="1278806">
                  <a:extLst>
                    <a:ext uri="{9D8B030D-6E8A-4147-A177-3AD203B41FA5}">
                      <a16:colId xmlns:a16="http://schemas.microsoft.com/office/drawing/2014/main" val="23652948"/>
                    </a:ext>
                  </a:extLst>
                </a:gridCol>
                <a:gridCol w="2531244">
                  <a:extLst>
                    <a:ext uri="{9D8B030D-6E8A-4147-A177-3AD203B41FA5}">
                      <a16:colId xmlns:a16="http://schemas.microsoft.com/office/drawing/2014/main" val="3855289690"/>
                    </a:ext>
                  </a:extLst>
                </a:gridCol>
              </a:tblGrid>
              <a:tr h="522406">
                <a:tc>
                  <a:txBody>
                    <a:bodyPr/>
                    <a:lstStyle/>
                    <a:p>
                      <a:pPr algn="l" fontAlgn="b">
                        <a:buNone/>
                      </a:pPr>
                      <a:r>
                        <a:rPr lang="en-US" sz="1100" b="1" u="none" strike="noStrike">
                          <a:effectLst/>
                        </a:rPr>
                        <a:t>Row Labels</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b="1" u="none" strike="noStrike">
                          <a:effectLst/>
                        </a:rPr>
                        <a:t>Sum of Revenue (Month)　（EUR）</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b="1" u="none" strike="noStrike">
                          <a:effectLst/>
                        </a:rPr>
                        <a:t>Sum of Total Count</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b="1" u="none" strike="noStrike">
                          <a:effectLst/>
                        </a:rPr>
                        <a:t>Sum of Count (MRC &gt; 0) ,excluding N/A</a:t>
                      </a:r>
                      <a:endParaRPr lang="en-GB"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50078270"/>
                  </a:ext>
                </a:extLst>
              </a:tr>
            </a:tbl>
          </a:graphicData>
        </a:graphic>
      </p:graphicFrame>
      <p:graphicFrame>
        <p:nvGraphicFramePr>
          <p:cNvPr id="7" name="Table 6">
            <a:extLst>
              <a:ext uri="{FF2B5EF4-FFF2-40B4-BE49-F238E27FC236}">
                <a16:creationId xmlns:a16="http://schemas.microsoft.com/office/drawing/2014/main" id="{E0761511-A6BC-5D97-550B-18C7B8BC9E78}"/>
              </a:ext>
            </a:extLst>
          </p:cNvPr>
          <p:cNvGraphicFramePr>
            <a:graphicFrameLocks noGrp="1"/>
          </p:cNvGraphicFramePr>
          <p:nvPr>
            <p:extLst>
              <p:ext uri="{D42A27DB-BD31-4B8C-83A1-F6EECF244321}">
                <p14:modId xmlns:p14="http://schemas.microsoft.com/office/powerpoint/2010/main" val="1188172893"/>
              </p:ext>
            </p:extLst>
          </p:nvPr>
        </p:nvGraphicFramePr>
        <p:xfrm>
          <a:off x="1296716" y="2872596"/>
          <a:ext cx="9874490" cy="190500"/>
        </p:xfrm>
        <a:graphic>
          <a:graphicData uri="http://schemas.openxmlformats.org/drawingml/2006/table">
            <a:tbl>
              <a:tblPr>
                <a:tableStyleId>{5C22544A-7EE6-4342-B048-85BDC9FD1C3A}</a:tableStyleId>
              </a:tblPr>
              <a:tblGrid>
                <a:gridCol w="3638664">
                  <a:extLst>
                    <a:ext uri="{9D8B030D-6E8A-4147-A177-3AD203B41FA5}">
                      <a16:colId xmlns:a16="http://schemas.microsoft.com/office/drawing/2014/main" val="1070531989"/>
                    </a:ext>
                  </a:extLst>
                </a:gridCol>
                <a:gridCol w="2425776">
                  <a:extLst>
                    <a:ext uri="{9D8B030D-6E8A-4147-A177-3AD203B41FA5}">
                      <a16:colId xmlns:a16="http://schemas.microsoft.com/office/drawing/2014/main" val="4098728420"/>
                    </a:ext>
                  </a:extLst>
                </a:gridCol>
                <a:gridCol w="1278806">
                  <a:extLst>
                    <a:ext uri="{9D8B030D-6E8A-4147-A177-3AD203B41FA5}">
                      <a16:colId xmlns:a16="http://schemas.microsoft.com/office/drawing/2014/main" val="168117934"/>
                    </a:ext>
                  </a:extLst>
                </a:gridCol>
                <a:gridCol w="2531244">
                  <a:extLst>
                    <a:ext uri="{9D8B030D-6E8A-4147-A177-3AD203B41FA5}">
                      <a16:colId xmlns:a16="http://schemas.microsoft.com/office/drawing/2014/main" val="1287041783"/>
                    </a:ext>
                  </a:extLst>
                </a:gridCol>
              </a:tblGrid>
              <a:tr h="190500">
                <a:tc>
                  <a:txBody>
                    <a:bodyPr/>
                    <a:lstStyle/>
                    <a:p>
                      <a:pPr algn="l" fontAlgn="b">
                        <a:buNone/>
                      </a:pPr>
                      <a:r>
                        <a:rPr lang="en-US" sz="1100" b="1"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93620.41</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2728</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395</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039892330"/>
                  </a:ext>
                </a:extLst>
              </a:tr>
            </a:tbl>
          </a:graphicData>
        </a:graphic>
      </p:graphicFrame>
    </p:spTree>
    <p:extLst>
      <p:ext uri="{BB962C8B-B14F-4D97-AF65-F5344CB8AC3E}">
        <p14:creationId xmlns:p14="http://schemas.microsoft.com/office/powerpoint/2010/main" val="2612094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359F-065A-9884-BBB6-79BE0A606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7B96C-88CE-69E0-620E-48C757D45797}"/>
              </a:ext>
            </a:extLst>
          </p:cNvPr>
          <p:cNvSpPr>
            <a:spLocks noGrp="1"/>
          </p:cNvSpPr>
          <p:nvPr>
            <p:ph type="title"/>
          </p:nvPr>
        </p:nvSpPr>
        <p:spPr>
          <a:xfrm>
            <a:off x="513470" y="360000"/>
            <a:ext cx="9732940" cy="316275"/>
          </a:xfrm>
        </p:spPr>
        <p:txBody>
          <a:bodyPr>
            <a:normAutofit fontScale="90000"/>
          </a:bodyPr>
          <a:lstStyle/>
          <a:p>
            <a:r>
              <a:rPr lang="en-US"/>
              <a:t>Key Takeaways &amp; Assumptions</a:t>
            </a:r>
            <a:br>
              <a:rPr lang="en-US"/>
            </a:br>
            <a:br>
              <a:rPr lang="en-US"/>
            </a:br>
            <a:endParaRPr lang="en-US"/>
          </a:p>
        </p:txBody>
      </p:sp>
      <p:sp>
        <p:nvSpPr>
          <p:cNvPr id="4" name="Content Placeholder 3">
            <a:extLst>
              <a:ext uri="{FF2B5EF4-FFF2-40B4-BE49-F238E27FC236}">
                <a16:creationId xmlns:a16="http://schemas.microsoft.com/office/drawing/2014/main" id="{6D41FA65-3268-E4CA-AAA6-1E370541EB5B}"/>
              </a:ext>
            </a:extLst>
          </p:cNvPr>
          <p:cNvSpPr>
            <a:spLocks noGrp="1"/>
          </p:cNvSpPr>
          <p:nvPr>
            <p:ph idx="1"/>
          </p:nvPr>
        </p:nvSpPr>
        <p:spPr>
          <a:xfrm>
            <a:off x="513470" y="751250"/>
            <a:ext cx="9953850" cy="2233490"/>
          </a:xfrm>
        </p:spPr>
        <p:txBody>
          <a:bodyPr/>
          <a:lstStyle/>
          <a:p>
            <a:r>
              <a:rPr lang="en-US"/>
              <a:t>Special Support Options are separate orders in Asia Siebel</a:t>
            </a:r>
          </a:p>
          <a:p>
            <a:r>
              <a:rPr lang="en-US"/>
              <a:t>Related order references may be captured in notes</a:t>
            </a:r>
          </a:p>
          <a:p>
            <a:r>
              <a:rPr lang="en-US"/>
              <a:t>Configuration related to these Special Support Options are captured in Notes</a:t>
            </a:r>
          </a:p>
          <a:p>
            <a:r>
              <a:rPr lang="en-US"/>
              <a:t>These Special Support options are bespoke orders</a:t>
            </a:r>
          </a:p>
          <a:p>
            <a:r>
              <a:rPr lang="en-US"/>
              <a:t>There is no configuration attributes available for these orders in Asia Siebel</a:t>
            </a:r>
          </a:p>
          <a:p>
            <a:r>
              <a:rPr lang="en-US"/>
              <a:t>Assuming there is Parent Service for these special support options</a:t>
            </a:r>
          </a:p>
          <a:p>
            <a:pPr marL="0" indent="0">
              <a:buNone/>
            </a:pPr>
            <a:endParaRPr lang="en-US"/>
          </a:p>
          <a:p>
            <a:endParaRPr lang="en-US"/>
          </a:p>
          <a:p>
            <a:endParaRPr lang="en-US"/>
          </a:p>
        </p:txBody>
      </p:sp>
      <p:sp>
        <p:nvSpPr>
          <p:cNvPr id="5" name="Title 1">
            <a:extLst>
              <a:ext uri="{FF2B5EF4-FFF2-40B4-BE49-F238E27FC236}">
                <a16:creationId xmlns:a16="http://schemas.microsoft.com/office/drawing/2014/main" id="{4A047EAF-37E3-46AE-C610-FB523EA8DB0D}"/>
              </a:ext>
            </a:extLst>
          </p:cNvPr>
          <p:cNvSpPr txBox="1">
            <a:spLocks/>
          </p:cNvSpPr>
          <p:nvPr/>
        </p:nvSpPr>
        <p:spPr>
          <a:xfrm>
            <a:off x="623924" y="3112725"/>
            <a:ext cx="10090083" cy="648392"/>
          </a:xfrm>
          <a:prstGeom prst="rect">
            <a:avLst/>
          </a:prstGeom>
        </p:spPr>
        <p:txBody>
          <a:bodyPr vert="horz" lIns="0" tIns="0" rIns="0" bIns="0" rtlCol="0" anchor="t">
            <a:normAutofit fontScale="97500" lnSpcReduction="10000"/>
          </a:bodyPr>
          <a:lstStyle>
            <a:lvl1pPr algn="l" defTabSz="914400" rtl="0" eaLnBrk="1" latinLnBrk="0" hangingPunct="1">
              <a:lnSpc>
                <a:spcPct val="80000"/>
              </a:lnSpc>
              <a:spcBef>
                <a:spcPct val="0"/>
              </a:spcBef>
              <a:buNone/>
              <a:defRPr sz="1800" b="1" i="0" kern="1200" cap="all" spc="-50" baseline="0">
                <a:solidFill>
                  <a:schemeClr val="tx1"/>
                </a:solidFill>
                <a:latin typeface="Arial" panose="020B0604020202020204" pitchFamily="34" charset="0"/>
                <a:ea typeface="+mj-ea"/>
                <a:cs typeface="+mj-cs"/>
              </a:defRPr>
            </a:lvl1pPr>
          </a:lstStyle>
          <a:p>
            <a:r>
              <a:rPr lang="en-US"/>
              <a:t>Migration Issues</a:t>
            </a:r>
            <a:br>
              <a:rPr lang="en-US"/>
            </a:br>
            <a:br>
              <a:rPr lang="en-US"/>
            </a:br>
            <a:endParaRPr lang="en-US"/>
          </a:p>
        </p:txBody>
      </p:sp>
      <p:sp>
        <p:nvSpPr>
          <p:cNvPr id="7" name="Content Placeholder 3">
            <a:extLst>
              <a:ext uri="{FF2B5EF4-FFF2-40B4-BE49-F238E27FC236}">
                <a16:creationId xmlns:a16="http://schemas.microsoft.com/office/drawing/2014/main" id="{EA405D52-AC54-D696-545A-F8A20B211BB6}"/>
              </a:ext>
            </a:extLst>
          </p:cNvPr>
          <p:cNvSpPr txBox="1">
            <a:spLocks/>
          </p:cNvSpPr>
          <p:nvPr/>
        </p:nvSpPr>
        <p:spPr>
          <a:xfrm>
            <a:off x="513470" y="3534707"/>
            <a:ext cx="9953850" cy="1897059"/>
          </a:xfrm>
          <a:prstGeom prst="rect">
            <a:avLst/>
          </a:prstGeom>
        </p:spPr>
        <p:txBody>
          <a:bodyPr vert="horz" lIns="0" tIns="0" rIns="0" bIns="0" rtlCol="0">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4"/>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4"/>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4"/>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4"/>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4"/>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Migrating these Special Support Options as CPE Solutions, CSO, </a:t>
            </a:r>
            <a:r>
              <a:rPr lang="en-US" err="1"/>
              <a:t>MarketPrizm</a:t>
            </a:r>
            <a:r>
              <a:rPr lang="en-US"/>
              <a:t> Cross Connect, Professional Services is not feasible since there is no configuration available to populate these mandatory attributes for the orders on Target.</a:t>
            </a:r>
          </a:p>
          <a:p>
            <a:r>
              <a:rPr lang="en-US"/>
              <a:t> </a:t>
            </a:r>
          </a:p>
        </p:txBody>
      </p:sp>
    </p:spTree>
    <p:extLst>
      <p:ext uri="{BB962C8B-B14F-4D97-AF65-F5344CB8AC3E}">
        <p14:creationId xmlns:p14="http://schemas.microsoft.com/office/powerpoint/2010/main" val="2514396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F5C4-9123-5C0F-C4D4-276D7B7D2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DC318-D848-6BE8-1818-6E41D875F06A}"/>
              </a:ext>
            </a:extLst>
          </p:cNvPr>
          <p:cNvSpPr>
            <a:spLocks noGrp="1"/>
          </p:cNvSpPr>
          <p:nvPr>
            <p:ph type="title"/>
          </p:nvPr>
        </p:nvSpPr>
        <p:spPr>
          <a:xfrm>
            <a:off x="513470" y="360000"/>
            <a:ext cx="9732940" cy="316275"/>
          </a:xfrm>
        </p:spPr>
        <p:txBody>
          <a:bodyPr>
            <a:normAutofit fontScale="90000"/>
          </a:bodyPr>
          <a:lstStyle/>
          <a:p>
            <a:r>
              <a:rPr lang="en-US"/>
              <a:t>Migration Approach</a:t>
            </a:r>
            <a:br>
              <a:rPr lang="en-US"/>
            </a:br>
            <a:br>
              <a:rPr lang="en-US"/>
            </a:br>
            <a:endParaRPr lang="en-US"/>
          </a:p>
        </p:txBody>
      </p:sp>
      <p:sp>
        <p:nvSpPr>
          <p:cNvPr id="4" name="Content Placeholder 3">
            <a:extLst>
              <a:ext uri="{FF2B5EF4-FFF2-40B4-BE49-F238E27FC236}">
                <a16:creationId xmlns:a16="http://schemas.microsoft.com/office/drawing/2014/main" id="{D137D86B-ECF3-3571-AC20-7F8CCC4122FF}"/>
              </a:ext>
            </a:extLst>
          </p:cNvPr>
          <p:cNvSpPr>
            <a:spLocks noGrp="1"/>
          </p:cNvSpPr>
          <p:nvPr>
            <p:ph idx="1"/>
          </p:nvPr>
        </p:nvSpPr>
        <p:spPr>
          <a:xfrm>
            <a:off x="513469" y="569343"/>
            <a:ext cx="11020047" cy="6288657"/>
          </a:xfrm>
        </p:spPr>
        <p:txBody>
          <a:bodyPr>
            <a:normAutofit/>
          </a:bodyPr>
          <a:lstStyle/>
          <a:p>
            <a:pPr lvl="0"/>
            <a:r>
              <a:rPr lang="en-US"/>
              <a:t>Special option Support for various Products (category 1 &amp; 2) – </a:t>
            </a:r>
          </a:p>
          <a:p>
            <a:pPr lvl="1"/>
            <a:r>
              <a:rPr lang="en-US"/>
              <a:t>Option 1 - These are bespoke options offered to customers in various products. We migrate them as Bespoke Orders (flag) + Colt Billing Product + Service Grouping (where parent reference is identifiable)</a:t>
            </a:r>
          </a:p>
          <a:p>
            <a:pPr lvl="2"/>
            <a:r>
              <a:rPr lang="en-US"/>
              <a:t>Target Product Name is available to map in Colt Billing Product</a:t>
            </a:r>
          </a:p>
          <a:p>
            <a:pPr lvl="2"/>
            <a:r>
              <a:rPr lang="en-US"/>
              <a:t>Notes will be migrated for each order as captured in Asia Siebel</a:t>
            </a:r>
          </a:p>
          <a:p>
            <a:pPr lvl="2"/>
            <a:r>
              <a:rPr lang="en-US"/>
              <a:t>We can use the Bespoke flag and service group these orders to Parents orders where available</a:t>
            </a:r>
          </a:p>
          <a:p>
            <a:pPr lvl="2"/>
            <a:r>
              <a:rPr lang="en-US"/>
              <a:t>Asia Siebel Customer Order ID would be used to group the order together in Global Siebel.  Following are Approach to Group Orders together in Global Seibel</a:t>
            </a:r>
          </a:p>
          <a:p>
            <a:pPr lvl="3"/>
            <a:r>
              <a:rPr lang="en-US"/>
              <a:t>Service Group</a:t>
            </a:r>
          </a:p>
          <a:p>
            <a:pPr lvl="3"/>
            <a:r>
              <a:rPr lang="en-US"/>
              <a:t>Related Orders</a:t>
            </a:r>
          </a:p>
          <a:p>
            <a:pPr lvl="3"/>
            <a:r>
              <a:rPr lang="en-US"/>
              <a:t>Any other option?</a:t>
            </a:r>
          </a:p>
          <a:p>
            <a:pPr lvl="2"/>
            <a:r>
              <a:rPr lang="en-US"/>
              <a:t>Change category to 3</a:t>
            </a:r>
          </a:p>
          <a:p>
            <a:pPr lvl="1"/>
            <a:r>
              <a:rPr lang="en-US"/>
              <a:t>Pros – </a:t>
            </a:r>
          </a:p>
          <a:p>
            <a:pPr lvl="2"/>
            <a:r>
              <a:rPr lang="en-US"/>
              <a:t>Colt Billing Product Framework is readily available for Migration</a:t>
            </a:r>
          </a:p>
          <a:p>
            <a:pPr lvl="2"/>
            <a:r>
              <a:rPr lang="en-US"/>
              <a:t>Little to no development is required in Siebel</a:t>
            </a:r>
          </a:p>
          <a:p>
            <a:pPr lvl="2"/>
            <a:r>
              <a:rPr lang="en-US"/>
              <a:t>Revenue will be mapped to the respective products</a:t>
            </a:r>
          </a:p>
          <a:p>
            <a:pPr lvl="1"/>
            <a:r>
              <a:rPr lang="en-US"/>
              <a:t>Cons - None</a:t>
            </a:r>
          </a:p>
          <a:p>
            <a:pPr lvl="2"/>
            <a:endParaRPr lang="en-US"/>
          </a:p>
          <a:p>
            <a:pPr lvl="2"/>
            <a:endParaRPr lang="en-US"/>
          </a:p>
          <a:p>
            <a:endParaRPr lang="en-US"/>
          </a:p>
        </p:txBody>
      </p:sp>
      <p:sp>
        <p:nvSpPr>
          <p:cNvPr id="3" name="Rectangle 2">
            <a:extLst>
              <a:ext uri="{FF2B5EF4-FFF2-40B4-BE49-F238E27FC236}">
                <a16:creationId xmlns:a16="http://schemas.microsoft.com/office/drawing/2014/main" id="{A299B929-68B5-4487-0436-F13ACA8079C1}"/>
              </a:ext>
            </a:extLst>
          </p:cNvPr>
          <p:cNvSpPr/>
          <p:nvPr/>
        </p:nvSpPr>
        <p:spPr>
          <a:xfrm>
            <a:off x="4158457" y="41978"/>
            <a:ext cx="1221483" cy="422694"/>
          </a:xfrm>
          <a:prstGeom prst="rect">
            <a:avLst/>
          </a:prstGeom>
          <a:solidFill>
            <a:schemeClr val="bg1"/>
          </a:solidFill>
          <a:ln w="6344" cap="flat">
            <a:noFill/>
            <a:prstDash val="solid"/>
            <a:miter/>
          </a:ln>
        </p:spPr>
        <p:txBody>
          <a:bodyPr rtlCol="0" anchor="ctr"/>
          <a:lstStyle/>
          <a:p>
            <a:pPr algn="l"/>
            <a:r>
              <a:rPr lang="en-US"/>
              <a:t>Preferred</a:t>
            </a:r>
          </a:p>
        </p:txBody>
      </p:sp>
    </p:spTree>
    <p:extLst>
      <p:ext uri="{BB962C8B-B14F-4D97-AF65-F5344CB8AC3E}">
        <p14:creationId xmlns:p14="http://schemas.microsoft.com/office/powerpoint/2010/main" val="69573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ED745-31B9-A139-95CE-3D4C974A5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679B7-11BC-841C-2C2E-042F87ED02DB}"/>
              </a:ext>
            </a:extLst>
          </p:cNvPr>
          <p:cNvSpPr>
            <a:spLocks noGrp="1"/>
          </p:cNvSpPr>
          <p:nvPr>
            <p:ph type="title"/>
          </p:nvPr>
        </p:nvSpPr>
        <p:spPr>
          <a:xfrm>
            <a:off x="513470" y="360000"/>
            <a:ext cx="9732940" cy="316275"/>
          </a:xfrm>
        </p:spPr>
        <p:txBody>
          <a:bodyPr>
            <a:normAutofit fontScale="90000"/>
          </a:bodyPr>
          <a:lstStyle/>
          <a:p>
            <a:r>
              <a:rPr lang="en-US"/>
              <a:t>Migration Approach</a:t>
            </a:r>
            <a:br>
              <a:rPr lang="en-US"/>
            </a:br>
            <a:br>
              <a:rPr lang="en-US"/>
            </a:br>
            <a:endParaRPr lang="en-US"/>
          </a:p>
        </p:txBody>
      </p:sp>
      <p:sp>
        <p:nvSpPr>
          <p:cNvPr id="4" name="Content Placeholder 3">
            <a:extLst>
              <a:ext uri="{FF2B5EF4-FFF2-40B4-BE49-F238E27FC236}">
                <a16:creationId xmlns:a16="http://schemas.microsoft.com/office/drawing/2014/main" id="{3274B23C-CF0C-EC96-F16B-79E1FEF89AEE}"/>
              </a:ext>
            </a:extLst>
          </p:cNvPr>
          <p:cNvSpPr>
            <a:spLocks noGrp="1"/>
          </p:cNvSpPr>
          <p:nvPr>
            <p:ph idx="1"/>
          </p:nvPr>
        </p:nvSpPr>
        <p:spPr>
          <a:xfrm>
            <a:off x="513469" y="569343"/>
            <a:ext cx="11020047" cy="6288657"/>
          </a:xfrm>
        </p:spPr>
        <p:txBody>
          <a:bodyPr>
            <a:normAutofit/>
          </a:bodyPr>
          <a:lstStyle/>
          <a:p>
            <a:pPr lvl="1"/>
            <a:r>
              <a:rPr lang="en-US"/>
              <a:t>Option 2 – Align these services to Professional Services - Data or Voice. We need to map these special support options for existing PS offerings or new. Needs additional mapping effort + Service Grouping.</a:t>
            </a:r>
          </a:p>
          <a:p>
            <a:pPr lvl="2"/>
            <a:r>
              <a:rPr lang="en-US"/>
              <a:t>All of the Special Support Options are Data Products</a:t>
            </a:r>
          </a:p>
          <a:p>
            <a:pPr lvl="2"/>
            <a:r>
              <a:rPr lang="en-US"/>
              <a:t>Additional mapping effort is required to map these to following professional services in order to introduce special support option</a:t>
            </a:r>
          </a:p>
          <a:p>
            <a:pPr lvl="3"/>
            <a:r>
              <a:rPr lang="en-US"/>
              <a:t>Service Management</a:t>
            </a:r>
          </a:p>
          <a:p>
            <a:pPr lvl="3"/>
            <a:r>
              <a:rPr lang="en-US"/>
              <a:t>Service Transition</a:t>
            </a:r>
          </a:p>
          <a:p>
            <a:pPr lvl="3"/>
            <a:r>
              <a:rPr lang="en-US"/>
              <a:t>Premium Network Services</a:t>
            </a:r>
          </a:p>
          <a:p>
            <a:pPr lvl="3"/>
            <a:r>
              <a:rPr lang="en-US"/>
              <a:t>Consultancy &amp; Design</a:t>
            </a:r>
          </a:p>
          <a:p>
            <a:pPr lvl="3"/>
            <a:r>
              <a:rPr lang="en-US"/>
              <a:t>Project Management </a:t>
            </a:r>
          </a:p>
          <a:p>
            <a:pPr lvl="3"/>
            <a:r>
              <a:rPr lang="en-US"/>
              <a:t>Service operations</a:t>
            </a:r>
          </a:p>
          <a:p>
            <a:pPr lvl="2"/>
            <a:r>
              <a:rPr lang="en-US"/>
              <a:t>Keep Category as 2</a:t>
            </a:r>
          </a:p>
          <a:p>
            <a:pPr lvl="2"/>
            <a:r>
              <a:rPr lang="en-US"/>
              <a:t>Why introduce a special support option in Professional services when we can reuse the Bespoke Process readily available in target.</a:t>
            </a:r>
          </a:p>
          <a:p>
            <a:pPr lvl="1"/>
            <a:r>
              <a:rPr lang="en-US"/>
              <a:t>Pros – </a:t>
            </a:r>
          </a:p>
          <a:p>
            <a:pPr lvl="1"/>
            <a:r>
              <a:rPr lang="en-US"/>
              <a:t>Cons – </a:t>
            </a:r>
          </a:p>
          <a:p>
            <a:pPr lvl="2"/>
            <a:r>
              <a:rPr lang="en-US"/>
              <a:t>Requires significant mapping and development effort compared to option 1</a:t>
            </a:r>
          </a:p>
          <a:p>
            <a:pPr lvl="2"/>
            <a:r>
              <a:rPr lang="en-US"/>
              <a:t>Creating a redundant way to order bespoke via Professional Services. ( to be agreed with Paul Morison)</a:t>
            </a:r>
          </a:p>
          <a:p>
            <a:pPr lvl="2"/>
            <a:endParaRPr lang="en-US"/>
          </a:p>
          <a:p>
            <a:endParaRPr lang="en-US"/>
          </a:p>
        </p:txBody>
      </p:sp>
    </p:spTree>
    <p:extLst>
      <p:ext uri="{BB962C8B-B14F-4D97-AF65-F5344CB8AC3E}">
        <p14:creationId xmlns:p14="http://schemas.microsoft.com/office/powerpoint/2010/main" val="40164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D556F-CB17-C9B3-AAAA-9AB772855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D615A-50EE-3DF6-9ED8-0A526D44664E}"/>
              </a:ext>
            </a:extLst>
          </p:cNvPr>
          <p:cNvSpPr>
            <a:spLocks noGrp="1"/>
          </p:cNvSpPr>
          <p:nvPr>
            <p:ph type="title"/>
          </p:nvPr>
        </p:nvSpPr>
        <p:spPr>
          <a:xfrm>
            <a:off x="522179" y="116161"/>
            <a:ext cx="9732940" cy="406354"/>
          </a:xfrm>
        </p:spPr>
        <p:txBody>
          <a:bodyPr>
            <a:normAutofit/>
          </a:bodyPr>
          <a:lstStyle/>
          <a:p>
            <a:r>
              <a:rPr lang="en-US"/>
              <a:t>Approach to handle Special Option scenario in Global Siebel</a:t>
            </a:r>
          </a:p>
        </p:txBody>
      </p:sp>
      <p:sp>
        <p:nvSpPr>
          <p:cNvPr id="3" name="Content Placeholder 2">
            <a:extLst>
              <a:ext uri="{FF2B5EF4-FFF2-40B4-BE49-F238E27FC236}">
                <a16:creationId xmlns:a16="http://schemas.microsoft.com/office/drawing/2014/main" id="{EAA3F73F-A5BB-3AAC-2705-D7B1CD8FDB03}"/>
              </a:ext>
            </a:extLst>
          </p:cNvPr>
          <p:cNvSpPr>
            <a:spLocks noGrp="1"/>
          </p:cNvSpPr>
          <p:nvPr>
            <p:ph idx="1"/>
          </p:nvPr>
        </p:nvSpPr>
        <p:spPr>
          <a:xfrm>
            <a:off x="426720" y="522515"/>
            <a:ext cx="10607130" cy="6130834"/>
          </a:xfrm>
        </p:spPr>
        <p:txBody>
          <a:bodyPr/>
          <a:lstStyle/>
          <a:p>
            <a:r>
              <a:rPr lang="en-GB" b="1"/>
              <a:t>Future Handling of Special Support and Bespoke Orders:</a:t>
            </a:r>
            <a:r>
              <a:rPr lang="en-GB"/>
              <a:t> Mitchell, Victor, Atsuko, and Amit discussed the future process for handling special support and bespoke orders in Global Siebel, weighing the impact of using the bespoke order framework versus billing only orders and the implications for the sales cycle.</a:t>
            </a:r>
          </a:p>
          <a:p>
            <a:r>
              <a:rPr lang="en-GB"/>
              <a:t>.</a:t>
            </a:r>
          </a:p>
          <a:p>
            <a:r>
              <a:rPr lang="en-GB" b="1"/>
              <a:t>Bespoke Order Framework:</a:t>
            </a:r>
            <a:r>
              <a:rPr lang="en-GB"/>
              <a:t> Mitchell questioned whether all special support orders would need to follow the bespoke order process in Global Siebel, which would require additional approvals and slow down the sales cycle. Victor clarified that the bespoke framework is one option, but billing only orders can also be raised without the bespoke flag.</a:t>
            </a:r>
          </a:p>
          <a:p>
            <a:r>
              <a:rPr lang="en-GB"/>
              <a:t>.</a:t>
            </a:r>
          </a:p>
          <a:p>
            <a:r>
              <a:rPr lang="en-GB" b="1"/>
              <a:t>Comparison with Asia Siebel:</a:t>
            </a:r>
            <a:r>
              <a:rPr lang="en-GB"/>
              <a:t> Atsuko explained that in Asia Siebel, most special support items did not go through the bespoke process and were handled as simple additions, not requiring a solution request or SSR number.</a:t>
            </a:r>
          </a:p>
          <a:p>
            <a:r>
              <a:rPr lang="en-GB"/>
              <a:t>.</a:t>
            </a:r>
          </a:p>
          <a:p>
            <a:r>
              <a:rPr lang="en-GB" b="1"/>
              <a:t>Sales Cycle Impact:</a:t>
            </a:r>
            <a:r>
              <a:rPr lang="en-GB"/>
              <a:t> Mitchell highlighted that forcing all such orders through the bespoke process would significantly delay sales, as it would require additional approvals and change the standard productized journey.</a:t>
            </a:r>
          </a:p>
          <a:p>
            <a:r>
              <a:rPr lang="en-GB"/>
              <a:t>.</a:t>
            </a:r>
          </a:p>
          <a:p>
            <a:r>
              <a:rPr lang="en-GB" b="1"/>
              <a:t>Alternative Approaches:</a:t>
            </a:r>
            <a:r>
              <a:rPr lang="en-GB"/>
              <a:t> Victor agreed to consider both the billing only order and bespoke order approaches, promising to have an internal discussion and update the team with the best-fit solution for handling such orders in the future.</a:t>
            </a:r>
          </a:p>
          <a:p>
            <a:endParaRPr lang="en-US"/>
          </a:p>
        </p:txBody>
      </p:sp>
    </p:spTree>
    <p:extLst>
      <p:ext uri="{BB962C8B-B14F-4D97-AF65-F5344CB8AC3E}">
        <p14:creationId xmlns:p14="http://schemas.microsoft.com/office/powerpoint/2010/main" val="206439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427D-F5A4-3E8F-831C-9DC18EE1869C}"/>
              </a:ext>
            </a:extLst>
          </p:cNvPr>
          <p:cNvSpPr>
            <a:spLocks noGrp="1"/>
          </p:cNvSpPr>
          <p:nvPr>
            <p:ph type="title"/>
          </p:nvPr>
        </p:nvSpPr>
        <p:spPr>
          <a:xfrm>
            <a:off x="522179" y="116161"/>
            <a:ext cx="9732940" cy="406354"/>
          </a:xfrm>
        </p:spPr>
        <p:txBody>
          <a:bodyPr>
            <a:normAutofit/>
          </a:bodyPr>
          <a:lstStyle/>
          <a:p>
            <a:r>
              <a:rPr lang="en-US"/>
              <a:t>Approach to handle Special Option scenario in Global Siebel</a:t>
            </a:r>
          </a:p>
        </p:txBody>
      </p:sp>
      <p:graphicFrame>
        <p:nvGraphicFramePr>
          <p:cNvPr id="7" name="Content Placeholder 6">
            <a:extLst>
              <a:ext uri="{FF2B5EF4-FFF2-40B4-BE49-F238E27FC236}">
                <a16:creationId xmlns:a16="http://schemas.microsoft.com/office/drawing/2014/main" id="{BC8741AD-70C8-D304-1B5D-97DE98E77466}"/>
              </a:ext>
            </a:extLst>
          </p:cNvPr>
          <p:cNvGraphicFramePr>
            <a:graphicFrameLocks noGrp="1"/>
          </p:cNvGraphicFramePr>
          <p:nvPr>
            <p:ph idx="1"/>
            <p:extLst>
              <p:ext uri="{D42A27DB-BD31-4B8C-83A1-F6EECF244321}">
                <p14:modId xmlns:p14="http://schemas.microsoft.com/office/powerpoint/2010/main" val="28519263"/>
              </p:ext>
            </p:extLst>
          </p:nvPr>
        </p:nvGraphicFramePr>
        <p:xfrm>
          <a:off x="895645" y="4458319"/>
          <a:ext cx="9953621" cy="1611036"/>
        </p:xfrm>
        <a:graphic>
          <a:graphicData uri="http://schemas.openxmlformats.org/drawingml/2006/table">
            <a:tbl>
              <a:tblPr firstRow="1" firstCol="1" bandRow="1">
                <a:tableStyleId>{5C22544A-7EE6-4342-B048-85BDC9FD1C3A}</a:tableStyleId>
              </a:tblPr>
              <a:tblGrid>
                <a:gridCol w="1967313">
                  <a:extLst>
                    <a:ext uri="{9D8B030D-6E8A-4147-A177-3AD203B41FA5}">
                      <a16:colId xmlns:a16="http://schemas.microsoft.com/office/drawing/2014/main" val="824899965"/>
                    </a:ext>
                  </a:extLst>
                </a:gridCol>
                <a:gridCol w="1521741">
                  <a:extLst>
                    <a:ext uri="{9D8B030D-6E8A-4147-A177-3AD203B41FA5}">
                      <a16:colId xmlns:a16="http://schemas.microsoft.com/office/drawing/2014/main" val="1884892291"/>
                    </a:ext>
                  </a:extLst>
                </a:gridCol>
                <a:gridCol w="724998">
                  <a:extLst>
                    <a:ext uri="{9D8B030D-6E8A-4147-A177-3AD203B41FA5}">
                      <a16:colId xmlns:a16="http://schemas.microsoft.com/office/drawing/2014/main" val="2091262871"/>
                    </a:ext>
                  </a:extLst>
                </a:gridCol>
                <a:gridCol w="724998">
                  <a:extLst>
                    <a:ext uri="{9D8B030D-6E8A-4147-A177-3AD203B41FA5}">
                      <a16:colId xmlns:a16="http://schemas.microsoft.com/office/drawing/2014/main" val="2962683510"/>
                    </a:ext>
                  </a:extLst>
                </a:gridCol>
                <a:gridCol w="2658327">
                  <a:extLst>
                    <a:ext uri="{9D8B030D-6E8A-4147-A177-3AD203B41FA5}">
                      <a16:colId xmlns:a16="http://schemas.microsoft.com/office/drawing/2014/main" val="2797914795"/>
                    </a:ext>
                  </a:extLst>
                </a:gridCol>
                <a:gridCol w="724998">
                  <a:extLst>
                    <a:ext uri="{9D8B030D-6E8A-4147-A177-3AD203B41FA5}">
                      <a16:colId xmlns:a16="http://schemas.microsoft.com/office/drawing/2014/main" val="816788566"/>
                    </a:ext>
                  </a:extLst>
                </a:gridCol>
                <a:gridCol w="1631246">
                  <a:extLst>
                    <a:ext uri="{9D8B030D-6E8A-4147-A177-3AD203B41FA5}">
                      <a16:colId xmlns:a16="http://schemas.microsoft.com/office/drawing/2014/main" val="774286282"/>
                    </a:ext>
                  </a:extLst>
                </a:gridCol>
              </a:tblGrid>
              <a:tr h="184150">
                <a:tc>
                  <a:txBody>
                    <a:bodyPr/>
                    <a:lstStyle/>
                    <a:p>
                      <a:pPr>
                        <a:buNone/>
                      </a:pPr>
                      <a:endParaRPr lang="en-US">
                        <a:effectLst/>
                        <a:latin typeface="Aptos Narrow"/>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a:rPr>
                        <a:t>c/</a:t>
                      </a:r>
                      <a:r>
                        <a:rPr lang="en-US" sz="1100" err="1">
                          <a:solidFill>
                            <a:srgbClr val="000000"/>
                          </a:solidFill>
                          <a:effectLst/>
                          <a:latin typeface="Aptos Narrow"/>
                        </a:rPr>
                        <a:t>fwd</a:t>
                      </a:r>
                      <a:r>
                        <a:rPr lang="en-US" sz="1100">
                          <a:solidFill>
                            <a:srgbClr val="000000"/>
                          </a:solidFill>
                          <a:effectLst/>
                          <a:latin typeface="Aptos Narrow"/>
                        </a:rPr>
                        <a:t> in Mod</a:t>
                      </a:r>
                      <a:endParaRPr lang="en-US">
                        <a:effectLst/>
                        <a:latin typeface="Aptos Narrow"/>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OMP</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HOL</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Audit trail</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Assets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Modifiable in Assets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552273"/>
                  </a:ext>
                </a:extLst>
              </a:tr>
              <a:tr h="184150">
                <a:tc>
                  <a:txBody>
                    <a:bodyPr/>
                    <a:lstStyle/>
                    <a:p>
                      <a:pPr>
                        <a:buNone/>
                      </a:pPr>
                      <a:r>
                        <a:rPr lang="en-US" sz="1100">
                          <a:solidFill>
                            <a:srgbClr val="000000"/>
                          </a:solidFill>
                          <a:effectLst/>
                          <a:latin typeface="Aptos Narrow" panose="020B0004020202020204" pitchFamily="34" charset="0"/>
                        </a:rPr>
                        <a:t>Notes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3395217"/>
                  </a:ext>
                </a:extLst>
              </a:tr>
              <a:tr h="184150">
                <a:tc>
                  <a:txBody>
                    <a:bodyPr/>
                    <a:lstStyle/>
                    <a:p>
                      <a:pPr>
                        <a:buNone/>
                      </a:pPr>
                      <a:r>
                        <a:rPr lang="en-US" sz="1100">
                          <a:solidFill>
                            <a:srgbClr val="000000"/>
                          </a:solidFill>
                          <a:effectLst/>
                          <a:latin typeface="Aptos Narrow" panose="020B0004020202020204" pitchFamily="34" charset="0"/>
                        </a:rPr>
                        <a:t>OPAT</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8"/>
                    </a:solid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7230864"/>
                  </a:ext>
                </a:extLst>
              </a:tr>
              <a:tr h="184150">
                <a:tc>
                  <a:txBody>
                    <a:bodyPr/>
                    <a:lstStyle/>
                    <a:p>
                      <a:pPr>
                        <a:buNone/>
                      </a:pPr>
                      <a:r>
                        <a:rPr lang="en-US" sz="1100">
                          <a:solidFill>
                            <a:srgbClr val="000000"/>
                          </a:solidFill>
                          <a:effectLst/>
                          <a:latin typeface="Aptos Narrow"/>
                        </a:rPr>
                        <a:t>Bespoke** (+Cust Summary)</a:t>
                      </a:r>
                      <a:endParaRPr lang="en-US">
                        <a:effectLst/>
                        <a:latin typeface="Aptos Narrow"/>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4242971"/>
                  </a:ext>
                </a:extLst>
              </a:tr>
              <a:tr h="184150">
                <a:tc>
                  <a:txBody>
                    <a:bodyPr/>
                    <a:lstStyle/>
                    <a:p>
                      <a:pPr>
                        <a:buNone/>
                      </a:pPr>
                      <a:r>
                        <a:rPr lang="en-US" sz="1100">
                          <a:solidFill>
                            <a:srgbClr val="000000"/>
                          </a:solidFill>
                          <a:effectLst/>
                          <a:latin typeface="Aptos Narrow" panose="020B0004020202020204" pitchFamily="34" charset="0"/>
                        </a:rPr>
                        <a:t>Workbook</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FF0000"/>
                          </a:solidFill>
                          <a:effectLst/>
                          <a:latin typeface="Aptos Narrow" panose="020B0004020202020204" pitchFamily="34" charset="0"/>
                        </a:rPr>
                        <a:t>??? (attachment types)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 (only the user who uploads the file)</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FF0000"/>
                          </a:solidFill>
                          <a:effectLst/>
                          <a:latin typeface="Aptos Narrow" panose="020B0004020202020204" pitchFamily="34" charset="0"/>
                        </a:rPr>
                        <a:t>??? (attachment types)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0805105"/>
                  </a:ext>
                </a:extLst>
              </a:tr>
              <a:tr h="231816">
                <a:tc>
                  <a:txBody>
                    <a:bodyPr/>
                    <a:lstStyle/>
                    <a:p>
                      <a:pPr>
                        <a:buNone/>
                      </a:pPr>
                      <a:r>
                        <a:rPr lang="en-US" sz="1100">
                          <a:solidFill>
                            <a:srgbClr val="000000"/>
                          </a:solidFill>
                          <a:effectLst/>
                          <a:latin typeface="Aptos Narrow" panose="020B0004020202020204" pitchFamily="34" charset="0"/>
                        </a:rPr>
                        <a:t>Special Instructions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No</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FF0000"/>
                          </a:solidFill>
                          <a:effectLst/>
                          <a:latin typeface="Aptos Narrow" panose="020B0004020202020204" pitchFamily="34" charset="0"/>
                        </a:rPr>
                        <a:t>???</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buNone/>
                      </a:pPr>
                      <a:r>
                        <a:rPr lang="en-US" sz="1100">
                          <a:solidFill>
                            <a:srgbClr val="000000"/>
                          </a:solidFill>
                          <a:effectLst/>
                          <a:latin typeface="Aptos Narrow" panose="020B0004020202020204" pitchFamily="34" charset="0"/>
                        </a:rPr>
                        <a:t>Yes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369313957"/>
                  </a:ext>
                </a:extLst>
              </a:tr>
              <a:tr h="184150">
                <a:tc>
                  <a:txBody>
                    <a:bodyPr/>
                    <a:lstStyle/>
                    <a:p>
                      <a:pPr lvl="0">
                        <a:buNone/>
                      </a:pPr>
                      <a:r>
                        <a:rPr lang="en-US" sz="1100">
                          <a:solidFill>
                            <a:srgbClr val="000000"/>
                          </a:solidFill>
                          <a:effectLst/>
                          <a:latin typeface="Aptos Narrow"/>
                        </a:rPr>
                        <a:t>Colt Billing Product</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buNone/>
                      </a:pPr>
                      <a:r>
                        <a:rPr lang="en-US" sz="1100">
                          <a:solidFill>
                            <a:srgbClr val="000000"/>
                          </a:solidFill>
                          <a:effectLst/>
                          <a:latin typeface="Aptos Narrow"/>
                        </a:rPr>
                        <a:t>Mods/Cease supported</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solidFill>
                      <a:srgbClr val="66FF66"/>
                    </a:solidFill>
                  </a:tcPr>
                </a:tc>
                <a:tc>
                  <a:txBody>
                    <a:bodyPr/>
                    <a:lstStyle/>
                    <a:p>
                      <a:pPr lvl="0">
                        <a:buNone/>
                      </a:pPr>
                      <a:r>
                        <a:rPr lang="en-US" sz="1100">
                          <a:solidFill>
                            <a:srgbClr val="000000"/>
                          </a:solidFill>
                          <a:effectLst/>
                          <a:latin typeface="Aptos Narrow"/>
                        </a:rPr>
                        <a:t>Yes</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solidFill>
                      <a:srgbClr val="66FF66"/>
                    </a:solidFill>
                  </a:tcPr>
                </a:tc>
                <a:tc>
                  <a:txBody>
                    <a:bodyPr/>
                    <a:lstStyle/>
                    <a:p>
                      <a:pPr lvl="0">
                        <a:buNone/>
                      </a:pPr>
                      <a:r>
                        <a:rPr lang="en-US" sz="1100" kern="1200">
                          <a:solidFill>
                            <a:srgbClr val="000000"/>
                          </a:solidFill>
                          <a:effectLst/>
                          <a:latin typeface="Aptos Narrow"/>
                          <a:ea typeface="+mn-ea"/>
                          <a:cs typeface="+mn-cs"/>
                        </a:rPr>
                        <a:t>No</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buNone/>
                      </a:pPr>
                      <a:r>
                        <a:rPr lang="en-US" sz="1100" kern="1200">
                          <a:solidFill>
                            <a:srgbClr val="000000"/>
                          </a:solidFill>
                          <a:effectLst/>
                          <a:latin typeface="Aptos Narrow"/>
                          <a:ea typeface="+mn-ea"/>
                          <a:cs typeface="+mn-cs"/>
                        </a:rPr>
                        <a:t>Yes</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solidFill>
                      <a:srgbClr val="66FF66"/>
                    </a:solidFill>
                  </a:tcPr>
                </a:tc>
                <a:tc>
                  <a:txBody>
                    <a:bodyPr/>
                    <a:lstStyle/>
                    <a:p>
                      <a:pPr lvl="0">
                        <a:buNone/>
                      </a:pPr>
                      <a:r>
                        <a:rPr lang="en-US" sz="1100">
                          <a:solidFill>
                            <a:srgbClr val="000000"/>
                          </a:solidFill>
                          <a:effectLst/>
                          <a:latin typeface="Aptos Narrow"/>
                        </a:rPr>
                        <a:t>Yes</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solidFill>
                      <a:srgbClr val="66FF66"/>
                    </a:solidFill>
                  </a:tcPr>
                </a:tc>
                <a:tc>
                  <a:txBody>
                    <a:bodyPr/>
                    <a:lstStyle/>
                    <a:p>
                      <a:pPr lvl="0">
                        <a:buNone/>
                      </a:pPr>
                      <a:r>
                        <a:rPr lang="en-US" sz="1100">
                          <a:solidFill>
                            <a:srgbClr val="000000"/>
                          </a:solidFill>
                          <a:effectLst/>
                          <a:latin typeface="Aptos Narrow"/>
                        </a:rPr>
                        <a:t>No</a:t>
                      </a:r>
                    </a:p>
                  </a:txBody>
                  <a:tcPr marL="68580" marR="68580" marT="0" marB="0" anchor="b">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6430690"/>
                  </a:ext>
                </a:extLst>
              </a:tr>
              <a:tr h="184150">
                <a:tc>
                  <a:txBody>
                    <a:bodyPr/>
                    <a:lstStyle/>
                    <a:p>
                      <a:pPr lvl="0">
                        <a:buNone/>
                      </a:pPr>
                      <a:r>
                        <a:rPr lang="en-US" sz="1100">
                          <a:solidFill>
                            <a:srgbClr val="000000"/>
                          </a:solidFill>
                          <a:effectLst/>
                          <a:latin typeface="Aptos Narrow"/>
                        </a:rPr>
                        <a:t>New/Modify Orders</a:t>
                      </a:r>
                    </a:p>
                  </a:txBody>
                  <a:tcPr marL="68580" marR="68580" marT="0" marB="0" anchor="b">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lvl="0">
                        <a:buNone/>
                      </a:pPr>
                      <a:r>
                        <a:rPr lang="en-US" sz="1100">
                          <a:solidFill>
                            <a:srgbClr val="000000"/>
                          </a:solidFill>
                          <a:effectLst/>
                          <a:latin typeface="Aptos Narrow"/>
                        </a:rPr>
                        <a:t>Yes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solidFill>
                      <a:srgbClr val="66FF66"/>
                    </a:solidFill>
                  </a:tcPr>
                </a:tc>
                <a:tc>
                  <a:txBody>
                    <a:bodyPr/>
                    <a:lstStyle/>
                    <a:p>
                      <a:pPr lvl="0">
                        <a:buNone/>
                      </a:pPr>
                      <a:r>
                        <a:rPr lang="en-US" sz="1100">
                          <a:solidFill>
                            <a:srgbClr val="000000"/>
                          </a:solidFill>
                          <a:effectLst/>
                          <a:latin typeface="Aptos Narrow"/>
                        </a:rPr>
                        <a:t>Yes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solidFill>
                      <a:srgbClr val="66FF66"/>
                    </a:solidFill>
                  </a:tcPr>
                </a:tc>
                <a:tc>
                  <a:txBody>
                    <a:bodyPr/>
                    <a:lstStyle/>
                    <a:p>
                      <a:pPr lvl="0">
                        <a:buNone/>
                      </a:pPr>
                      <a:r>
                        <a:rPr lang="en-US" sz="1100" kern="1200">
                          <a:solidFill>
                            <a:srgbClr val="000000"/>
                          </a:solidFill>
                          <a:effectLst/>
                          <a:latin typeface="Aptos Narrow"/>
                          <a:ea typeface="+mn-ea"/>
                          <a:cs typeface="+mn-cs"/>
                        </a:rPr>
                        <a:t>Yes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solidFill>
                      <a:srgbClr val="66FF66"/>
                    </a:solidFill>
                  </a:tcPr>
                </a:tc>
                <a:tc>
                  <a:txBody>
                    <a:bodyPr/>
                    <a:lstStyle/>
                    <a:p>
                      <a:pPr lvl="0">
                        <a:buNone/>
                      </a:pPr>
                      <a:r>
                        <a:rPr lang="en-US" sz="1100" kern="1200">
                          <a:solidFill>
                            <a:srgbClr val="000000"/>
                          </a:solidFill>
                          <a:effectLst/>
                          <a:latin typeface="Aptos Narrow"/>
                          <a:ea typeface="+mn-ea"/>
                          <a:cs typeface="+mn-cs"/>
                        </a:rPr>
                        <a:t>Yes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solidFill>
                      <a:srgbClr val="66FF66"/>
                    </a:solidFill>
                  </a:tcPr>
                </a:tc>
                <a:tc>
                  <a:txBody>
                    <a:bodyPr/>
                    <a:lstStyle/>
                    <a:p>
                      <a:pPr lvl="0">
                        <a:buNone/>
                      </a:pPr>
                      <a:r>
                        <a:rPr lang="en-US" sz="1100">
                          <a:solidFill>
                            <a:srgbClr val="000000"/>
                          </a:solidFill>
                          <a:effectLst/>
                          <a:latin typeface="Aptos Narrow"/>
                        </a:rPr>
                        <a:t>Yes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solidFill>
                      <a:srgbClr val="66FF66"/>
                    </a:solidFill>
                  </a:tcPr>
                </a:tc>
                <a:tc>
                  <a:txBody>
                    <a:bodyPr/>
                    <a:lstStyle/>
                    <a:p>
                      <a:pPr lvl="0">
                        <a:buNone/>
                      </a:pPr>
                      <a:r>
                        <a:rPr lang="en-US" sz="1100">
                          <a:solidFill>
                            <a:srgbClr val="000000"/>
                          </a:solidFill>
                          <a:effectLst/>
                          <a:latin typeface="Aptos Narrow"/>
                        </a:rPr>
                        <a:t>No</a:t>
                      </a:r>
                    </a:p>
                  </a:txBody>
                  <a:tcPr marL="68580" marR="68580" marT="0" marB="0" anchor="b">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3173838825"/>
                  </a:ext>
                </a:extLst>
              </a:tr>
            </a:tbl>
          </a:graphicData>
        </a:graphic>
      </p:graphicFrame>
      <p:sp>
        <p:nvSpPr>
          <p:cNvPr id="6" name="Content Placeholder 2">
            <a:extLst>
              <a:ext uri="{FF2B5EF4-FFF2-40B4-BE49-F238E27FC236}">
                <a16:creationId xmlns:a16="http://schemas.microsoft.com/office/drawing/2014/main" id="{58BFF16E-8574-2435-CF0C-70988B1A0AB3}"/>
              </a:ext>
            </a:extLst>
          </p:cNvPr>
          <p:cNvSpPr txBox="1">
            <a:spLocks/>
          </p:cNvSpPr>
          <p:nvPr/>
        </p:nvSpPr>
        <p:spPr>
          <a:xfrm>
            <a:off x="426720" y="522515"/>
            <a:ext cx="10607130" cy="6130834"/>
          </a:xfrm>
          <a:prstGeom prst="rect">
            <a:avLst/>
          </a:prstGeom>
        </p:spPr>
        <p:txBody>
          <a:bodyPr vert="horz" lIns="0" tIns="0" rIns="0" bIns="0" rtlCol="0" anchor="t">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4"/>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4"/>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4"/>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4"/>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4"/>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highlight>
                  <a:srgbClr val="66FF66"/>
                </a:highlight>
                <a:latin typeface="Arial"/>
                <a:cs typeface="Arial"/>
              </a:rPr>
              <a:t>Option 1 – Raise New/Modify Orders in Siebel/trigger manual workflow in XTRAC</a:t>
            </a:r>
          </a:p>
          <a:p>
            <a:r>
              <a:rPr lang="en-GB">
                <a:highlight>
                  <a:srgbClr val="66FF66"/>
                </a:highlight>
                <a:latin typeface="Arial"/>
                <a:cs typeface="Arial"/>
              </a:rPr>
              <a:t>Option 2 – Raise Colt Billing Product with Siebel Tasks</a:t>
            </a:r>
          </a:p>
          <a:p>
            <a:r>
              <a:rPr lang="en-GB">
                <a:latin typeface="Arial"/>
                <a:cs typeface="Arial"/>
              </a:rPr>
              <a:t>Option 3 – Capture Notes</a:t>
            </a:r>
            <a:endParaRPr lang="en-GB">
              <a:cs typeface="Arial"/>
            </a:endParaRPr>
          </a:p>
          <a:p>
            <a:r>
              <a:rPr lang="en-GB">
                <a:latin typeface="Arial"/>
                <a:cs typeface="Arial"/>
              </a:rPr>
              <a:t>Option 4 – Configure Operational Attributes</a:t>
            </a:r>
          </a:p>
          <a:p>
            <a:r>
              <a:rPr lang="en-GB">
                <a:highlight>
                  <a:srgbClr val="66FF66"/>
                </a:highlight>
                <a:latin typeface="Arial"/>
                <a:cs typeface="Arial"/>
              </a:rPr>
              <a:t>Option 5 – Raise Bespoke orders</a:t>
            </a:r>
            <a:endParaRPr lang="en-GB">
              <a:highlight>
                <a:srgbClr val="66FF66"/>
              </a:highlight>
              <a:cs typeface="Arial"/>
            </a:endParaRPr>
          </a:p>
          <a:p>
            <a:r>
              <a:rPr lang="en-GB">
                <a:latin typeface="Arial"/>
                <a:cs typeface="Arial"/>
              </a:rPr>
              <a:t>Option 6 – Attach Workbooks</a:t>
            </a:r>
            <a:endParaRPr lang="en-GB">
              <a:cs typeface="Arial"/>
            </a:endParaRPr>
          </a:p>
          <a:p>
            <a:r>
              <a:rPr lang="en-GB">
                <a:latin typeface="Arial"/>
                <a:cs typeface="Arial"/>
              </a:rPr>
              <a:t>Option 7 – Capture Special Instructions</a:t>
            </a:r>
          </a:p>
          <a:p>
            <a:endParaRPr lang="en-GB">
              <a:latin typeface="Arial"/>
              <a:cs typeface="Arial"/>
            </a:endParaRPr>
          </a:p>
          <a:p>
            <a:endParaRPr lang="en-GB">
              <a:latin typeface="Arial"/>
              <a:cs typeface="Arial"/>
            </a:endParaRPr>
          </a:p>
          <a:p>
            <a:r>
              <a:rPr lang="en-GB">
                <a:latin typeface="Arial"/>
                <a:cs typeface="Arial"/>
              </a:rPr>
              <a:t>To be Checked – Does </a:t>
            </a:r>
            <a:r>
              <a:rPr lang="en-GB" err="1">
                <a:latin typeface="Arial"/>
                <a:cs typeface="Arial"/>
              </a:rPr>
              <a:t>Xtrac</a:t>
            </a:r>
            <a:r>
              <a:rPr lang="en-GB">
                <a:latin typeface="Arial"/>
                <a:cs typeface="Arial"/>
              </a:rPr>
              <a:t> or which system triggers workflow for Special Orders in Asia Siebel?</a:t>
            </a:r>
            <a:endParaRPr lang="en-GB">
              <a:cs typeface="Arial"/>
            </a:endParaRPr>
          </a:p>
        </p:txBody>
      </p:sp>
    </p:spTree>
    <p:extLst>
      <p:ext uri="{BB962C8B-B14F-4D97-AF65-F5344CB8AC3E}">
        <p14:creationId xmlns:p14="http://schemas.microsoft.com/office/powerpoint/2010/main" val="1208382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96445-323D-D456-AD88-E8B7E7C381AE}"/>
              </a:ext>
            </a:extLst>
          </p:cNvPr>
          <p:cNvSpPr>
            <a:spLocks noGrp="1"/>
          </p:cNvSpPr>
          <p:nvPr>
            <p:ph type="title"/>
          </p:nvPr>
        </p:nvSpPr>
        <p:spPr>
          <a:xfrm>
            <a:off x="115481" y="83954"/>
            <a:ext cx="9697818" cy="907775"/>
          </a:xfrm>
        </p:spPr>
        <p:txBody>
          <a:bodyPr/>
          <a:lstStyle/>
          <a:p>
            <a:r>
              <a:rPr lang="en-US">
                <a:latin typeface="Arial"/>
                <a:cs typeface="Arial"/>
              </a:rPr>
              <a:t>Option Orders – This SHOULD be migrated as part of the Parent Service or Billing order</a:t>
            </a:r>
            <a:endParaRPr lang="en-US"/>
          </a:p>
        </p:txBody>
      </p:sp>
      <p:graphicFrame>
        <p:nvGraphicFramePr>
          <p:cNvPr id="5" name="Table 4">
            <a:extLst>
              <a:ext uri="{FF2B5EF4-FFF2-40B4-BE49-F238E27FC236}">
                <a16:creationId xmlns:a16="http://schemas.microsoft.com/office/drawing/2014/main" id="{03000D50-6207-0520-7D7C-680E48CF0143}"/>
              </a:ext>
            </a:extLst>
          </p:cNvPr>
          <p:cNvGraphicFramePr>
            <a:graphicFrameLocks noGrp="1"/>
          </p:cNvGraphicFramePr>
          <p:nvPr>
            <p:extLst>
              <p:ext uri="{D42A27DB-BD31-4B8C-83A1-F6EECF244321}">
                <p14:modId xmlns:p14="http://schemas.microsoft.com/office/powerpoint/2010/main" val="4141146836"/>
              </p:ext>
            </p:extLst>
          </p:nvPr>
        </p:nvGraphicFramePr>
        <p:xfrm>
          <a:off x="1047564" y="656948"/>
          <a:ext cx="10704226" cy="6260101"/>
        </p:xfrm>
        <a:graphic>
          <a:graphicData uri="http://schemas.openxmlformats.org/drawingml/2006/table">
            <a:tbl>
              <a:tblPr>
                <a:tableStyleId>{5C22544A-7EE6-4342-B048-85BDC9FD1C3A}</a:tableStyleId>
              </a:tblPr>
              <a:tblGrid>
                <a:gridCol w="790358">
                  <a:extLst>
                    <a:ext uri="{9D8B030D-6E8A-4147-A177-3AD203B41FA5}">
                      <a16:colId xmlns:a16="http://schemas.microsoft.com/office/drawing/2014/main" val="3300007550"/>
                    </a:ext>
                  </a:extLst>
                </a:gridCol>
                <a:gridCol w="1420136">
                  <a:extLst>
                    <a:ext uri="{9D8B030D-6E8A-4147-A177-3AD203B41FA5}">
                      <a16:colId xmlns:a16="http://schemas.microsoft.com/office/drawing/2014/main" val="2764560883"/>
                    </a:ext>
                  </a:extLst>
                </a:gridCol>
                <a:gridCol w="4351109">
                  <a:extLst>
                    <a:ext uri="{9D8B030D-6E8A-4147-A177-3AD203B41FA5}">
                      <a16:colId xmlns:a16="http://schemas.microsoft.com/office/drawing/2014/main" val="554571757"/>
                    </a:ext>
                  </a:extLst>
                </a:gridCol>
                <a:gridCol w="981191">
                  <a:extLst>
                    <a:ext uri="{9D8B030D-6E8A-4147-A177-3AD203B41FA5}">
                      <a16:colId xmlns:a16="http://schemas.microsoft.com/office/drawing/2014/main" val="1661919792"/>
                    </a:ext>
                  </a:extLst>
                </a:gridCol>
                <a:gridCol w="790358">
                  <a:extLst>
                    <a:ext uri="{9D8B030D-6E8A-4147-A177-3AD203B41FA5}">
                      <a16:colId xmlns:a16="http://schemas.microsoft.com/office/drawing/2014/main" val="4029576329"/>
                    </a:ext>
                  </a:extLst>
                </a:gridCol>
                <a:gridCol w="790358">
                  <a:extLst>
                    <a:ext uri="{9D8B030D-6E8A-4147-A177-3AD203B41FA5}">
                      <a16:colId xmlns:a16="http://schemas.microsoft.com/office/drawing/2014/main" val="3291795143"/>
                    </a:ext>
                  </a:extLst>
                </a:gridCol>
                <a:gridCol w="790358">
                  <a:extLst>
                    <a:ext uri="{9D8B030D-6E8A-4147-A177-3AD203B41FA5}">
                      <a16:colId xmlns:a16="http://schemas.microsoft.com/office/drawing/2014/main" val="2622894942"/>
                    </a:ext>
                  </a:extLst>
                </a:gridCol>
                <a:gridCol w="790358">
                  <a:extLst>
                    <a:ext uri="{9D8B030D-6E8A-4147-A177-3AD203B41FA5}">
                      <a16:colId xmlns:a16="http://schemas.microsoft.com/office/drawing/2014/main" val="2001313313"/>
                    </a:ext>
                  </a:extLst>
                </a:gridCol>
              </a:tblGrid>
              <a:tr h="304891">
                <a:tc rowSpan="2">
                  <a:txBody>
                    <a:bodyPr/>
                    <a:lstStyle/>
                    <a:p>
                      <a:pPr algn="ctr" fontAlgn="ctr">
                        <a:buNone/>
                      </a:pPr>
                      <a:r>
                        <a:rPr lang="en-US" sz="1000" u="none" strike="noStrike">
                          <a:effectLst/>
                        </a:rPr>
                        <a:t>Product Line</a:t>
                      </a:r>
                      <a:endParaRPr lang="en-US" sz="1000" b="1" i="0" u="none" strike="noStrike">
                        <a:solidFill>
                          <a:srgbClr val="000000"/>
                        </a:solidFill>
                        <a:effectLst/>
                        <a:latin typeface="Aptos Narrow" panose="020B0004020202020204" pitchFamily="34" charset="0"/>
                      </a:endParaRPr>
                    </a:p>
                  </a:txBody>
                  <a:tcPr marL="4258" marR="4258" marT="4258" marB="0" anchor="ctr"/>
                </a:tc>
                <a:tc rowSpan="2">
                  <a:txBody>
                    <a:bodyPr/>
                    <a:lstStyle/>
                    <a:p>
                      <a:pPr algn="ctr" fontAlgn="ctr">
                        <a:buNone/>
                      </a:pPr>
                      <a:r>
                        <a:rPr lang="en-US" sz="1000" u="none" strike="noStrike">
                          <a:effectLst/>
                        </a:rPr>
                        <a:t>Service Type</a:t>
                      </a:r>
                      <a:endParaRPr lang="en-US" sz="1000" b="1" i="0" u="none" strike="noStrike">
                        <a:solidFill>
                          <a:srgbClr val="000000"/>
                        </a:solidFill>
                        <a:effectLst/>
                        <a:latin typeface="Aptos Narrow" panose="020B0004020202020204" pitchFamily="34" charset="0"/>
                      </a:endParaRPr>
                    </a:p>
                  </a:txBody>
                  <a:tcPr marL="4258" marR="4258" marT="4258" marB="0" anchor="ctr"/>
                </a:tc>
                <a:tc rowSpan="2">
                  <a:txBody>
                    <a:bodyPr/>
                    <a:lstStyle/>
                    <a:p>
                      <a:pPr algn="ctr" fontAlgn="ctr">
                        <a:buNone/>
                      </a:pPr>
                      <a:r>
                        <a:rPr lang="en-US" sz="1000" u="none" strike="noStrike">
                          <a:effectLst/>
                        </a:rPr>
                        <a:t>Service Name</a:t>
                      </a:r>
                      <a:endParaRPr lang="en-US" sz="1000" b="1" i="0" u="none" strike="noStrike">
                        <a:solidFill>
                          <a:srgbClr val="000000"/>
                        </a:solidFill>
                        <a:effectLst/>
                        <a:latin typeface="Aptos Narrow" panose="020B0004020202020204" pitchFamily="34" charset="0"/>
                      </a:endParaRPr>
                    </a:p>
                  </a:txBody>
                  <a:tcPr marL="4258" marR="4258" marT="4258" marB="0" anchor="ctr"/>
                </a:tc>
                <a:tc rowSpan="2">
                  <a:txBody>
                    <a:bodyPr/>
                    <a:lstStyle/>
                    <a:p>
                      <a:pPr algn="ctr" fontAlgn="ctr">
                        <a:buNone/>
                      </a:pPr>
                      <a:r>
                        <a:rPr lang="en-US" sz="1000" u="none" strike="noStrike">
                          <a:effectLst/>
                        </a:rPr>
                        <a:t>In charge of Asia</a:t>
                      </a:r>
                      <a:endParaRPr lang="en-US" sz="1000" b="1" i="0" u="none" strike="noStrike">
                        <a:solidFill>
                          <a:srgbClr val="000000"/>
                        </a:solidFill>
                        <a:effectLst/>
                        <a:latin typeface="Aptos Narrow" panose="020B0004020202020204" pitchFamily="34" charset="0"/>
                      </a:endParaRPr>
                    </a:p>
                  </a:txBody>
                  <a:tcPr marL="4258" marR="4258" marT="4258" marB="0" anchor="ctr"/>
                </a:tc>
                <a:tc rowSpan="2">
                  <a:txBody>
                    <a:bodyPr/>
                    <a:lstStyle/>
                    <a:p>
                      <a:pPr algn="ctr" fontAlgn="ctr">
                        <a:buNone/>
                      </a:pPr>
                      <a:r>
                        <a:rPr lang="en-US" sz="1000" u="none" strike="noStrike">
                          <a:effectLst/>
                        </a:rPr>
                        <a:t>Total Count</a:t>
                      </a:r>
                      <a:endParaRPr lang="en-US" sz="1000" b="1" i="0" u="none" strike="noStrike">
                        <a:solidFill>
                          <a:srgbClr val="000000"/>
                        </a:solidFill>
                        <a:effectLst/>
                        <a:latin typeface="Aptos Narrow" panose="020B0004020202020204" pitchFamily="34" charset="0"/>
                      </a:endParaRPr>
                    </a:p>
                  </a:txBody>
                  <a:tcPr marL="4258" marR="4258" marT="4258" marB="0" anchor="ctr"/>
                </a:tc>
                <a:tc>
                  <a:txBody>
                    <a:bodyPr/>
                    <a:lstStyle/>
                    <a:p>
                      <a:pPr algn="ctr" fontAlgn="ctr">
                        <a:buNone/>
                      </a:pPr>
                      <a:r>
                        <a:rPr lang="en-US" sz="1000" u="none" strike="noStrike">
                          <a:effectLst/>
                        </a:rPr>
                        <a:t>Count</a:t>
                      </a:r>
                      <a:endParaRPr lang="en-US" sz="1000" b="1" i="0" u="none" strike="noStrike">
                        <a:solidFill>
                          <a:srgbClr val="000000"/>
                        </a:solidFill>
                        <a:effectLst/>
                        <a:latin typeface="Aptos Narrow" panose="020B0004020202020204" pitchFamily="34" charset="0"/>
                      </a:endParaRPr>
                    </a:p>
                  </a:txBody>
                  <a:tcPr marL="4258" marR="4258" marT="4258" marB="0" anchor="ctr"/>
                </a:tc>
                <a:tc rowSpan="2">
                  <a:txBody>
                    <a:bodyPr/>
                    <a:lstStyle/>
                    <a:p>
                      <a:pPr algn="ctr" fontAlgn="ctr">
                        <a:buNone/>
                      </a:pPr>
                      <a:r>
                        <a:rPr lang="en-GB" sz="1000" u="none" strike="noStrike">
                          <a:effectLst/>
                        </a:rPr>
                        <a:t>Count (MRC &gt; 0) ,excluding N/A</a:t>
                      </a:r>
                      <a:endParaRPr lang="en-GB" sz="1000" b="1" i="0" u="none" strike="noStrike">
                        <a:solidFill>
                          <a:srgbClr val="000000"/>
                        </a:solidFill>
                        <a:effectLst/>
                        <a:latin typeface="Aptos Narrow" panose="020B0004020202020204" pitchFamily="34" charset="0"/>
                      </a:endParaRPr>
                    </a:p>
                  </a:txBody>
                  <a:tcPr marL="4258" marR="4258" marT="4258" marB="0" anchor="ctr"/>
                </a:tc>
                <a:tc rowSpan="2">
                  <a:txBody>
                    <a:bodyPr/>
                    <a:lstStyle/>
                    <a:p>
                      <a:pPr algn="ctr" fontAlgn="ctr">
                        <a:buNone/>
                      </a:pPr>
                      <a:r>
                        <a:rPr lang="en-US" sz="1000" u="none" strike="noStrike">
                          <a:effectLst/>
                        </a:rPr>
                        <a:t>Revenue (Month)　（EUR）</a:t>
                      </a:r>
                      <a:endParaRPr lang="en-US" sz="1000" b="1" i="0" u="none" strike="noStrike">
                        <a:solidFill>
                          <a:srgbClr val="000000"/>
                        </a:solidFill>
                        <a:effectLst/>
                        <a:latin typeface="Aptos Narrow" panose="020B0004020202020204" pitchFamily="34" charset="0"/>
                      </a:endParaRPr>
                    </a:p>
                  </a:txBody>
                  <a:tcPr marL="4258" marR="4258" marT="4258" marB="0" anchor="ctr"/>
                </a:tc>
                <a:extLst>
                  <a:ext uri="{0D108BD9-81ED-4DB2-BD59-A6C34878D82A}">
                    <a16:rowId xmlns:a16="http://schemas.microsoft.com/office/drawing/2014/main" val="4087714630"/>
                  </a:ext>
                </a:extLst>
              </a:tr>
              <a:tr h="26968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000" u="none" strike="noStrike">
                          <a:effectLst/>
                        </a:rPr>
                        <a:t>(MRC &gt; 0)</a:t>
                      </a:r>
                      <a:endParaRPr lang="en-US" sz="1000" b="1" i="0" u="none" strike="noStrike">
                        <a:solidFill>
                          <a:srgbClr val="000000"/>
                        </a:solidFill>
                        <a:effectLst/>
                        <a:latin typeface="Aptos Narrow" panose="020B0004020202020204" pitchFamily="34" charset="0"/>
                      </a:endParaRPr>
                    </a:p>
                  </a:txBody>
                  <a:tcPr marL="4258" marR="4258" marT="4258"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619320621"/>
                  </a:ext>
                </a:extLst>
              </a:tr>
              <a:tr h="289282">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Line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Ethernet Line option (DCNet Traffic Reporting)</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€ 583.70</a:t>
                      </a:r>
                      <a:endParaRPr lang="en-US" sz="1000" b="0" i="0" u="none" strike="noStrike">
                        <a:solidFill>
                          <a:srgbClr val="00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657322632"/>
                  </a:ext>
                </a:extLst>
              </a:tr>
              <a:tr h="193489">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A-End Out of Hours</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9</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9</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118173247"/>
                  </a:ext>
                </a:extLst>
              </a:tr>
              <a:tr h="193489">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B-End Out of Hours</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1990226944"/>
                  </a:ext>
                </a:extLst>
              </a:tr>
              <a:tr h="381113">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Ethernet option (etherXEN Performance Reporting)</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42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42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3478070045"/>
                  </a:ext>
                </a:extLst>
              </a:tr>
              <a:tr h="193489">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 (</a:t>
                      </a:r>
                      <a:r>
                        <a:rPr lang="en-US" sz="1000" u="none" strike="noStrike" err="1">
                          <a:effectLst/>
                        </a:rPr>
                        <a:t>etherXEN</a:t>
                      </a:r>
                      <a:r>
                        <a:rPr lang="en-US" sz="1000" u="none" strike="noStrike">
                          <a:effectLst/>
                        </a:rPr>
                        <a:t> </a:t>
                      </a:r>
                      <a:r>
                        <a:rPr lang="en-US" sz="1000" u="none" strike="noStrike" err="1">
                          <a:effectLst/>
                        </a:rPr>
                        <a:t>Qos</a:t>
                      </a:r>
                      <a:r>
                        <a:rPr lang="en-US" sz="1000" u="none" strike="noStrike">
                          <a:effectLst/>
                        </a:rPr>
                        <a: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2344094766"/>
                  </a:ext>
                </a:extLst>
              </a:tr>
              <a:tr h="287301">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Ethernet option (etherXEN Traffic Reporting)</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153</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153</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€ 667.08</a:t>
                      </a:r>
                      <a:endParaRPr lang="en-US" sz="1000" b="0" i="0" u="none" strike="noStrike">
                        <a:solidFill>
                          <a:srgbClr val="00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2490806223"/>
                  </a:ext>
                </a:extLst>
              </a:tr>
              <a:tr h="287301">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Performance Reporting - 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181</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181</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964521043"/>
                  </a:ext>
                </a:extLst>
              </a:tr>
              <a:tr h="193489">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Qos</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58</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58</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1866030837"/>
                  </a:ext>
                </a:extLst>
              </a:tr>
              <a:tr h="193489">
                <a:tc>
                  <a:txBody>
                    <a:bodyPr/>
                    <a:lstStyle/>
                    <a:p>
                      <a:pPr algn="l" fontAlgn="ctr">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Traffic Reporting</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732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732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3680330489"/>
                  </a:ext>
                </a:extLst>
              </a:tr>
              <a:tr h="19348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BGP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68</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68</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1291513832"/>
                  </a:ext>
                </a:extLst>
              </a:tr>
              <a:tr h="19348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Cloud Prioritization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2718958027"/>
                  </a:ext>
                </a:extLst>
              </a:tr>
              <a:tr h="19348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IP Access option (BGP)</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11</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11</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3380076299"/>
                  </a:ext>
                </a:extLst>
              </a:tr>
              <a:tr h="287301">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IP Access option (DNS Service)</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20</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20</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2338206689"/>
                  </a:ext>
                </a:extLst>
              </a:tr>
              <a:tr h="474927">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IP Access option (IP Address Registration (Customer Owned IP Address))</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3034340866"/>
                  </a:ext>
                </a:extLst>
              </a:tr>
              <a:tr h="34165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IP Access option (IPv4 Address Registration)</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253</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253</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€ 1,726.56</a:t>
                      </a:r>
                      <a:endParaRPr lang="en-US" sz="1000" b="0" i="0" u="none" strike="noStrike">
                        <a:solidFill>
                          <a:srgbClr val="00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743177064"/>
                  </a:ext>
                </a:extLst>
              </a:tr>
              <a:tr h="287301">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IP Access option (Primary DNS Outsourcing)</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84</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84</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4128890179"/>
                  </a:ext>
                </a:extLst>
              </a:tr>
              <a:tr h="287301">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 (Report - Internet)</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1305054884"/>
                  </a:ext>
                </a:extLst>
              </a:tr>
              <a:tr h="287301">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Colt IP Access option (Secondary DNS Outsourcing)</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110</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110</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3470368692"/>
                  </a:ext>
                </a:extLst>
              </a:tr>
              <a:tr h="19348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IPv4 Address Registration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288</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288</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631960724"/>
                  </a:ext>
                </a:extLst>
              </a:tr>
              <a:tr h="19348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IPv6 Address Registration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12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12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21417563"/>
                  </a:ext>
                </a:extLst>
              </a:tr>
              <a:tr h="287301">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GB" sz="1000" u="none" strike="noStrike">
                          <a:effectLst/>
                        </a:rPr>
                        <a:t>Performance Reporting - Colt IP Access</a:t>
                      </a:r>
                      <a:endParaRPr lang="en-GB"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312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312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1661888318"/>
                  </a:ext>
                </a:extLst>
              </a:tr>
              <a:tr h="193489">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PI Address (IPv4)</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42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ctr">
                        <a:buNone/>
                      </a:pPr>
                      <a:r>
                        <a:rPr lang="en-US" sz="1000" u="none" strike="noStrike">
                          <a:effectLst/>
                        </a:rPr>
                        <a:t>42</a:t>
                      </a:r>
                      <a:endParaRPr lang="en-US" sz="1000" b="0" i="0" u="none" strike="noStrike">
                        <a:solidFill>
                          <a:srgbClr val="000000"/>
                        </a:solidFill>
                        <a:effectLst/>
                        <a:latin typeface="Aptos Narrow" panose="020B0004020202020204" pitchFamily="34" charset="0"/>
                      </a:endParaRPr>
                    </a:p>
                  </a:txBody>
                  <a:tcPr marL="4258" marR="4258" marT="4258"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4258" marR="4258" marT="4258"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4258" marR="4258" marT="4258" marB="0" anchor="b"/>
                </a:tc>
                <a:extLst>
                  <a:ext uri="{0D108BD9-81ED-4DB2-BD59-A6C34878D82A}">
                    <a16:rowId xmlns:a16="http://schemas.microsoft.com/office/drawing/2014/main" val="2247526351"/>
                  </a:ext>
                </a:extLst>
              </a:tr>
            </a:tbl>
          </a:graphicData>
        </a:graphic>
      </p:graphicFrame>
    </p:spTree>
    <p:extLst>
      <p:ext uri="{BB962C8B-B14F-4D97-AF65-F5344CB8AC3E}">
        <p14:creationId xmlns:p14="http://schemas.microsoft.com/office/powerpoint/2010/main" val="1835052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609C3-99C0-11F1-4335-C30D74872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C2FEE-4921-5429-32F1-1C4BD49ABEB4}"/>
              </a:ext>
            </a:extLst>
          </p:cNvPr>
          <p:cNvSpPr>
            <a:spLocks noGrp="1"/>
          </p:cNvSpPr>
          <p:nvPr>
            <p:ph type="title"/>
          </p:nvPr>
        </p:nvSpPr>
        <p:spPr/>
        <p:txBody>
          <a:bodyPr/>
          <a:lstStyle/>
          <a:p>
            <a:r>
              <a:rPr lang="en-US" err="1">
                <a:latin typeface="Arial"/>
                <a:cs typeface="Arial"/>
              </a:rPr>
              <a:t>OptionS</a:t>
            </a:r>
            <a:r>
              <a:rPr lang="en-US">
                <a:latin typeface="Arial"/>
                <a:cs typeface="Arial"/>
              </a:rPr>
              <a:t> Orders</a:t>
            </a:r>
            <a:endParaRPr lang="en-US"/>
          </a:p>
        </p:txBody>
      </p:sp>
      <p:graphicFrame>
        <p:nvGraphicFramePr>
          <p:cNvPr id="3" name="Table 2">
            <a:extLst>
              <a:ext uri="{FF2B5EF4-FFF2-40B4-BE49-F238E27FC236}">
                <a16:creationId xmlns:a16="http://schemas.microsoft.com/office/drawing/2014/main" id="{901D7E2E-578E-E3EC-4570-F8C88C20C9D1}"/>
              </a:ext>
            </a:extLst>
          </p:cNvPr>
          <p:cNvGraphicFramePr>
            <a:graphicFrameLocks noGrp="1"/>
          </p:cNvGraphicFramePr>
          <p:nvPr>
            <p:extLst>
              <p:ext uri="{D42A27DB-BD31-4B8C-83A1-F6EECF244321}">
                <p14:modId xmlns:p14="http://schemas.microsoft.com/office/powerpoint/2010/main" val="1510758287"/>
              </p:ext>
            </p:extLst>
          </p:nvPr>
        </p:nvGraphicFramePr>
        <p:xfrm>
          <a:off x="1012055" y="170119"/>
          <a:ext cx="10667648" cy="6634203"/>
        </p:xfrm>
        <a:graphic>
          <a:graphicData uri="http://schemas.openxmlformats.org/drawingml/2006/table">
            <a:tbl>
              <a:tblPr>
                <a:tableStyleId>{5C22544A-7EE6-4342-B048-85BDC9FD1C3A}</a:tableStyleId>
              </a:tblPr>
              <a:tblGrid>
                <a:gridCol w="862889">
                  <a:extLst>
                    <a:ext uri="{9D8B030D-6E8A-4147-A177-3AD203B41FA5}">
                      <a16:colId xmlns:a16="http://schemas.microsoft.com/office/drawing/2014/main" val="3039575794"/>
                    </a:ext>
                  </a:extLst>
                </a:gridCol>
                <a:gridCol w="2090315">
                  <a:extLst>
                    <a:ext uri="{9D8B030D-6E8A-4147-A177-3AD203B41FA5}">
                      <a16:colId xmlns:a16="http://schemas.microsoft.com/office/drawing/2014/main" val="2368116369"/>
                    </a:ext>
                  </a:extLst>
                </a:gridCol>
                <a:gridCol w="2893259">
                  <a:extLst>
                    <a:ext uri="{9D8B030D-6E8A-4147-A177-3AD203B41FA5}">
                      <a16:colId xmlns:a16="http://schemas.microsoft.com/office/drawing/2014/main" val="139406192"/>
                    </a:ext>
                  </a:extLst>
                </a:gridCol>
                <a:gridCol w="1296969">
                  <a:extLst>
                    <a:ext uri="{9D8B030D-6E8A-4147-A177-3AD203B41FA5}">
                      <a16:colId xmlns:a16="http://schemas.microsoft.com/office/drawing/2014/main" val="3096626560"/>
                    </a:ext>
                  </a:extLst>
                </a:gridCol>
                <a:gridCol w="881054">
                  <a:extLst>
                    <a:ext uri="{9D8B030D-6E8A-4147-A177-3AD203B41FA5}">
                      <a16:colId xmlns:a16="http://schemas.microsoft.com/office/drawing/2014/main" val="979317576"/>
                    </a:ext>
                  </a:extLst>
                </a:gridCol>
                <a:gridCol w="881054">
                  <a:extLst>
                    <a:ext uri="{9D8B030D-6E8A-4147-A177-3AD203B41FA5}">
                      <a16:colId xmlns:a16="http://schemas.microsoft.com/office/drawing/2014/main" val="2458846382"/>
                    </a:ext>
                  </a:extLst>
                </a:gridCol>
                <a:gridCol w="881054">
                  <a:extLst>
                    <a:ext uri="{9D8B030D-6E8A-4147-A177-3AD203B41FA5}">
                      <a16:colId xmlns:a16="http://schemas.microsoft.com/office/drawing/2014/main" val="1156706075"/>
                    </a:ext>
                  </a:extLst>
                </a:gridCol>
                <a:gridCol w="881054">
                  <a:extLst>
                    <a:ext uri="{9D8B030D-6E8A-4147-A177-3AD203B41FA5}">
                      <a16:colId xmlns:a16="http://schemas.microsoft.com/office/drawing/2014/main" val="3882105098"/>
                    </a:ext>
                  </a:extLst>
                </a:gridCol>
              </a:tblGrid>
              <a:tr h="619994">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PI Address (IPv6)</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685724327"/>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Primary DNS Outsourcing</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20</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20</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964268413"/>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Redundant Port</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13</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€ 981.00</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920703100"/>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Secondary DNS Outsourcing</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63</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63</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662679829"/>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Secondary DNS Outsourcing_NRC</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582171502"/>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Unmanaged Router</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12</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12</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138966235"/>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Secure Network Gateway</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3</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3</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103915315"/>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Internet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Managed Router Service</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800459991"/>
                  </a:ext>
                </a:extLst>
              </a:tr>
              <a:tr h="332572">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GB" sz="1000" u="none" strike="noStrike">
                          <a:effectLst/>
                        </a:rPr>
                        <a:t>Colt IP Access option (Domain Name Registration)</a:t>
                      </a:r>
                      <a:endParaRPr lang="en-GB"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79</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79</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632030703"/>
                  </a:ext>
                </a:extLst>
              </a:tr>
              <a:tr h="254011">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GB" sz="1000" u="none" strike="noStrike">
                          <a:effectLst/>
                        </a:rPr>
                        <a:t>Colt IP Access option (Domain Name)</a:t>
                      </a:r>
                      <a:endParaRPr lang="en-GB"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123</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122</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875369860"/>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Domain Name</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25</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25</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395355085"/>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Domain Name Registration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11</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11</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098458760"/>
                  </a:ext>
                </a:extLst>
              </a:tr>
              <a:tr h="254011">
                <a:tc>
                  <a:txBody>
                    <a:bodyPr/>
                    <a:lstStyle/>
                    <a:p>
                      <a:pPr algn="l" fontAlgn="b">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GB" sz="1000" u="none" strike="noStrike">
                          <a:effectLst/>
                        </a:rPr>
                        <a:t>Colt Dedicated Cloud Access Option</a:t>
                      </a:r>
                      <a:endParaRPr lang="en-GB"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GB" sz="1000" u="none" strike="noStrike">
                          <a:effectLst/>
                        </a:rPr>
                        <a:t>Special Option - Colt Dedicated Cloud Access</a:t>
                      </a:r>
                      <a:endParaRPr lang="en-GB"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715367175"/>
                  </a:ext>
                </a:extLst>
              </a:tr>
              <a:tr h="250725">
                <a:tc>
                  <a:txBody>
                    <a:bodyPr/>
                    <a:lstStyle/>
                    <a:p>
                      <a:pPr algn="l" fontAlgn="b">
                        <a:buNone/>
                      </a:pPr>
                      <a:r>
                        <a:rPr lang="en-US" sz="1000" u="none" strike="noStrike">
                          <a:effectLst/>
                        </a:rPr>
                        <a:t>Colt Ethernet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Ethernet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Special Support - Ethernet (etherXEN)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ctr">
                        <a:buNone/>
                      </a:pPr>
                      <a:r>
                        <a:rPr lang="en-US" sz="1000" u="none" strike="noStrike">
                          <a:effectLst/>
                        </a:rPr>
                        <a:t>Nakagawa, Yuta</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8</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€ 209.28</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771054325"/>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Colt IP Access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GB" sz="1000" u="none" strike="noStrike">
                          <a:effectLst/>
                        </a:rPr>
                        <a:t>Special Option - Colt IP Access</a:t>
                      </a:r>
                      <a:endParaRPr lang="en-GB"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8</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8</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730584105"/>
                  </a:ext>
                </a:extLst>
              </a:tr>
              <a:tr h="171068">
                <a:tc>
                  <a:txBody>
                    <a:bodyPr/>
                    <a:lstStyle/>
                    <a:p>
                      <a:pPr algn="l" fontAlgn="ctr">
                        <a:buNone/>
                      </a:pPr>
                      <a:r>
                        <a:rPr lang="en-US" sz="1000" u="none" strike="noStrike">
                          <a:effectLst/>
                        </a:rPr>
                        <a:t>Colt IP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Internet Option</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Special Option - Partner ISP</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l" fontAlgn="ctr">
                        <a:buNone/>
                      </a:pPr>
                      <a:r>
                        <a:rPr lang="en-US" sz="1000" u="none" strike="noStrike">
                          <a:effectLst/>
                        </a:rPr>
                        <a:t>Yamamoto, Yuzo</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ctr">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ctr"/>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503789246"/>
                  </a:ext>
                </a:extLst>
              </a:tr>
              <a:tr h="171068">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Special Option - Colt Wave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6</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855859515"/>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SIP Trunking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Additional SIP Trunking</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3</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€ 1,438.80</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112739413"/>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SIP Trunking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Additional SIP Trunking 050</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€ 163.50</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39050400"/>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SIP Trunking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GB" sz="1000" u="none" strike="noStrike">
                          <a:effectLst/>
                        </a:rPr>
                        <a:t>Colt SIP Trunking Channel Option</a:t>
                      </a:r>
                      <a:endParaRPr lang="en-GB"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539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539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46989860"/>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CityCONTACT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478</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266</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158</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€ 4,959.50</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239379481"/>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DID (Additional Number)</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880</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719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659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€ 64,417.56</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518181143"/>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DRCONTACT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709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703</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650</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€ 2,257.66</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205238478"/>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FreeCONTACT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1915</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1700</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1658</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€ 15,946.16</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249226405"/>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GlobalCONTACT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40</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14</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13</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€ 137.89</a:t>
                      </a:r>
                      <a:endParaRPr lang="en-US" sz="1000" b="0" i="0" u="none" strike="noStrike">
                        <a:solidFill>
                          <a:srgbClr val="00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4158083616"/>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KVH International FreeCONTACT</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123681209"/>
                  </a:ext>
                </a:extLst>
              </a:tr>
              <a:tr h="171068">
                <a:tc>
                  <a:txBody>
                    <a:bodyPr/>
                    <a:lstStyle/>
                    <a:p>
                      <a:pPr algn="l" fontAlgn="b">
                        <a:buNone/>
                      </a:pPr>
                      <a:r>
                        <a:rPr lang="en-US" sz="1000" u="none" strike="noStrike">
                          <a:effectLst/>
                        </a:rPr>
                        <a:t>Colt Voice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Voice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FreeCONTACT Option Service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Kaneyama, Yoshikazu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66</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66</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4151877447"/>
                  </a:ext>
                </a:extLst>
              </a:tr>
              <a:tr h="171068">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GB" sz="1000" u="none" strike="noStrike">
                          <a:effectLst/>
                        </a:rPr>
                        <a:t>Colt Wave option (External Cabling)</a:t>
                      </a:r>
                      <a:endParaRPr lang="en-GB"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210384016"/>
                  </a:ext>
                </a:extLst>
              </a:tr>
              <a:tr h="171068">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Customer-defined routing</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164</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164</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667988864"/>
                  </a:ext>
                </a:extLst>
              </a:tr>
              <a:tr h="147888">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Dual Entry</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29</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1494594235"/>
                  </a:ext>
                </a:extLst>
              </a:tr>
              <a:tr h="250725">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Network Encryption - 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24</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24</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2279546031"/>
                  </a:ext>
                </a:extLst>
              </a:tr>
              <a:tr h="147888">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Non-Revertive</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5</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5</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3224775958"/>
                  </a:ext>
                </a:extLst>
              </a:tr>
              <a:tr h="254011">
                <a:tc>
                  <a:txBody>
                    <a:bodyPr/>
                    <a:lstStyle/>
                    <a:p>
                      <a:pPr algn="l" fontAlgn="b">
                        <a:buNone/>
                      </a:pPr>
                      <a:r>
                        <a:rPr lang="en-US" sz="1000" u="none" strike="noStrike">
                          <a:effectLst/>
                        </a:rPr>
                        <a:t>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Colt Wave Option</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Performance Reporting - Colt Optical</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l" fontAlgn="b">
                        <a:buNone/>
                      </a:pPr>
                      <a:r>
                        <a:rPr lang="en-US" sz="1000" u="none" strike="noStrike">
                          <a:effectLst/>
                        </a:rPr>
                        <a:t>Ando, Mamoru</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7</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7</a:t>
                      </a:r>
                      <a:endParaRPr lang="en-US" sz="1000" b="0" i="0" u="none" strike="noStrike">
                        <a:solidFill>
                          <a:srgbClr val="00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0</a:t>
                      </a:r>
                      <a:endParaRPr lang="en-US" sz="1000" b="0" i="0" u="none" strike="noStrike">
                        <a:solidFill>
                          <a:srgbClr val="FF0000"/>
                        </a:solidFill>
                        <a:effectLst/>
                        <a:latin typeface="Aptos Narrow" panose="020B0004020202020204" pitchFamily="34" charset="0"/>
                      </a:endParaRPr>
                    </a:p>
                  </a:txBody>
                  <a:tcPr marL="3861" marR="3861" marT="3861" marB="0" anchor="b"/>
                </a:tc>
                <a:tc>
                  <a:txBody>
                    <a:bodyPr/>
                    <a:lstStyle/>
                    <a:p>
                      <a:pPr algn="r" fontAlgn="b">
                        <a:buNone/>
                      </a:pPr>
                      <a:r>
                        <a:rPr lang="en-US" sz="1000" u="none" strike="noStrike">
                          <a:effectLst/>
                        </a:rPr>
                        <a:t>€ 0 </a:t>
                      </a:r>
                      <a:endParaRPr lang="en-US" sz="1000" b="0" i="0" u="none" strike="noStrike">
                        <a:solidFill>
                          <a:srgbClr val="FF0000"/>
                        </a:solidFill>
                        <a:effectLst/>
                        <a:latin typeface="Aptos Narrow" panose="020B0004020202020204" pitchFamily="34" charset="0"/>
                      </a:endParaRPr>
                    </a:p>
                  </a:txBody>
                  <a:tcPr marL="3861" marR="3861" marT="3861" marB="0" anchor="b"/>
                </a:tc>
                <a:extLst>
                  <a:ext uri="{0D108BD9-81ED-4DB2-BD59-A6C34878D82A}">
                    <a16:rowId xmlns:a16="http://schemas.microsoft.com/office/drawing/2014/main" val="771513705"/>
                  </a:ext>
                </a:extLst>
              </a:tr>
            </a:tbl>
          </a:graphicData>
        </a:graphic>
      </p:graphicFrame>
    </p:spTree>
    <p:extLst>
      <p:ext uri="{BB962C8B-B14F-4D97-AF65-F5344CB8AC3E}">
        <p14:creationId xmlns:p14="http://schemas.microsoft.com/office/powerpoint/2010/main" val="106186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006C-9943-92EA-EC57-C9ADCA13A47F}"/>
              </a:ext>
            </a:extLst>
          </p:cNvPr>
          <p:cNvSpPr>
            <a:spLocks noGrp="1"/>
          </p:cNvSpPr>
          <p:nvPr>
            <p:ph type="title"/>
          </p:nvPr>
        </p:nvSpPr>
        <p:spPr/>
        <p:txBody>
          <a:bodyPr/>
          <a:lstStyle/>
          <a:p>
            <a:r>
              <a:rPr lang="en-US"/>
              <a:t>Approach to migrate option orders</a:t>
            </a:r>
          </a:p>
        </p:txBody>
      </p:sp>
      <p:sp>
        <p:nvSpPr>
          <p:cNvPr id="3" name="Content Placeholder 2">
            <a:extLst>
              <a:ext uri="{FF2B5EF4-FFF2-40B4-BE49-F238E27FC236}">
                <a16:creationId xmlns:a16="http://schemas.microsoft.com/office/drawing/2014/main" id="{44216BFA-9C4B-DC0C-2410-70DE58A81F44}"/>
              </a:ext>
            </a:extLst>
          </p:cNvPr>
          <p:cNvSpPr>
            <a:spLocks noGrp="1"/>
          </p:cNvSpPr>
          <p:nvPr>
            <p:ph sz="half" idx="1"/>
          </p:nvPr>
        </p:nvSpPr>
        <p:spPr/>
        <p:txBody>
          <a:bodyPr>
            <a:normAutofit lnSpcReduction="10000"/>
          </a:bodyPr>
          <a:lstStyle/>
          <a:p>
            <a:r>
              <a:rPr lang="en-US"/>
              <a:t>Option 1 – </a:t>
            </a:r>
          </a:p>
          <a:p>
            <a:r>
              <a:rPr lang="en-US"/>
              <a:t>Migrate it to the Parent Service Orders, use the Customer Order ID to find the parent service</a:t>
            </a:r>
          </a:p>
          <a:p>
            <a:r>
              <a:rPr lang="en-US"/>
              <a:t>Pros – </a:t>
            </a:r>
          </a:p>
          <a:p>
            <a:r>
              <a:rPr lang="en-US"/>
              <a:t>will be migrated to associated feature in the Parent service</a:t>
            </a:r>
          </a:p>
          <a:p>
            <a:r>
              <a:rPr lang="en-US"/>
              <a:t>The charges will be mapped to the Feature in the Parent Service and displayed in invoice accordingly</a:t>
            </a:r>
          </a:p>
          <a:p>
            <a:r>
              <a:rPr lang="en-US"/>
              <a:t>Inline with Global way of working</a:t>
            </a:r>
          </a:p>
          <a:p>
            <a:r>
              <a:rPr lang="en-US"/>
              <a:t>Notes can be migrated to Parent Service</a:t>
            </a:r>
          </a:p>
          <a:p>
            <a:r>
              <a:rPr lang="en-US"/>
              <a:t>Con – </a:t>
            </a:r>
          </a:p>
          <a:p>
            <a:r>
              <a:rPr lang="en-US"/>
              <a:t>the service ID for the option order will no longer be used in Invoice rather it would be the Service ID for the Parent Service</a:t>
            </a:r>
          </a:p>
        </p:txBody>
      </p:sp>
      <p:sp>
        <p:nvSpPr>
          <p:cNvPr id="4" name="Content Placeholder 3">
            <a:extLst>
              <a:ext uri="{FF2B5EF4-FFF2-40B4-BE49-F238E27FC236}">
                <a16:creationId xmlns:a16="http://schemas.microsoft.com/office/drawing/2014/main" id="{69EC3767-2C37-A20C-44CB-CFB6EB895EE2}"/>
              </a:ext>
            </a:extLst>
          </p:cNvPr>
          <p:cNvSpPr>
            <a:spLocks noGrp="1"/>
          </p:cNvSpPr>
          <p:nvPr>
            <p:ph sz="half" idx="2"/>
          </p:nvPr>
        </p:nvSpPr>
        <p:spPr/>
        <p:txBody>
          <a:bodyPr>
            <a:normAutofit lnSpcReduction="10000"/>
          </a:bodyPr>
          <a:lstStyle/>
          <a:p>
            <a:r>
              <a:rPr lang="en-US"/>
              <a:t>Option 2</a:t>
            </a:r>
          </a:p>
          <a:p>
            <a:r>
              <a:rPr lang="en-US"/>
              <a:t>Migrate it as a Billing Only Order, with service group to the Parent Service with Customer Service ID</a:t>
            </a:r>
          </a:p>
          <a:p>
            <a:r>
              <a:rPr lang="en-US"/>
              <a:t>Pros – </a:t>
            </a:r>
          </a:p>
          <a:p>
            <a:r>
              <a:rPr lang="en-US"/>
              <a:t>Service ID for the Option Order will be retained in the Invoice.</a:t>
            </a:r>
          </a:p>
          <a:p>
            <a:r>
              <a:rPr lang="en-US"/>
              <a:t>Notes can be Migrated to Billing Order</a:t>
            </a:r>
          </a:p>
          <a:p>
            <a:r>
              <a:rPr lang="en-US"/>
              <a:t>Cons – </a:t>
            </a:r>
          </a:p>
          <a:p>
            <a:r>
              <a:rPr lang="en-US"/>
              <a:t>Any modification to the feature should be manually provisioned as Billing Product doesn’t support </a:t>
            </a:r>
            <a:r>
              <a:rPr lang="en-US" err="1"/>
              <a:t>Xtrac</a:t>
            </a:r>
            <a:r>
              <a:rPr lang="en-US"/>
              <a:t> workflows</a:t>
            </a:r>
          </a:p>
          <a:p>
            <a:r>
              <a:rPr lang="en-US"/>
              <a:t>Not inline with the Global way of working.</a:t>
            </a:r>
          </a:p>
        </p:txBody>
      </p:sp>
      <p:sp>
        <p:nvSpPr>
          <p:cNvPr id="5" name="TextBox 4">
            <a:extLst>
              <a:ext uri="{FF2B5EF4-FFF2-40B4-BE49-F238E27FC236}">
                <a16:creationId xmlns:a16="http://schemas.microsoft.com/office/drawing/2014/main" id="{48AFDB88-1B52-407D-34EE-6219AED93AE9}"/>
              </a:ext>
            </a:extLst>
          </p:cNvPr>
          <p:cNvSpPr txBox="1"/>
          <p:nvPr/>
        </p:nvSpPr>
        <p:spPr>
          <a:xfrm>
            <a:off x="5875200" y="292608"/>
            <a:ext cx="3547872" cy="646331"/>
          </a:xfrm>
          <a:prstGeom prst="rect">
            <a:avLst/>
          </a:prstGeom>
          <a:noFill/>
        </p:spPr>
        <p:txBody>
          <a:bodyPr wrap="square" rtlCol="0">
            <a:spAutoFit/>
          </a:bodyPr>
          <a:lstStyle/>
          <a:p>
            <a:r>
              <a:rPr lang="en-US"/>
              <a:t>Total Number of Option Orders in Asia Siebel  - 7652</a:t>
            </a:r>
          </a:p>
        </p:txBody>
      </p:sp>
    </p:spTree>
    <p:extLst>
      <p:ext uri="{BB962C8B-B14F-4D97-AF65-F5344CB8AC3E}">
        <p14:creationId xmlns:p14="http://schemas.microsoft.com/office/powerpoint/2010/main" val="3991864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0881A-FF62-C893-AE29-B745D4E4DFE5}"/>
              </a:ext>
            </a:extLst>
          </p:cNvPr>
          <p:cNvSpPr>
            <a:spLocks noGrp="1"/>
          </p:cNvSpPr>
          <p:nvPr>
            <p:ph type="title"/>
          </p:nvPr>
        </p:nvSpPr>
        <p:spPr/>
        <p:txBody>
          <a:bodyPr/>
          <a:lstStyle/>
          <a:p>
            <a:r>
              <a:rPr lang="en-US"/>
              <a:t>Products/services will empty attributes (overall final migration approach)</a:t>
            </a:r>
            <a:br>
              <a:rPr lang="en-US"/>
            </a:br>
            <a:endParaRPr lang="en-US"/>
          </a:p>
        </p:txBody>
      </p:sp>
      <p:graphicFrame>
        <p:nvGraphicFramePr>
          <p:cNvPr id="4" name="Content Placeholder 3">
            <a:extLst>
              <a:ext uri="{FF2B5EF4-FFF2-40B4-BE49-F238E27FC236}">
                <a16:creationId xmlns:a16="http://schemas.microsoft.com/office/drawing/2014/main" id="{22AABC4A-5AA9-065E-BD9B-84F1770101CF}"/>
              </a:ext>
            </a:extLst>
          </p:cNvPr>
          <p:cNvGraphicFramePr>
            <a:graphicFrameLocks noGrp="1" noChangeAspect="1"/>
          </p:cNvGraphicFramePr>
          <p:nvPr>
            <p:ph idx="1"/>
            <p:extLst>
              <p:ext uri="{D42A27DB-BD31-4B8C-83A1-F6EECF244321}">
                <p14:modId xmlns:p14="http://schemas.microsoft.com/office/powerpoint/2010/main" val="2542302715"/>
              </p:ext>
            </p:extLst>
          </p:nvPr>
        </p:nvGraphicFramePr>
        <p:xfrm>
          <a:off x="5638800" y="3194199"/>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525" progId="Excel.Sheet.12">
                  <p:embed/>
                </p:oleObj>
              </mc:Choice>
              <mc:Fallback>
                <p:oleObj name="Worksheet" showAsIcon="1" r:id="rId2" imgW="914400" imgH="771525" progId="Excel.Sheet.12">
                  <p:embed/>
                  <p:pic>
                    <p:nvPicPr>
                      <p:cNvPr id="4" name="Content Placeholder 3">
                        <a:extLst>
                          <a:ext uri="{FF2B5EF4-FFF2-40B4-BE49-F238E27FC236}">
                            <a16:creationId xmlns:a16="http://schemas.microsoft.com/office/drawing/2014/main" id="{22AABC4A-5AA9-065E-BD9B-84F1770101CF}"/>
                          </a:ext>
                        </a:extLst>
                      </p:cNvPr>
                      <p:cNvPicPr/>
                      <p:nvPr/>
                    </p:nvPicPr>
                    <p:blipFill>
                      <a:blip r:embed="rId3"/>
                      <a:stretch>
                        <a:fillRect/>
                      </a:stretch>
                    </p:blipFill>
                    <p:spPr>
                      <a:xfrm>
                        <a:off x="5638800" y="3194199"/>
                        <a:ext cx="914400" cy="771525"/>
                      </a:xfrm>
                      <a:prstGeom prst="rect">
                        <a:avLst/>
                      </a:prstGeom>
                    </p:spPr>
                  </p:pic>
                </p:oleObj>
              </mc:Fallback>
            </mc:AlternateContent>
          </a:graphicData>
        </a:graphic>
      </p:graphicFrame>
      <p:sp>
        <p:nvSpPr>
          <p:cNvPr id="5" name="Content Placeholder 3">
            <a:extLst>
              <a:ext uri="{FF2B5EF4-FFF2-40B4-BE49-F238E27FC236}">
                <a16:creationId xmlns:a16="http://schemas.microsoft.com/office/drawing/2014/main" id="{8C4AC96F-B6ED-AD3C-0B6D-D9AA9EEBC4CC}"/>
              </a:ext>
            </a:extLst>
          </p:cNvPr>
          <p:cNvSpPr txBox="1">
            <a:spLocks/>
          </p:cNvSpPr>
          <p:nvPr/>
        </p:nvSpPr>
        <p:spPr>
          <a:xfrm>
            <a:off x="513470" y="1346472"/>
            <a:ext cx="9953850" cy="2233490"/>
          </a:xfrm>
          <a:prstGeom prst="rect">
            <a:avLst/>
          </a:prstGeom>
        </p:spPr>
        <p:txBody>
          <a:bodyPr vert="horz" lIns="0" tIns="0" rIns="0" bIns="0" rtlCol="0">
            <a:normAutofit/>
          </a:bodyPr>
          <a:lstStyle>
            <a:lvl1pPr marL="228600" indent="-228600" algn="l" defTabSz="914400" rtl="0" eaLnBrk="1" latinLnBrk="0" hangingPunct="1">
              <a:lnSpc>
                <a:spcPct val="85000"/>
              </a:lnSpc>
              <a:spcBef>
                <a:spcPts val="1000"/>
              </a:spcBef>
              <a:buFont typeface="Wingdings" pitchFamily="2" charset="2"/>
              <a:buChar char="§"/>
              <a:defRPr sz="1800" b="0" i="0" kern="1200">
                <a:solidFill>
                  <a:schemeClr val="accent4"/>
                </a:solidFill>
                <a:latin typeface="Arial" panose="020B0604020202020204" pitchFamily="34" charset="0"/>
                <a:ea typeface="+mn-ea"/>
                <a:cs typeface="+mn-cs"/>
              </a:defRPr>
            </a:lvl1pPr>
            <a:lvl2pPr marL="685800" indent="-228600" algn="l" defTabSz="914400" rtl="0" eaLnBrk="1" latinLnBrk="0" hangingPunct="1">
              <a:lnSpc>
                <a:spcPct val="85000"/>
              </a:lnSpc>
              <a:spcBef>
                <a:spcPts val="1000"/>
              </a:spcBef>
              <a:buFont typeface="System Font Regular"/>
              <a:buChar char="»"/>
              <a:defRPr sz="1800" b="0" i="0" kern="1200">
                <a:solidFill>
                  <a:schemeClr val="accent4"/>
                </a:solidFill>
                <a:latin typeface="Arial" panose="020B0604020202020204" pitchFamily="34" charset="0"/>
                <a:ea typeface="+mn-ea"/>
                <a:cs typeface="+mn-cs"/>
              </a:defRPr>
            </a:lvl2pPr>
            <a:lvl3pPr marL="1143000" indent="-228600" algn="l" defTabSz="914400" rtl="0" eaLnBrk="1" latinLnBrk="0" hangingPunct="1">
              <a:lnSpc>
                <a:spcPct val="85000"/>
              </a:lnSpc>
              <a:spcBef>
                <a:spcPts val="1000"/>
              </a:spcBef>
              <a:buFont typeface="System Font Regular"/>
              <a:buChar char="»"/>
              <a:defRPr sz="1600" b="0" i="0" kern="1200">
                <a:solidFill>
                  <a:schemeClr val="accent4"/>
                </a:solidFill>
                <a:latin typeface="Arial" panose="020B0604020202020204" pitchFamily="34" charset="0"/>
                <a:ea typeface="+mn-ea"/>
                <a:cs typeface="+mn-cs"/>
              </a:defRPr>
            </a:lvl3pPr>
            <a:lvl4pPr marL="1600200" indent="-228600" algn="l" defTabSz="914400" rtl="0" eaLnBrk="1" latinLnBrk="0" hangingPunct="1">
              <a:lnSpc>
                <a:spcPct val="85000"/>
              </a:lnSpc>
              <a:spcBef>
                <a:spcPts val="1000"/>
              </a:spcBef>
              <a:buFont typeface="System Font Regular"/>
              <a:buChar char="»"/>
              <a:defRPr sz="1400" b="0" i="0" kern="1200">
                <a:solidFill>
                  <a:schemeClr val="accent4"/>
                </a:solidFill>
                <a:latin typeface="Arial" panose="020B0604020202020204" pitchFamily="34" charset="0"/>
                <a:ea typeface="+mn-ea"/>
                <a:cs typeface="+mn-cs"/>
              </a:defRPr>
            </a:lvl4pPr>
            <a:lvl5pPr marL="2057400" indent="-228600" algn="l" defTabSz="914400" rtl="0" eaLnBrk="1" latinLnBrk="0" hangingPunct="1">
              <a:lnSpc>
                <a:spcPct val="85000"/>
              </a:lnSpc>
              <a:spcBef>
                <a:spcPts val="1000"/>
              </a:spcBef>
              <a:buFont typeface="System Font Regular"/>
              <a:buChar char="»"/>
              <a:defRPr sz="1200" b="0" i="0" kern="1200">
                <a:solidFill>
                  <a:schemeClr val="accent4"/>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Services with attributes are null are attached in the below file</a:t>
            </a:r>
          </a:p>
          <a:p>
            <a:r>
              <a:rPr lang="en-US"/>
              <a:t>Verify with Product if this is a valid scenario?</a:t>
            </a:r>
          </a:p>
          <a:p>
            <a:r>
              <a:rPr lang="en-US"/>
              <a:t>If Yes, migrate them as Billing only Order using the same service id as in Asia Siebel with Notes and Tickets</a:t>
            </a:r>
          </a:p>
          <a:p>
            <a:endParaRPr lang="en-US"/>
          </a:p>
          <a:p>
            <a:endParaRPr lang="en-US"/>
          </a:p>
          <a:p>
            <a:endParaRPr lang="en-US"/>
          </a:p>
          <a:p>
            <a:endParaRPr lang="en-US"/>
          </a:p>
        </p:txBody>
      </p:sp>
    </p:spTree>
    <p:extLst>
      <p:ext uri="{BB962C8B-B14F-4D97-AF65-F5344CB8AC3E}">
        <p14:creationId xmlns:p14="http://schemas.microsoft.com/office/powerpoint/2010/main" val="279447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ABAED-9BAF-0363-7736-024DA31E3003}"/>
              </a:ext>
            </a:extLst>
          </p:cNvPr>
          <p:cNvSpPr>
            <a:spLocks noGrp="1"/>
          </p:cNvSpPr>
          <p:nvPr>
            <p:ph type="title"/>
          </p:nvPr>
        </p:nvSpPr>
        <p:spPr/>
        <p:txBody>
          <a:bodyPr/>
          <a:lstStyle/>
          <a:p>
            <a:r>
              <a:rPr lang="en-US">
                <a:latin typeface="Arial"/>
                <a:cs typeface="Arial"/>
              </a:rPr>
              <a:t>DCA EVPN Tactical migration Approac</a:t>
            </a:r>
            <a:r>
              <a:rPr lang="en-US" dirty="0">
                <a:latin typeface="Arial"/>
                <a:cs typeface="Arial"/>
              </a:rPr>
              <a:t>h</a:t>
            </a:r>
            <a:endParaRPr lang="en-US"/>
          </a:p>
        </p:txBody>
      </p:sp>
      <p:sp>
        <p:nvSpPr>
          <p:cNvPr id="3" name="Text Placeholder 2">
            <a:extLst>
              <a:ext uri="{FF2B5EF4-FFF2-40B4-BE49-F238E27FC236}">
                <a16:creationId xmlns:a16="http://schemas.microsoft.com/office/drawing/2014/main" id="{565FDB32-06E0-02D6-F800-83A330069C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8055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0629A-242B-07C5-14CD-5D99803DC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DAF52-D0F9-A67B-44BE-7806BA9CE120}"/>
              </a:ext>
            </a:extLst>
          </p:cNvPr>
          <p:cNvSpPr>
            <a:spLocks noGrp="1"/>
          </p:cNvSpPr>
          <p:nvPr>
            <p:ph type="title"/>
          </p:nvPr>
        </p:nvSpPr>
        <p:spPr/>
        <p:txBody>
          <a:bodyPr/>
          <a:lstStyle/>
          <a:p>
            <a:r>
              <a:rPr lang="en-US"/>
              <a:t>Ethernet VPN DCA Tactical migration approach</a:t>
            </a:r>
          </a:p>
        </p:txBody>
      </p:sp>
      <p:sp>
        <p:nvSpPr>
          <p:cNvPr id="143" name="TextBox 142">
            <a:extLst>
              <a:ext uri="{FF2B5EF4-FFF2-40B4-BE49-F238E27FC236}">
                <a16:creationId xmlns:a16="http://schemas.microsoft.com/office/drawing/2014/main" id="{BDB6F2B8-192C-97AB-6B9B-4BCD3A8C8923}"/>
              </a:ext>
            </a:extLst>
          </p:cNvPr>
          <p:cNvSpPr txBox="1"/>
          <p:nvPr/>
        </p:nvSpPr>
        <p:spPr>
          <a:xfrm>
            <a:off x="314564" y="1800228"/>
            <a:ext cx="1519787" cy="338554"/>
          </a:xfrm>
          <a:prstGeom prst="rect">
            <a:avLst/>
          </a:prstGeom>
          <a:noFill/>
        </p:spPr>
        <p:txBody>
          <a:bodyPr wrap="square" rtlCol="0">
            <a:spAutoFit/>
          </a:bodyPr>
          <a:lstStyle/>
          <a:p>
            <a:r>
              <a:rPr lang="en-US" sz="1600"/>
              <a:t>Option 1</a:t>
            </a:r>
          </a:p>
        </p:txBody>
      </p:sp>
      <p:grpSp>
        <p:nvGrpSpPr>
          <p:cNvPr id="21" name="Group 20">
            <a:extLst>
              <a:ext uri="{FF2B5EF4-FFF2-40B4-BE49-F238E27FC236}">
                <a16:creationId xmlns:a16="http://schemas.microsoft.com/office/drawing/2014/main" id="{9B2F1451-75BB-9FA4-0C3F-2A3DD1DA8F91}"/>
              </a:ext>
            </a:extLst>
          </p:cNvPr>
          <p:cNvGrpSpPr/>
          <p:nvPr/>
        </p:nvGrpSpPr>
        <p:grpSpPr>
          <a:xfrm>
            <a:off x="0" y="2366038"/>
            <a:ext cx="3630314" cy="2631543"/>
            <a:chOff x="7319" y="2534620"/>
            <a:chExt cx="5308924" cy="3368888"/>
          </a:xfrm>
        </p:grpSpPr>
        <p:grpSp>
          <p:nvGrpSpPr>
            <p:cNvPr id="22" name="Group 21">
              <a:extLst>
                <a:ext uri="{FF2B5EF4-FFF2-40B4-BE49-F238E27FC236}">
                  <a16:creationId xmlns:a16="http://schemas.microsoft.com/office/drawing/2014/main" id="{DF1EEF1A-27FC-095C-7C64-54F82BD55E66}"/>
                </a:ext>
              </a:extLst>
            </p:cNvPr>
            <p:cNvGrpSpPr/>
            <p:nvPr/>
          </p:nvGrpSpPr>
          <p:grpSpPr>
            <a:xfrm>
              <a:off x="7319" y="2534620"/>
              <a:ext cx="5308924" cy="2879811"/>
              <a:chOff x="52282" y="1984678"/>
              <a:chExt cx="5308924" cy="2879811"/>
            </a:xfrm>
          </p:grpSpPr>
          <p:grpSp>
            <p:nvGrpSpPr>
              <p:cNvPr id="39" name="Group 38">
                <a:extLst>
                  <a:ext uri="{FF2B5EF4-FFF2-40B4-BE49-F238E27FC236}">
                    <a16:creationId xmlns:a16="http://schemas.microsoft.com/office/drawing/2014/main" id="{6FD65E3E-0791-DD03-F09C-986C03731583}"/>
                  </a:ext>
                </a:extLst>
              </p:cNvPr>
              <p:cNvGrpSpPr/>
              <p:nvPr/>
            </p:nvGrpSpPr>
            <p:grpSpPr>
              <a:xfrm>
                <a:off x="52282" y="2263140"/>
                <a:ext cx="5308924" cy="2331720"/>
                <a:chOff x="106455" y="2514600"/>
                <a:chExt cx="5308924" cy="2331720"/>
              </a:xfrm>
            </p:grpSpPr>
            <p:grpSp>
              <p:nvGrpSpPr>
                <p:cNvPr id="44" name="Group 43">
                  <a:extLst>
                    <a:ext uri="{FF2B5EF4-FFF2-40B4-BE49-F238E27FC236}">
                      <a16:creationId xmlns:a16="http://schemas.microsoft.com/office/drawing/2014/main" id="{BCE9416C-6867-271F-583F-0DCA6C84DFDA}"/>
                    </a:ext>
                  </a:extLst>
                </p:cNvPr>
                <p:cNvGrpSpPr/>
                <p:nvPr/>
              </p:nvGrpSpPr>
              <p:grpSpPr>
                <a:xfrm>
                  <a:off x="106455" y="2514600"/>
                  <a:ext cx="5308924" cy="2331720"/>
                  <a:chOff x="106455" y="2514600"/>
                  <a:chExt cx="5308924" cy="2331720"/>
                </a:xfrm>
              </p:grpSpPr>
              <p:grpSp>
                <p:nvGrpSpPr>
                  <p:cNvPr id="48" name="Group 47">
                    <a:extLst>
                      <a:ext uri="{FF2B5EF4-FFF2-40B4-BE49-F238E27FC236}">
                        <a16:creationId xmlns:a16="http://schemas.microsoft.com/office/drawing/2014/main" id="{C0A21D49-5FCF-34CC-FF2E-B2E0808211C3}"/>
                      </a:ext>
                    </a:extLst>
                  </p:cNvPr>
                  <p:cNvGrpSpPr/>
                  <p:nvPr/>
                </p:nvGrpSpPr>
                <p:grpSpPr>
                  <a:xfrm>
                    <a:off x="106455" y="2514600"/>
                    <a:ext cx="5254751" cy="2331720"/>
                    <a:chOff x="332232" y="2156083"/>
                    <a:chExt cx="7391399" cy="3322381"/>
                  </a:xfrm>
                </p:grpSpPr>
                <p:sp>
                  <p:nvSpPr>
                    <p:cNvPr id="50" name="Oval 49">
                      <a:extLst>
                        <a:ext uri="{FF2B5EF4-FFF2-40B4-BE49-F238E27FC236}">
                          <a16:creationId xmlns:a16="http://schemas.microsoft.com/office/drawing/2014/main" id="{393ACF72-3AF8-BE6E-FAEA-76518D1C730F}"/>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1" name="Rounded Rectangle 9">
                      <a:extLst>
                        <a:ext uri="{FF2B5EF4-FFF2-40B4-BE49-F238E27FC236}">
                          <a16:creationId xmlns:a16="http://schemas.microsoft.com/office/drawing/2014/main" id="{0B3C2C56-956F-BD37-C72C-1EA86A20EDCB}"/>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2" name="Rounded Rectangle 45">
                      <a:extLst>
                        <a:ext uri="{FF2B5EF4-FFF2-40B4-BE49-F238E27FC236}">
                          <a16:creationId xmlns:a16="http://schemas.microsoft.com/office/drawing/2014/main" id="{57EA154F-9449-0CD6-6D59-A0358F3AE219}"/>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3" name="Rounded Rectangle 46">
                      <a:extLst>
                        <a:ext uri="{FF2B5EF4-FFF2-40B4-BE49-F238E27FC236}">
                          <a16:creationId xmlns:a16="http://schemas.microsoft.com/office/drawing/2014/main" id="{FFDAEA79-AF39-71D8-AEDB-1600214E21C2}"/>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4" name="Rounded Rectangle 47">
                      <a:extLst>
                        <a:ext uri="{FF2B5EF4-FFF2-40B4-BE49-F238E27FC236}">
                          <a16:creationId xmlns:a16="http://schemas.microsoft.com/office/drawing/2014/main" id="{DF8D4912-A116-FF0F-66BF-41C913A2144D}"/>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5" name="Rounded Rectangle 48">
                      <a:extLst>
                        <a:ext uri="{FF2B5EF4-FFF2-40B4-BE49-F238E27FC236}">
                          <a16:creationId xmlns:a16="http://schemas.microsoft.com/office/drawing/2014/main" id="{ECF19DB7-4319-04C0-2262-E7DF8E870A81}"/>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cxnSp>
                  <p:nvCxnSpPr>
                    <p:cNvPr id="56" name="Straight Connector 55">
                      <a:extLst>
                        <a:ext uri="{FF2B5EF4-FFF2-40B4-BE49-F238E27FC236}">
                          <a16:creationId xmlns:a16="http://schemas.microsoft.com/office/drawing/2014/main" id="{3C78B50A-B3A7-3FD7-0808-62BD783BA334}"/>
                        </a:ext>
                      </a:extLst>
                    </p:cNvPr>
                    <p:cNvCxnSpPr>
                      <a:stCxn id="51" idx="3"/>
                      <a:endCxn id="50"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02332BF-F6E0-3B02-2D73-8C8797147D23}"/>
                        </a:ext>
                      </a:extLst>
                    </p:cNvPr>
                    <p:cNvCxnSpPr>
                      <a:stCxn id="54"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A2C8F6F-EDB7-58C1-2ED1-6EF173C2C1D0}"/>
                        </a:ext>
                      </a:extLst>
                    </p:cNvPr>
                    <p:cNvCxnSpPr>
                      <a:stCxn id="53" idx="1"/>
                      <a:endCxn id="50"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27970AB-B466-A19A-43CC-FB84B9819C3E}"/>
                        </a:ext>
                      </a:extLst>
                    </p:cNvPr>
                    <p:cNvCxnSpPr>
                      <a:stCxn id="50" idx="5"/>
                      <a:endCxn id="55"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37BF406-DEDF-94BC-7EB3-FAB7EB233677}"/>
                        </a:ext>
                      </a:extLst>
                    </p:cNvPr>
                    <p:cNvCxnSpPr>
                      <a:endCxn id="52"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8B31485-CADF-C78F-F0A5-ADBE62C7E54B}"/>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E-VPN</a:t>
                      </a:r>
                    </a:p>
                  </p:txBody>
                </p:sp>
                <p:sp>
                  <p:nvSpPr>
                    <p:cNvPr id="63" name="TextBox 62">
                      <a:extLst>
                        <a:ext uri="{FF2B5EF4-FFF2-40B4-BE49-F238E27FC236}">
                          <a16:creationId xmlns:a16="http://schemas.microsoft.com/office/drawing/2014/main" id="{43025264-1E27-3F9B-1DDD-6C6D06B3868C}"/>
                        </a:ext>
                      </a:extLst>
                    </p:cNvPr>
                    <p:cNvSpPr txBox="1"/>
                    <p:nvPr/>
                  </p:nvSpPr>
                  <p:spPr>
                    <a:xfrm>
                      <a:off x="332232" y="2156083"/>
                      <a:ext cx="1866899" cy="7579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64" name="TextBox 63">
                      <a:extLst>
                        <a:ext uri="{FF2B5EF4-FFF2-40B4-BE49-F238E27FC236}">
                          <a16:creationId xmlns:a16="http://schemas.microsoft.com/office/drawing/2014/main" id="{81CC291F-B681-20D6-5C47-95B8B0532FF7}"/>
                        </a:ext>
                      </a:extLst>
                    </p:cNvPr>
                    <p:cNvSpPr txBox="1"/>
                    <p:nvPr/>
                  </p:nvSpPr>
                  <p:spPr>
                    <a:xfrm>
                      <a:off x="5542406" y="2241405"/>
                      <a:ext cx="2181225" cy="4631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69" name="Straight Arrow Connector 68">
                      <a:extLst>
                        <a:ext uri="{FF2B5EF4-FFF2-40B4-BE49-F238E27FC236}">
                          <a16:creationId xmlns:a16="http://schemas.microsoft.com/office/drawing/2014/main" id="{0FA60E39-F2B3-A154-6F12-89A5D94A3EF3}"/>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E995B1B-98E8-FC30-FFBD-7A4BC0DA64B8}"/>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EB66A5C-74F3-A5AF-EAF0-1BBAAB34F060}"/>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A70BB72-E8EE-15E0-49DD-1DEF2EEB3E49}"/>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BCD90D33-A05E-592A-D54C-D86C792B8177}"/>
                      </a:ext>
                    </a:extLst>
                  </p:cNvPr>
                  <p:cNvSpPr txBox="1"/>
                  <p:nvPr/>
                </p:nvSpPr>
                <p:spPr>
                  <a:xfrm>
                    <a:off x="4711134" y="3391228"/>
                    <a:ext cx="704245" cy="531919"/>
                  </a:xfrm>
                  <a:prstGeom prst="rect">
                    <a:avLst/>
                  </a:prstGeom>
                  <a:noFill/>
                </p:spPr>
                <p:txBody>
                  <a:bodyPr wrap="square" rtlCol="0">
                    <a:spAutoFit/>
                  </a:bodyPr>
                  <a:lstStyle/>
                  <a:p>
                    <a:r>
                      <a:rPr lang="en-US" sz="1050"/>
                      <a:t>DCA Site</a:t>
                    </a:r>
                  </a:p>
                </p:txBody>
              </p:sp>
            </p:grpSp>
            <p:cxnSp>
              <p:nvCxnSpPr>
                <p:cNvPr id="45" name="Connector: Curved 44">
                  <a:extLst>
                    <a:ext uri="{FF2B5EF4-FFF2-40B4-BE49-F238E27FC236}">
                      <a16:creationId xmlns:a16="http://schemas.microsoft.com/office/drawing/2014/main" id="{29ECC30A-6DD7-59EE-D63F-4AA3501C30E1}"/>
                    </a:ext>
                  </a:extLst>
                </p:cNvPr>
                <p:cNvCxnSpPr>
                  <a:stCxn id="52" idx="0"/>
                  <a:endCxn id="53"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Connector: Curved 45">
                  <a:extLst>
                    <a:ext uri="{FF2B5EF4-FFF2-40B4-BE49-F238E27FC236}">
                      <a16:creationId xmlns:a16="http://schemas.microsoft.com/office/drawing/2014/main" id="{D0AD3949-CD69-A2B5-DF64-43AAFCFE7F19}"/>
                    </a:ext>
                  </a:extLst>
                </p:cNvPr>
                <p:cNvCxnSpPr>
                  <a:stCxn id="51" idx="2"/>
                  <a:endCxn id="53"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Connector: Curved 46">
                  <a:extLst>
                    <a:ext uri="{FF2B5EF4-FFF2-40B4-BE49-F238E27FC236}">
                      <a16:creationId xmlns:a16="http://schemas.microsoft.com/office/drawing/2014/main" id="{36376FEB-56F4-1273-3F2D-6B41DACE5C08}"/>
                    </a:ext>
                  </a:extLst>
                </p:cNvPr>
                <p:cNvCxnSpPr>
                  <a:stCxn id="54" idx="2"/>
                  <a:endCxn id="53"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0" name="TextBox 39">
                <a:extLst>
                  <a:ext uri="{FF2B5EF4-FFF2-40B4-BE49-F238E27FC236}">
                    <a16:creationId xmlns:a16="http://schemas.microsoft.com/office/drawing/2014/main" id="{5627C9B9-E682-4E08-DE5E-25541DD4ECFC}"/>
                  </a:ext>
                </a:extLst>
              </p:cNvPr>
              <p:cNvSpPr txBox="1"/>
              <p:nvPr/>
            </p:nvSpPr>
            <p:spPr>
              <a:xfrm>
                <a:off x="2457885" y="1984678"/>
                <a:ext cx="321890" cy="325062"/>
              </a:xfrm>
              <a:prstGeom prst="rect">
                <a:avLst/>
              </a:prstGeom>
              <a:noFill/>
            </p:spPr>
            <p:txBody>
              <a:bodyPr wrap="square" rtlCol="0">
                <a:spAutoFit/>
              </a:bodyPr>
              <a:lstStyle/>
              <a:p>
                <a:r>
                  <a:rPr lang="en-US" sz="1050"/>
                  <a:t>A</a:t>
                </a:r>
              </a:p>
            </p:txBody>
          </p:sp>
          <p:sp>
            <p:nvSpPr>
              <p:cNvPr id="41" name="TextBox 40">
                <a:extLst>
                  <a:ext uri="{FF2B5EF4-FFF2-40B4-BE49-F238E27FC236}">
                    <a16:creationId xmlns:a16="http://schemas.microsoft.com/office/drawing/2014/main" id="{2EC8C5DD-7DD9-5F8D-5CF2-28AF5B443447}"/>
                  </a:ext>
                </a:extLst>
              </p:cNvPr>
              <p:cNvSpPr txBox="1"/>
              <p:nvPr/>
            </p:nvSpPr>
            <p:spPr>
              <a:xfrm>
                <a:off x="359040" y="2884185"/>
                <a:ext cx="321890" cy="325062"/>
              </a:xfrm>
              <a:prstGeom prst="rect">
                <a:avLst/>
              </a:prstGeom>
              <a:noFill/>
            </p:spPr>
            <p:txBody>
              <a:bodyPr wrap="square" rtlCol="0">
                <a:spAutoFit/>
              </a:bodyPr>
              <a:lstStyle/>
              <a:p>
                <a:r>
                  <a:rPr lang="en-US" sz="1050"/>
                  <a:t>B</a:t>
                </a:r>
              </a:p>
            </p:txBody>
          </p:sp>
          <p:sp>
            <p:nvSpPr>
              <p:cNvPr id="42" name="TextBox 41">
                <a:extLst>
                  <a:ext uri="{FF2B5EF4-FFF2-40B4-BE49-F238E27FC236}">
                    <a16:creationId xmlns:a16="http://schemas.microsoft.com/office/drawing/2014/main" id="{137A0A37-402E-C165-D776-DD425A46C17B}"/>
                  </a:ext>
                </a:extLst>
              </p:cNvPr>
              <p:cNvSpPr txBox="1"/>
              <p:nvPr/>
            </p:nvSpPr>
            <p:spPr>
              <a:xfrm>
                <a:off x="1162283" y="4539427"/>
                <a:ext cx="321890" cy="325062"/>
              </a:xfrm>
              <a:prstGeom prst="rect">
                <a:avLst/>
              </a:prstGeom>
              <a:noFill/>
            </p:spPr>
            <p:txBody>
              <a:bodyPr wrap="square" rtlCol="0">
                <a:spAutoFit/>
              </a:bodyPr>
              <a:lstStyle/>
              <a:p>
                <a:r>
                  <a:rPr lang="en-US" sz="1050"/>
                  <a:t>C</a:t>
                </a:r>
              </a:p>
            </p:txBody>
          </p:sp>
          <p:sp>
            <p:nvSpPr>
              <p:cNvPr id="43" name="TextBox 42">
                <a:extLst>
                  <a:ext uri="{FF2B5EF4-FFF2-40B4-BE49-F238E27FC236}">
                    <a16:creationId xmlns:a16="http://schemas.microsoft.com/office/drawing/2014/main" id="{59925921-5B50-FF6F-D85B-49E58E104150}"/>
                  </a:ext>
                </a:extLst>
              </p:cNvPr>
              <p:cNvSpPr txBox="1"/>
              <p:nvPr/>
            </p:nvSpPr>
            <p:spPr>
              <a:xfrm>
                <a:off x="3209415" y="4405694"/>
                <a:ext cx="321890" cy="325062"/>
              </a:xfrm>
              <a:prstGeom prst="rect">
                <a:avLst/>
              </a:prstGeom>
              <a:noFill/>
            </p:spPr>
            <p:txBody>
              <a:bodyPr wrap="square" rtlCol="0">
                <a:spAutoFit/>
              </a:bodyPr>
              <a:lstStyle/>
              <a:p>
                <a:r>
                  <a:rPr lang="en-US" sz="1050"/>
                  <a:t>D</a:t>
                </a:r>
              </a:p>
            </p:txBody>
          </p:sp>
        </p:grpSp>
        <p:sp>
          <p:nvSpPr>
            <p:cNvPr id="23" name="Oval 22">
              <a:extLst>
                <a:ext uri="{FF2B5EF4-FFF2-40B4-BE49-F238E27FC236}">
                  <a16:creationId xmlns:a16="http://schemas.microsoft.com/office/drawing/2014/main" id="{990CDBE9-8B32-3843-E0B3-49D882A674DF}"/>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4" name="Oval 23">
              <a:extLst>
                <a:ext uri="{FF2B5EF4-FFF2-40B4-BE49-F238E27FC236}">
                  <a16:creationId xmlns:a16="http://schemas.microsoft.com/office/drawing/2014/main" id="{70FD0506-E4DD-796E-5B06-AAE214E4D94E}"/>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7" name="Oval 26">
              <a:extLst>
                <a:ext uri="{FF2B5EF4-FFF2-40B4-BE49-F238E27FC236}">
                  <a16:creationId xmlns:a16="http://schemas.microsoft.com/office/drawing/2014/main" id="{D41422E5-F000-5804-BB9E-808A27C3DF68}"/>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9" name="Oval 28">
              <a:extLst>
                <a:ext uri="{FF2B5EF4-FFF2-40B4-BE49-F238E27FC236}">
                  <a16:creationId xmlns:a16="http://schemas.microsoft.com/office/drawing/2014/main" id="{23CC1102-3DDB-43AA-7D5F-595352B97366}"/>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31" name="Oval 30">
              <a:extLst>
                <a:ext uri="{FF2B5EF4-FFF2-40B4-BE49-F238E27FC236}">
                  <a16:creationId xmlns:a16="http://schemas.microsoft.com/office/drawing/2014/main" id="{3A54A44F-A680-0648-E0B1-53AC5E04E0E6}"/>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35" name="TextBox 34">
              <a:extLst>
                <a:ext uri="{FF2B5EF4-FFF2-40B4-BE49-F238E27FC236}">
                  <a16:creationId xmlns:a16="http://schemas.microsoft.com/office/drawing/2014/main" id="{690D474B-E56B-3F32-C7B9-1BD538A623D5}"/>
                </a:ext>
              </a:extLst>
            </p:cNvPr>
            <p:cNvSpPr txBox="1"/>
            <p:nvPr/>
          </p:nvSpPr>
          <p:spPr>
            <a:xfrm>
              <a:off x="1630286" y="5371590"/>
              <a:ext cx="1534162" cy="531918"/>
            </a:xfrm>
            <a:prstGeom prst="rect">
              <a:avLst/>
            </a:prstGeom>
            <a:noFill/>
          </p:spPr>
          <p:txBody>
            <a:bodyPr wrap="square" rtlCol="0">
              <a:spAutoFit/>
            </a:bodyPr>
            <a:lstStyle/>
            <a:p>
              <a:r>
                <a:rPr lang="en-US" sz="1050"/>
                <a:t>EVPN Nodes (ARs)</a:t>
              </a:r>
            </a:p>
          </p:txBody>
        </p:sp>
        <p:cxnSp>
          <p:nvCxnSpPr>
            <p:cNvPr id="36" name="Straight Arrow Connector 35">
              <a:extLst>
                <a:ext uri="{FF2B5EF4-FFF2-40B4-BE49-F238E27FC236}">
                  <a16:creationId xmlns:a16="http://schemas.microsoft.com/office/drawing/2014/main" id="{61A88A50-0189-80B3-A9BF-3C6C759D1815}"/>
                </a:ext>
              </a:extLst>
            </p:cNvPr>
            <p:cNvCxnSpPr>
              <a:cxnSpLocks/>
              <a:stCxn id="35" idx="0"/>
              <a:endCxn id="31" idx="3"/>
            </p:cNvCxnSpPr>
            <p:nvPr/>
          </p:nvCxnSpPr>
          <p:spPr>
            <a:xfrm flipV="1">
              <a:off x="2397368" y="4427701"/>
              <a:ext cx="560198" cy="9438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D4A022B9-2688-A8FC-EA93-CAE42E02B8F9}"/>
                </a:ext>
              </a:extLst>
            </p:cNvPr>
            <p:cNvCxnSpPr>
              <a:stCxn id="35" idx="0"/>
              <a:endCxn id="24" idx="5"/>
            </p:cNvCxnSpPr>
            <p:nvPr/>
          </p:nvCxnSpPr>
          <p:spPr>
            <a:xfrm flipH="1" flipV="1">
              <a:off x="1701333"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010E0D6-AB88-79D2-7F1F-99A20B5E05D6}"/>
                </a:ext>
              </a:extLst>
            </p:cNvPr>
            <p:cNvCxnSpPr>
              <a:stCxn id="35" idx="0"/>
              <a:endCxn id="23" idx="5"/>
            </p:cNvCxnSpPr>
            <p:nvPr/>
          </p:nvCxnSpPr>
          <p:spPr>
            <a:xfrm flipV="1">
              <a:off x="2397368" y="4084432"/>
              <a:ext cx="1004862" cy="1287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8" name="Arrow: Right 97">
            <a:extLst>
              <a:ext uri="{FF2B5EF4-FFF2-40B4-BE49-F238E27FC236}">
                <a16:creationId xmlns:a16="http://schemas.microsoft.com/office/drawing/2014/main" id="{9E71500F-6754-947A-9F7E-F2A7D2B856D2}"/>
              </a:ext>
            </a:extLst>
          </p:cNvPr>
          <p:cNvSpPr/>
          <p:nvPr/>
        </p:nvSpPr>
        <p:spPr>
          <a:xfrm>
            <a:off x="3824795" y="3278986"/>
            <a:ext cx="744082" cy="355940"/>
          </a:xfrm>
          <a:prstGeom prst="rightArrow">
            <a:avLst/>
          </a:prstGeom>
          <a:solidFill>
            <a:schemeClr val="accent3">
              <a:lumMod val="75000"/>
              <a:lumOff val="25000"/>
            </a:schemeClr>
          </a:solidFill>
          <a:ln w="6344" cap="flat">
            <a:noFill/>
            <a:prstDash val="solid"/>
            <a:miter/>
          </a:ln>
        </p:spPr>
        <p:txBody>
          <a:bodyPr rtlCol="0" anchor="ctr"/>
          <a:lstStyle/>
          <a:p>
            <a:pPr algn="l"/>
            <a:endParaRPr lang="en-US" sz="1050"/>
          </a:p>
        </p:txBody>
      </p:sp>
      <p:sp>
        <p:nvSpPr>
          <p:cNvPr id="217" name="TextBox 216">
            <a:extLst>
              <a:ext uri="{FF2B5EF4-FFF2-40B4-BE49-F238E27FC236}">
                <a16:creationId xmlns:a16="http://schemas.microsoft.com/office/drawing/2014/main" id="{50C52B0A-15EE-2D24-5219-204CE5D9437B}"/>
              </a:ext>
            </a:extLst>
          </p:cNvPr>
          <p:cNvSpPr txBox="1"/>
          <p:nvPr/>
        </p:nvSpPr>
        <p:spPr>
          <a:xfrm>
            <a:off x="3703320" y="2987022"/>
            <a:ext cx="907578" cy="246221"/>
          </a:xfrm>
          <a:prstGeom prst="rect">
            <a:avLst/>
          </a:prstGeom>
          <a:noFill/>
        </p:spPr>
        <p:txBody>
          <a:bodyPr wrap="square" rtlCol="0">
            <a:spAutoFit/>
          </a:bodyPr>
          <a:lstStyle/>
          <a:p>
            <a:r>
              <a:rPr lang="en-US" sz="1000"/>
              <a:t>Migration</a:t>
            </a:r>
          </a:p>
        </p:txBody>
      </p:sp>
      <p:sp>
        <p:nvSpPr>
          <p:cNvPr id="219" name="TextBox 218">
            <a:extLst>
              <a:ext uri="{FF2B5EF4-FFF2-40B4-BE49-F238E27FC236}">
                <a16:creationId xmlns:a16="http://schemas.microsoft.com/office/drawing/2014/main" id="{F0C2202E-A1A5-AFA4-C78C-E842F539BD88}"/>
              </a:ext>
            </a:extLst>
          </p:cNvPr>
          <p:cNvSpPr txBox="1"/>
          <p:nvPr/>
        </p:nvSpPr>
        <p:spPr>
          <a:xfrm>
            <a:off x="242758" y="1351247"/>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ASIA SIEBEL</a:t>
            </a:r>
          </a:p>
        </p:txBody>
      </p:sp>
      <p:grpSp>
        <p:nvGrpSpPr>
          <p:cNvPr id="3" name="Group 2">
            <a:extLst>
              <a:ext uri="{FF2B5EF4-FFF2-40B4-BE49-F238E27FC236}">
                <a16:creationId xmlns:a16="http://schemas.microsoft.com/office/drawing/2014/main" id="{E77D775A-97FE-2EDB-0E7D-5C018AD08708}"/>
              </a:ext>
            </a:extLst>
          </p:cNvPr>
          <p:cNvGrpSpPr/>
          <p:nvPr/>
        </p:nvGrpSpPr>
        <p:grpSpPr>
          <a:xfrm>
            <a:off x="5066079" y="1870140"/>
            <a:ext cx="3405604" cy="3033984"/>
            <a:chOff x="8742925" y="1819602"/>
            <a:chExt cx="3405604" cy="3033984"/>
          </a:xfrm>
        </p:grpSpPr>
        <p:grpSp>
          <p:nvGrpSpPr>
            <p:cNvPr id="177" name="Group 176">
              <a:extLst>
                <a:ext uri="{FF2B5EF4-FFF2-40B4-BE49-F238E27FC236}">
                  <a16:creationId xmlns:a16="http://schemas.microsoft.com/office/drawing/2014/main" id="{9DCEC566-F026-3BD5-0C3E-3946A04C2812}"/>
                </a:ext>
              </a:extLst>
            </p:cNvPr>
            <p:cNvGrpSpPr/>
            <p:nvPr/>
          </p:nvGrpSpPr>
          <p:grpSpPr>
            <a:xfrm>
              <a:off x="8803140" y="2305632"/>
              <a:ext cx="3345389" cy="2547954"/>
              <a:chOff x="7319" y="2534620"/>
              <a:chExt cx="5574072" cy="3363576"/>
            </a:xfrm>
          </p:grpSpPr>
          <p:grpSp>
            <p:nvGrpSpPr>
              <p:cNvPr id="178" name="Group 177">
                <a:extLst>
                  <a:ext uri="{FF2B5EF4-FFF2-40B4-BE49-F238E27FC236}">
                    <a16:creationId xmlns:a16="http://schemas.microsoft.com/office/drawing/2014/main" id="{5DBF55BA-B1CD-2697-0E88-1319FA676427}"/>
                  </a:ext>
                </a:extLst>
              </p:cNvPr>
              <p:cNvGrpSpPr/>
              <p:nvPr/>
            </p:nvGrpSpPr>
            <p:grpSpPr>
              <a:xfrm>
                <a:off x="7319" y="2534620"/>
                <a:ext cx="5574072" cy="2874474"/>
                <a:chOff x="52282" y="1984678"/>
                <a:chExt cx="5574072" cy="2874474"/>
              </a:xfrm>
            </p:grpSpPr>
            <p:grpSp>
              <p:nvGrpSpPr>
                <p:cNvPr id="188" name="Group 187">
                  <a:extLst>
                    <a:ext uri="{FF2B5EF4-FFF2-40B4-BE49-F238E27FC236}">
                      <a16:creationId xmlns:a16="http://schemas.microsoft.com/office/drawing/2014/main" id="{38BBE10A-186B-3017-4D47-FB35B495DC37}"/>
                    </a:ext>
                  </a:extLst>
                </p:cNvPr>
                <p:cNvGrpSpPr/>
                <p:nvPr/>
              </p:nvGrpSpPr>
              <p:grpSpPr>
                <a:xfrm>
                  <a:off x="52282" y="2263140"/>
                  <a:ext cx="5574072" cy="2331720"/>
                  <a:chOff x="106455" y="2514600"/>
                  <a:chExt cx="5574072" cy="2331720"/>
                </a:xfrm>
              </p:grpSpPr>
              <p:grpSp>
                <p:nvGrpSpPr>
                  <p:cNvPr id="193" name="Group 192">
                    <a:extLst>
                      <a:ext uri="{FF2B5EF4-FFF2-40B4-BE49-F238E27FC236}">
                        <a16:creationId xmlns:a16="http://schemas.microsoft.com/office/drawing/2014/main" id="{692864A7-495D-82F2-A072-7A226E81D722}"/>
                      </a:ext>
                    </a:extLst>
                  </p:cNvPr>
                  <p:cNvGrpSpPr/>
                  <p:nvPr/>
                </p:nvGrpSpPr>
                <p:grpSpPr>
                  <a:xfrm>
                    <a:off x="106455" y="2514600"/>
                    <a:ext cx="5574072" cy="2331720"/>
                    <a:chOff x="106455" y="2514600"/>
                    <a:chExt cx="5574072" cy="2331720"/>
                  </a:xfrm>
                </p:grpSpPr>
                <p:grpSp>
                  <p:nvGrpSpPr>
                    <p:cNvPr id="197" name="Group 196">
                      <a:extLst>
                        <a:ext uri="{FF2B5EF4-FFF2-40B4-BE49-F238E27FC236}">
                          <a16:creationId xmlns:a16="http://schemas.microsoft.com/office/drawing/2014/main" id="{9BD19DC1-659D-88B3-C0AB-D09FE97396CE}"/>
                        </a:ext>
                      </a:extLst>
                    </p:cNvPr>
                    <p:cNvGrpSpPr/>
                    <p:nvPr/>
                  </p:nvGrpSpPr>
                  <p:grpSpPr>
                    <a:xfrm>
                      <a:off x="106455" y="2514600"/>
                      <a:ext cx="5254751" cy="2331720"/>
                      <a:chOff x="332232" y="2156083"/>
                      <a:chExt cx="7391399" cy="3322381"/>
                    </a:xfrm>
                  </p:grpSpPr>
                  <p:sp>
                    <p:nvSpPr>
                      <p:cNvPr id="199" name="Oval 198">
                        <a:extLst>
                          <a:ext uri="{FF2B5EF4-FFF2-40B4-BE49-F238E27FC236}">
                            <a16:creationId xmlns:a16="http://schemas.microsoft.com/office/drawing/2014/main" id="{37940C73-F377-E278-840B-BA57850BFA5B}"/>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0" name="Rounded Rectangle 9">
                        <a:extLst>
                          <a:ext uri="{FF2B5EF4-FFF2-40B4-BE49-F238E27FC236}">
                            <a16:creationId xmlns:a16="http://schemas.microsoft.com/office/drawing/2014/main" id="{CF516D41-FFD4-AECE-FFDE-C97ADE53EB37}"/>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1" name="Rounded Rectangle 45">
                        <a:extLst>
                          <a:ext uri="{FF2B5EF4-FFF2-40B4-BE49-F238E27FC236}">
                            <a16:creationId xmlns:a16="http://schemas.microsoft.com/office/drawing/2014/main" id="{7DFC5E59-5B34-9E2C-9C60-3C3CFC4BD692}"/>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2" name="Rounded Rectangle 46">
                        <a:extLst>
                          <a:ext uri="{FF2B5EF4-FFF2-40B4-BE49-F238E27FC236}">
                            <a16:creationId xmlns:a16="http://schemas.microsoft.com/office/drawing/2014/main" id="{78CF5F52-EC75-F4D3-D87C-C0B9644F5520}"/>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3" name="Rounded Rectangle 47">
                        <a:extLst>
                          <a:ext uri="{FF2B5EF4-FFF2-40B4-BE49-F238E27FC236}">
                            <a16:creationId xmlns:a16="http://schemas.microsoft.com/office/drawing/2014/main" id="{21A97661-7693-EF90-09B3-1D84EBEA685F}"/>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4" name="Rounded Rectangle 48">
                        <a:extLst>
                          <a:ext uri="{FF2B5EF4-FFF2-40B4-BE49-F238E27FC236}">
                            <a16:creationId xmlns:a16="http://schemas.microsoft.com/office/drawing/2014/main" id="{FEFA960E-2396-241D-D5B9-CAF21F1F4D16}"/>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205" name="Straight Connector 204">
                        <a:extLst>
                          <a:ext uri="{FF2B5EF4-FFF2-40B4-BE49-F238E27FC236}">
                            <a16:creationId xmlns:a16="http://schemas.microsoft.com/office/drawing/2014/main" id="{0911FDBB-C10A-6F8A-6AAA-D4A2F5D4319C}"/>
                          </a:ext>
                        </a:extLst>
                      </p:cNvPr>
                      <p:cNvCxnSpPr>
                        <a:stCxn id="200" idx="3"/>
                        <a:endCxn id="199"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1C2D1B85-ADF0-BB98-A5A1-5537B52CE9AB}"/>
                          </a:ext>
                        </a:extLst>
                      </p:cNvPr>
                      <p:cNvCxnSpPr>
                        <a:stCxn id="203"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D2886255-A755-14D7-065B-43BB4ED1170D}"/>
                          </a:ext>
                        </a:extLst>
                      </p:cNvPr>
                      <p:cNvCxnSpPr>
                        <a:stCxn id="202" idx="1"/>
                        <a:endCxn id="199"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7CB09D11-1355-6150-41E5-A68803A6160E}"/>
                          </a:ext>
                        </a:extLst>
                      </p:cNvPr>
                      <p:cNvCxnSpPr>
                        <a:stCxn id="199" idx="5"/>
                        <a:endCxn id="204"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FF1103C8-E748-4EF0-1162-AE83D28243A4}"/>
                          </a:ext>
                        </a:extLst>
                      </p:cNvPr>
                      <p:cNvCxnSpPr>
                        <a:endCxn id="201"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B83DB5A6-4555-4085-9BD1-D732BEDD973D}"/>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E-VPN</a:t>
                        </a:r>
                      </a:p>
                    </p:txBody>
                  </p:sp>
                  <p:sp>
                    <p:nvSpPr>
                      <p:cNvPr id="211" name="TextBox 210">
                        <a:extLst>
                          <a:ext uri="{FF2B5EF4-FFF2-40B4-BE49-F238E27FC236}">
                            <a16:creationId xmlns:a16="http://schemas.microsoft.com/office/drawing/2014/main" id="{ADFF554F-693E-91A7-84DD-83163E79CC8A}"/>
                          </a:ext>
                        </a:extLst>
                      </p:cNvPr>
                      <p:cNvSpPr txBox="1"/>
                      <p:nvPr/>
                    </p:nvSpPr>
                    <p:spPr>
                      <a:xfrm>
                        <a:off x="332232" y="2156083"/>
                        <a:ext cx="1866900" cy="7503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212" name="TextBox 211">
                        <a:extLst>
                          <a:ext uri="{FF2B5EF4-FFF2-40B4-BE49-F238E27FC236}">
                            <a16:creationId xmlns:a16="http://schemas.microsoft.com/office/drawing/2014/main" id="{73DA0944-EBB4-F7A4-2358-894F1F9F7D51}"/>
                          </a:ext>
                        </a:extLst>
                      </p:cNvPr>
                      <p:cNvSpPr txBox="1"/>
                      <p:nvPr/>
                    </p:nvSpPr>
                    <p:spPr>
                      <a:xfrm>
                        <a:off x="5542406" y="2241406"/>
                        <a:ext cx="2181225" cy="455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213" name="Straight Arrow Connector 212">
                        <a:extLst>
                          <a:ext uri="{FF2B5EF4-FFF2-40B4-BE49-F238E27FC236}">
                            <a16:creationId xmlns:a16="http://schemas.microsoft.com/office/drawing/2014/main" id="{314CF74F-0FAC-14B8-9E21-4A881AD0351B}"/>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A1C6DA5B-60A7-E84A-FF48-5A6152AE3A04}"/>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7164D20E-9101-49F5-4131-6671ECEA992B}"/>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88851503-4171-FD23-3CA5-C4A9B5BAF109}"/>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98" name="TextBox 197">
                      <a:extLst>
                        <a:ext uri="{FF2B5EF4-FFF2-40B4-BE49-F238E27FC236}">
                          <a16:creationId xmlns:a16="http://schemas.microsoft.com/office/drawing/2014/main" id="{D383EFFD-4416-D5B7-0874-7F255FC04D25}"/>
                        </a:ext>
                      </a:extLst>
                    </p:cNvPr>
                    <p:cNvSpPr txBox="1"/>
                    <p:nvPr/>
                  </p:nvSpPr>
                  <p:spPr>
                    <a:xfrm>
                      <a:off x="4711133" y="3391227"/>
                      <a:ext cx="969394" cy="568818"/>
                    </a:xfrm>
                    <a:prstGeom prst="rect">
                      <a:avLst/>
                    </a:prstGeom>
                    <a:noFill/>
                  </p:spPr>
                  <p:txBody>
                    <a:bodyPr wrap="square" rtlCol="0">
                      <a:spAutoFit/>
                    </a:bodyPr>
                    <a:lstStyle/>
                    <a:p>
                      <a:r>
                        <a:rPr lang="en-US" sz="1100"/>
                        <a:t>DCA Site</a:t>
                      </a:r>
                    </a:p>
                  </p:txBody>
                </p:sp>
              </p:grpSp>
              <p:cxnSp>
                <p:nvCxnSpPr>
                  <p:cNvPr id="194" name="Connector: Curved 193">
                    <a:extLst>
                      <a:ext uri="{FF2B5EF4-FFF2-40B4-BE49-F238E27FC236}">
                        <a16:creationId xmlns:a16="http://schemas.microsoft.com/office/drawing/2014/main" id="{5A8E5954-F3E9-EDA9-2ADC-DC87E29E9FD2}"/>
                      </a:ext>
                    </a:extLst>
                  </p:cNvPr>
                  <p:cNvCxnSpPr>
                    <a:stCxn id="201" idx="0"/>
                    <a:endCxn id="202"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5" name="Connector: Curved 194">
                    <a:extLst>
                      <a:ext uri="{FF2B5EF4-FFF2-40B4-BE49-F238E27FC236}">
                        <a16:creationId xmlns:a16="http://schemas.microsoft.com/office/drawing/2014/main" id="{9EAA0683-0500-BB78-E8A0-7FD32FE52298}"/>
                      </a:ext>
                    </a:extLst>
                  </p:cNvPr>
                  <p:cNvCxnSpPr>
                    <a:stCxn id="200" idx="2"/>
                    <a:endCxn id="202"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6" name="Connector: Curved 195">
                    <a:extLst>
                      <a:ext uri="{FF2B5EF4-FFF2-40B4-BE49-F238E27FC236}">
                        <a16:creationId xmlns:a16="http://schemas.microsoft.com/office/drawing/2014/main" id="{CAD872E3-F8CD-14EA-8FC7-2B0C798C87C4}"/>
                      </a:ext>
                    </a:extLst>
                  </p:cNvPr>
                  <p:cNvCxnSpPr>
                    <a:stCxn id="203" idx="2"/>
                    <a:endCxn id="202"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89" name="TextBox 188">
                  <a:extLst>
                    <a:ext uri="{FF2B5EF4-FFF2-40B4-BE49-F238E27FC236}">
                      <a16:creationId xmlns:a16="http://schemas.microsoft.com/office/drawing/2014/main" id="{0381A841-1197-E671-6EFC-BB7B02AE793E}"/>
                    </a:ext>
                  </a:extLst>
                </p:cNvPr>
                <p:cNvSpPr txBox="1"/>
                <p:nvPr/>
              </p:nvSpPr>
              <p:spPr>
                <a:xfrm>
                  <a:off x="2457884" y="1984678"/>
                  <a:ext cx="321892" cy="319725"/>
                </a:xfrm>
                <a:prstGeom prst="rect">
                  <a:avLst/>
                </a:prstGeom>
                <a:noFill/>
              </p:spPr>
              <p:txBody>
                <a:bodyPr wrap="square" rtlCol="0">
                  <a:spAutoFit/>
                </a:bodyPr>
                <a:lstStyle/>
                <a:p>
                  <a:r>
                    <a:rPr lang="en-US" sz="1100"/>
                    <a:t>A</a:t>
                  </a:r>
                </a:p>
              </p:txBody>
            </p:sp>
            <p:sp>
              <p:nvSpPr>
                <p:cNvPr id="190" name="TextBox 189">
                  <a:extLst>
                    <a:ext uri="{FF2B5EF4-FFF2-40B4-BE49-F238E27FC236}">
                      <a16:creationId xmlns:a16="http://schemas.microsoft.com/office/drawing/2014/main" id="{92B902C3-9788-15B4-5554-A52DA9CA8C58}"/>
                    </a:ext>
                  </a:extLst>
                </p:cNvPr>
                <p:cNvSpPr txBox="1"/>
                <p:nvPr/>
              </p:nvSpPr>
              <p:spPr>
                <a:xfrm>
                  <a:off x="359041" y="2884187"/>
                  <a:ext cx="321892" cy="319725"/>
                </a:xfrm>
                <a:prstGeom prst="rect">
                  <a:avLst/>
                </a:prstGeom>
                <a:noFill/>
              </p:spPr>
              <p:txBody>
                <a:bodyPr wrap="square" rtlCol="0">
                  <a:spAutoFit/>
                </a:bodyPr>
                <a:lstStyle/>
                <a:p>
                  <a:r>
                    <a:rPr lang="en-US" sz="1100"/>
                    <a:t>B</a:t>
                  </a:r>
                </a:p>
              </p:txBody>
            </p:sp>
            <p:sp>
              <p:nvSpPr>
                <p:cNvPr id="191" name="TextBox 190">
                  <a:extLst>
                    <a:ext uri="{FF2B5EF4-FFF2-40B4-BE49-F238E27FC236}">
                      <a16:creationId xmlns:a16="http://schemas.microsoft.com/office/drawing/2014/main" id="{4031B81B-85DB-7A8C-EE22-C2B430B17F1D}"/>
                    </a:ext>
                  </a:extLst>
                </p:cNvPr>
                <p:cNvSpPr txBox="1"/>
                <p:nvPr/>
              </p:nvSpPr>
              <p:spPr>
                <a:xfrm>
                  <a:off x="1162283" y="4539427"/>
                  <a:ext cx="321892" cy="319725"/>
                </a:xfrm>
                <a:prstGeom prst="rect">
                  <a:avLst/>
                </a:prstGeom>
                <a:noFill/>
              </p:spPr>
              <p:txBody>
                <a:bodyPr wrap="square" rtlCol="0">
                  <a:spAutoFit/>
                </a:bodyPr>
                <a:lstStyle/>
                <a:p>
                  <a:r>
                    <a:rPr lang="en-US" sz="1100"/>
                    <a:t>C</a:t>
                  </a:r>
                </a:p>
              </p:txBody>
            </p:sp>
            <p:sp>
              <p:nvSpPr>
                <p:cNvPr id="192" name="TextBox 191">
                  <a:extLst>
                    <a:ext uri="{FF2B5EF4-FFF2-40B4-BE49-F238E27FC236}">
                      <a16:creationId xmlns:a16="http://schemas.microsoft.com/office/drawing/2014/main" id="{E87177C8-BE9C-E80E-4D04-3367F3813726}"/>
                    </a:ext>
                  </a:extLst>
                </p:cNvPr>
                <p:cNvSpPr txBox="1"/>
                <p:nvPr/>
              </p:nvSpPr>
              <p:spPr>
                <a:xfrm>
                  <a:off x="3209413" y="4405693"/>
                  <a:ext cx="321892" cy="319725"/>
                </a:xfrm>
                <a:prstGeom prst="rect">
                  <a:avLst/>
                </a:prstGeom>
                <a:noFill/>
              </p:spPr>
              <p:txBody>
                <a:bodyPr wrap="square" rtlCol="0">
                  <a:spAutoFit/>
                </a:bodyPr>
                <a:lstStyle/>
                <a:p>
                  <a:r>
                    <a:rPr lang="en-US" sz="1100"/>
                    <a:t>D</a:t>
                  </a:r>
                </a:p>
              </p:txBody>
            </p:sp>
          </p:grpSp>
          <p:sp>
            <p:nvSpPr>
              <p:cNvPr id="179" name="Oval 178">
                <a:extLst>
                  <a:ext uri="{FF2B5EF4-FFF2-40B4-BE49-F238E27FC236}">
                    <a16:creationId xmlns:a16="http://schemas.microsoft.com/office/drawing/2014/main" id="{2F1EA9D3-4F02-A188-10CF-D6392B53D805}"/>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0" name="Oval 179">
                <a:extLst>
                  <a:ext uri="{FF2B5EF4-FFF2-40B4-BE49-F238E27FC236}">
                    <a16:creationId xmlns:a16="http://schemas.microsoft.com/office/drawing/2014/main" id="{1B40FB4C-05AE-0F5F-5A61-03FFE3C950F2}"/>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1" name="Oval 180">
                <a:extLst>
                  <a:ext uri="{FF2B5EF4-FFF2-40B4-BE49-F238E27FC236}">
                    <a16:creationId xmlns:a16="http://schemas.microsoft.com/office/drawing/2014/main" id="{78E1BC63-6E79-7230-EBB0-AD0E78FBF734}"/>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2" name="Oval 181">
                <a:extLst>
                  <a:ext uri="{FF2B5EF4-FFF2-40B4-BE49-F238E27FC236}">
                    <a16:creationId xmlns:a16="http://schemas.microsoft.com/office/drawing/2014/main" id="{35A0766F-42A1-6D2E-C12E-A1A8A12B148D}"/>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3" name="Oval 182">
                <a:extLst>
                  <a:ext uri="{FF2B5EF4-FFF2-40B4-BE49-F238E27FC236}">
                    <a16:creationId xmlns:a16="http://schemas.microsoft.com/office/drawing/2014/main" id="{673052E8-D78C-DEC8-A35A-3A4F53FA9CB9}"/>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4" name="TextBox 183">
                <a:extLst>
                  <a:ext uri="{FF2B5EF4-FFF2-40B4-BE49-F238E27FC236}">
                    <a16:creationId xmlns:a16="http://schemas.microsoft.com/office/drawing/2014/main" id="{6F66F3C5-7AC8-5E41-509F-BF5262752CA4}"/>
                  </a:ext>
                </a:extLst>
              </p:cNvPr>
              <p:cNvSpPr txBox="1"/>
              <p:nvPr/>
            </p:nvSpPr>
            <p:spPr>
              <a:xfrm>
                <a:off x="1630287" y="5371590"/>
                <a:ext cx="1534162" cy="526606"/>
              </a:xfrm>
              <a:prstGeom prst="rect">
                <a:avLst/>
              </a:prstGeom>
              <a:noFill/>
            </p:spPr>
            <p:txBody>
              <a:bodyPr wrap="square" rtlCol="0">
                <a:spAutoFit/>
              </a:bodyPr>
              <a:lstStyle/>
              <a:p>
                <a:r>
                  <a:rPr lang="en-US" sz="1100"/>
                  <a:t>EVPN Nodes (ARs)</a:t>
                </a:r>
              </a:p>
            </p:txBody>
          </p:sp>
          <p:cxnSp>
            <p:nvCxnSpPr>
              <p:cNvPr id="185" name="Straight Arrow Connector 184">
                <a:extLst>
                  <a:ext uri="{FF2B5EF4-FFF2-40B4-BE49-F238E27FC236}">
                    <a16:creationId xmlns:a16="http://schemas.microsoft.com/office/drawing/2014/main" id="{CC8F7AE7-4B3C-35F5-C17B-1A3CBD4CA2A9}"/>
                  </a:ext>
                </a:extLst>
              </p:cNvPr>
              <p:cNvCxnSpPr>
                <a:cxnSpLocks/>
                <a:stCxn id="184" idx="0"/>
                <a:endCxn id="183" idx="3"/>
              </p:cNvCxnSpPr>
              <p:nvPr/>
            </p:nvCxnSpPr>
            <p:spPr>
              <a:xfrm flipV="1">
                <a:off x="2397369" y="4427700"/>
                <a:ext cx="560197" cy="9438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2E27CBE2-CB92-3B28-3643-7B8D09B7B101}"/>
                  </a:ext>
                </a:extLst>
              </p:cNvPr>
              <p:cNvCxnSpPr>
                <a:stCxn id="184" idx="0"/>
                <a:endCxn id="180" idx="5"/>
              </p:cNvCxnSpPr>
              <p:nvPr/>
            </p:nvCxnSpPr>
            <p:spPr>
              <a:xfrm flipH="1" flipV="1">
                <a:off x="1701334"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Straight Arrow Connector 186">
                <a:extLst>
                  <a:ext uri="{FF2B5EF4-FFF2-40B4-BE49-F238E27FC236}">
                    <a16:creationId xmlns:a16="http://schemas.microsoft.com/office/drawing/2014/main" id="{ED34F855-E193-83A5-70B1-92D16C73576A}"/>
                  </a:ext>
                </a:extLst>
              </p:cNvPr>
              <p:cNvCxnSpPr>
                <a:stCxn id="184" idx="0"/>
                <a:endCxn id="179" idx="5"/>
              </p:cNvCxnSpPr>
              <p:nvPr/>
            </p:nvCxnSpPr>
            <p:spPr>
              <a:xfrm flipV="1">
                <a:off x="2397369" y="4084432"/>
                <a:ext cx="1004860" cy="128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21" name="TextBox 220">
              <a:extLst>
                <a:ext uri="{FF2B5EF4-FFF2-40B4-BE49-F238E27FC236}">
                  <a16:creationId xmlns:a16="http://schemas.microsoft.com/office/drawing/2014/main" id="{A8DBC6B2-F01A-4B76-3DA7-2B7D037D7773}"/>
                </a:ext>
              </a:extLst>
            </p:cNvPr>
            <p:cNvSpPr txBox="1"/>
            <p:nvPr/>
          </p:nvSpPr>
          <p:spPr>
            <a:xfrm>
              <a:off x="8742925" y="1819602"/>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GLOBAL SIEBEL</a:t>
              </a:r>
            </a:p>
          </p:txBody>
        </p:sp>
      </p:grpSp>
      <p:sp>
        <p:nvSpPr>
          <p:cNvPr id="222" name="TextBox 221">
            <a:extLst>
              <a:ext uri="{FF2B5EF4-FFF2-40B4-BE49-F238E27FC236}">
                <a16:creationId xmlns:a16="http://schemas.microsoft.com/office/drawing/2014/main" id="{1F1510FC-B1C2-7D7A-0377-126E6A1A6DD1}"/>
              </a:ext>
            </a:extLst>
          </p:cNvPr>
          <p:cNvSpPr txBox="1"/>
          <p:nvPr/>
        </p:nvSpPr>
        <p:spPr>
          <a:xfrm>
            <a:off x="512296" y="5412222"/>
            <a:ext cx="4553783" cy="1477328"/>
          </a:xfrm>
          <a:prstGeom prst="rect">
            <a:avLst/>
          </a:prstGeom>
          <a:noFill/>
        </p:spPr>
        <p:txBody>
          <a:bodyPr wrap="square" rtlCol="0">
            <a:spAutoFit/>
          </a:bodyPr>
          <a:lstStyle/>
          <a:p>
            <a:r>
              <a:rPr lang="en-US"/>
              <a:t>Align Project Orion Timelines (EVPN DCA Product) in accordance with ASA program EVPN DCA project so that EVPN DCA services from Asia can be migrated into EVPN DCA Product on Global </a:t>
            </a:r>
          </a:p>
        </p:txBody>
      </p:sp>
      <p:sp>
        <p:nvSpPr>
          <p:cNvPr id="4" name="TextBox 3">
            <a:extLst>
              <a:ext uri="{FF2B5EF4-FFF2-40B4-BE49-F238E27FC236}">
                <a16:creationId xmlns:a16="http://schemas.microsoft.com/office/drawing/2014/main" id="{5E28A89C-3408-1C67-D6E1-DC6B6A20A779}"/>
              </a:ext>
            </a:extLst>
          </p:cNvPr>
          <p:cNvSpPr txBox="1"/>
          <p:nvPr/>
        </p:nvSpPr>
        <p:spPr>
          <a:xfrm>
            <a:off x="7013672" y="625533"/>
            <a:ext cx="1232002" cy="369332"/>
          </a:xfrm>
          <a:prstGeom prst="rect">
            <a:avLst/>
          </a:prstGeom>
          <a:solidFill>
            <a:schemeClr val="accent6"/>
          </a:solidFill>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r>
              <a:rPr lang="en-US" b="1"/>
              <a:t>Rejected</a:t>
            </a:r>
          </a:p>
        </p:txBody>
      </p:sp>
    </p:spTree>
    <p:extLst>
      <p:ext uri="{BB962C8B-B14F-4D97-AF65-F5344CB8AC3E}">
        <p14:creationId xmlns:p14="http://schemas.microsoft.com/office/powerpoint/2010/main" val="161201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4D29-019A-B83B-E129-ADB38190A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FB665-784F-739A-6366-D65866C22DDD}"/>
              </a:ext>
            </a:extLst>
          </p:cNvPr>
          <p:cNvSpPr>
            <a:spLocks noGrp="1"/>
          </p:cNvSpPr>
          <p:nvPr>
            <p:ph type="title"/>
          </p:nvPr>
        </p:nvSpPr>
        <p:spPr/>
        <p:txBody>
          <a:bodyPr/>
          <a:lstStyle/>
          <a:p>
            <a:r>
              <a:rPr lang="en-US"/>
              <a:t>Ethernet VPN DCA Tactical migration approach</a:t>
            </a:r>
          </a:p>
        </p:txBody>
      </p:sp>
      <p:grpSp>
        <p:nvGrpSpPr>
          <p:cNvPr id="175" name="Group 174">
            <a:extLst>
              <a:ext uri="{FF2B5EF4-FFF2-40B4-BE49-F238E27FC236}">
                <a16:creationId xmlns:a16="http://schemas.microsoft.com/office/drawing/2014/main" id="{9EAB6E35-0267-D552-8038-C016A53195C6}"/>
              </a:ext>
            </a:extLst>
          </p:cNvPr>
          <p:cNvGrpSpPr/>
          <p:nvPr/>
        </p:nvGrpSpPr>
        <p:grpSpPr>
          <a:xfrm>
            <a:off x="0" y="1535937"/>
            <a:ext cx="7936992" cy="3876285"/>
            <a:chOff x="52282" y="703833"/>
            <a:chExt cx="11606953" cy="4962401"/>
          </a:xfrm>
        </p:grpSpPr>
        <p:grpSp>
          <p:nvGrpSpPr>
            <p:cNvPr id="99" name="Group 98">
              <a:extLst>
                <a:ext uri="{FF2B5EF4-FFF2-40B4-BE49-F238E27FC236}">
                  <a16:creationId xmlns:a16="http://schemas.microsoft.com/office/drawing/2014/main" id="{EB2F0861-74BD-9A18-CDE1-E0A56A7D8FCA}"/>
                </a:ext>
              </a:extLst>
            </p:cNvPr>
            <p:cNvGrpSpPr/>
            <p:nvPr/>
          </p:nvGrpSpPr>
          <p:grpSpPr>
            <a:xfrm>
              <a:off x="6404484" y="703833"/>
              <a:ext cx="5254751" cy="2879811"/>
              <a:chOff x="6404484" y="703833"/>
              <a:chExt cx="5254751" cy="2879811"/>
            </a:xfrm>
          </p:grpSpPr>
          <p:grpSp>
            <p:nvGrpSpPr>
              <p:cNvPr id="100" name="Group 99">
                <a:extLst>
                  <a:ext uri="{FF2B5EF4-FFF2-40B4-BE49-F238E27FC236}">
                    <a16:creationId xmlns:a16="http://schemas.microsoft.com/office/drawing/2014/main" id="{C780C53D-45E2-EDAC-9FF7-17048C65D59E}"/>
                  </a:ext>
                </a:extLst>
              </p:cNvPr>
              <p:cNvGrpSpPr/>
              <p:nvPr/>
            </p:nvGrpSpPr>
            <p:grpSpPr>
              <a:xfrm>
                <a:off x="6404484" y="703833"/>
                <a:ext cx="5254751" cy="2879811"/>
                <a:chOff x="52282" y="1984678"/>
                <a:chExt cx="5254751" cy="2879811"/>
              </a:xfrm>
            </p:grpSpPr>
            <p:grpSp>
              <p:nvGrpSpPr>
                <p:cNvPr id="134" name="Group 133">
                  <a:extLst>
                    <a:ext uri="{FF2B5EF4-FFF2-40B4-BE49-F238E27FC236}">
                      <a16:creationId xmlns:a16="http://schemas.microsoft.com/office/drawing/2014/main" id="{BF7D4730-EE0F-2A93-09C2-27600FDF9E82}"/>
                    </a:ext>
                  </a:extLst>
                </p:cNvPr>
                <p:cNvGrpSpPr/>
                <p:nvPr/>
              </p:nvGrpSpPr>
              <p:grpSpPr>
                <a:xfrm>
                  <a:off x="52282" y="2263140"/>
                  <a:ext cx="5254751" cy="2331720"/>
                  <a:chOff x="332232" y="2156083"/>
                  <a:chExt cx="7391399" cy="3322381"/>
                </a:xfrm>
              </p:grpSpPr>
              <p:sp>
                <p:nvSpPr>
                  <p:cNvPr id="144" name="Oval 143">
                    <a:extLst>
                      <a:ext uri="{FF2B5EF4-FFF2-40B4-BE49-F238E27FC236}">
                        <a16:creationId xmlns:a16="http://schemas.microsoft.com/office/drawing/2014/main" id="{34A7AA84-E3CF-09C2-26CB-732B8E688D4F}"/>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145" name="Rounded Rectangle 9">
                    <a:extLst>
                      <a:ext uri="{FF2B5EF4-FFF2-40B4-BE49-F238E27FC236}">
                        <a16:creationId xmlns:a16="http://schemas.microsoft.com/office/drawing/2014/main" id="{E219801B-348F-7069-8594-B0C104E30FBD}"/>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146" name="Rounded Rectangle 45">
                    <a:extLst>
                      <a:ext uri="{FF2B5EF4-FFF2-40B4-BE49-F238E27FC236}">
                        <a16:creationId xmlns:a16="http://schemas.microsoft.com/office/drawing/2014/main" id="{C3055C78-EEC0-09D5-2A9C-2D839639ADA6}"/>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147" name="Rounded Rectangle 47">
                    <a:extLst>
                      <a:ext uri="{FF2B5EF4-FFF2-40B4-BE49-F238E27FC236}">
                        <a16:creationId xmlns:a16="http://schemas.microsoft.com/office/drawing/2014/main" id="{9245738F-5F84-295B-297D-CBB02F11493D}"/>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148" name="Rounded Rectangle 48">
                    <a:extLst>
                      <a:ext uri="{FF2B5EF4-FFF2-40B4-BE49-F238E27FC236}">
                        <a16:creationId xmlns:a16="http://schemas.microsoft.com/office/drawing/2014/main" id="{3AFF2AF5-0DA0-8B9A-F2DA-66196A8E94AC}"/>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cxnSp>
                <p:nvCxnSpPr>
                  <p:cNvPr id="149" name="Straight Connector 148">
                    <a:extLst>
                      <a:ext uri="{FF2B5EF4-FFF2-40B4-BE49-F238E27FC236}">
                        <a16:creationId xmlns:a16="http://schemas.microsoft.com/office/drawing/2014/main" id="{9F752CD6-9826-B3E2-6976-8920ED04D250}"/>
                      </a:ext>
                    </a:extLst>
                  </p:cNvPr>
                  <p:cNvCxnSpPr>
                    <a:stCxn id="145" idx="3"/>
                    <a:endCxn id="144"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32878B31-9547-4F6D-2003-34194132AF56}"/>
                      </a:ext>
                    </a:extLst>
                  </p:cNvPr>
                  <p:cNvCxnSpPr>
                    <a:stCxn id="147"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1CA80798-8E74-576B-DDC9-CB666D772BD6}"/>
                      </a:ext>
                    </a:extLst>
                  </p:cNvPr>
                  <p:cNvCxnSpPr>
                    <a:stCxn id="144" idx="5"/>
                    <a:endCxn id="148"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A35D8008-7575-B0B5-877A-E928FF0481AD}"/>
                      </a:ext>
                    </a:extLst>
                  </p:cNvPr>
                  <p:cNvCxnSpPr>
                    <a:endCxn id="146"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5B43CCCF-D12F-6F35-ED09-343EE1F4F728}"/>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E-VPN</a:t>
                    </a:r>
                  </a:p>
                </p:txBody>
              </p:sp>
              <p:sp>
                <p:nvSpPr>
                  <p:cNvPr id="154" name="TextBox 153">
                    <a:extLst>
                      <a:ext uri="{FF2B5EF4-FFF2-40B4-BE49-F238E27FC236}">
                        <a16:creationId xmlns:a16="http://schemas.microsoft.com/office/drawing/2014/main" id="{7C31A358-1DDA-CD48-7B32-41F020B0D6A7}"/>
                      </a:ext>
                    </a:extLst>
                  </p:cNvPr>
                  <p:cNvSpPr txBox="1"/>
                  <p:nvPr/>
                </p:nvSpPr>
                <p:spPr>
                  <a:xfrm>
                    <a:off x="332232" y="2156083"/>
                    <a:ext cx="1866899" cy="7579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155" name="TextBox 154">
                    <a:extLst>
                      <a:ext uri="{FF2B5EF4-FFF2-40B4-BE49-F238E27FC236}">
                        <a16:creationId xmlns:a16="http://schemas.microsoft.com/office/drawing/2014/main" id="{EBEC60AF-3142-0A93-6826-F19FCDB299DC}"/>
                      </a:ext>
                    </a:extLst>
                  </p:cNvPr>
                  <p:cNvSpPr txBox="1"/>
                  <p:nvPr/>
                </p:nvSpPr>
                <p:spPr>
                  <a:xfrm>
                    <a:off x="5542406" y="2241405"/>
                    <a:ext cx="2181225" cy="4631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156" name="Straight Arrow Connector 155">
                    <a:extLst>
                      <a:ext uri="{FF2B5EF4-FFF2-40B4-BE49-F238E27FC236}">
                        <a16:creationId xmlns:a16="http://schemas.microsoft.com/office/drawing/2014/main" id="{12D75B8E-60FC-C8C9-73C1-1AD6E9BCEFF8}"/>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86CFA559-6E1E-C992-7304-B0FA100FD72B}"/>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5B838342-DB9F-1D29-93B7-E65E73868243}"/>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6" name="TextBox 135">
                  <a:extLst>
                    <a:ext uri="{FF2B5EF4-FFF2-40B4-BE49-F238E27FC236}">
                      <a16:creationId xmlns:a16="http://schemas.microsoft.com/office/drawing/2014/main" id="{18092DAC-D52A-993A-0198-DD3D13F4C06D}"/>
                    </a:ext>
                  </a:extLst>
                </p:cNvPr>
                <p:cNvSpPr txBox="1"/>
                <p:nvPr/>
              </p:nvSpPr>
              <p:spPr>
                <a:xfrm>
                  <a:off x="2457884" y="1984678"/>
                  <a:ext cx="321890" cy="325062"/>
                </a:xfrm>
                <a:prstGeom prst="rect">
                  <a:avLst/>
                </a:prstGeom>
                <a:noFill/>
              </p:spPr>
              <p:txBody>
                <a:bodyPr wrap="square" rtlCol="0">
                  <a:spAutoFit/>
                </a:bodyPr>
                <a:lstStyle/>
                <a:p>
                  <a:r>
                    <a:rPr lang="en-US" sz="1050"/>
                    <a:t>A</a:t>
                  </a:r>
                </a:p>
              </p:txBody>
            </p:sp>
            <p:sp>
              <p:nvSpPr>
                <p:cNvPr id="137" name="TextBox 136">
                  <a:extLst>
                    <a:ext uri="{FF2B5EF4-FFF2-40B4-BE49-F238E27FC236}">
                      <a16:creationId xmlns:a16="http://schemas.microsoft.com/office/drawing/2014/main" id="{BDBB779F-1EA1-028E-C0E1-AC3A493D9542}"/>
                    </a:ext>
                  </a:extLst>
                </p:cNvPr>
                <p:cNvSpPr txBox="1"/>
                <p:nvPr/>
              </p:nvSpPr>
              <p:spPr>
                <a:xfrm>
                  <a:off x="359043" y="2884185"/>
                  <a:ext cx="321890" cy="325062"/>
                </a:xfrm>
                <a:prstGeom prst="rect">
                  <a:avLst/>
                </a:prstGeom>
                <a:noFill/>
              </p:spPr>
              <p:txBody>
                <a:bodyPr wrap="square" rtlCol="0">
                  <a:spAutoFit/>
                </a:bodyPr>
                <a:lstStyle/>
                <a:p>
                  <a:r>
                    <a:rPr lang="en-US" sz="1050"/>
                    <a:t>B</a:t>
                  </a:r>
                </a:p>
              </p:txBody>
            </p:sp>
            <p:sp>
              <p:nvSpPr>
                <p:cNvPr id="139" name="TextBox 138">
                  <a:extLst>
                    <a:ext uri="{FF2B5EF4-FFF2-40B4-BE49-F238E27FC236}">
                      <a16:creationId xmlns:a16="http://schemas.microsoft.com/office/drawing/2014/main" id="{D36B2933-8037-6553-5F53-0E96B70AE659}"/>
                    </a:ext>
                  </a:extLst>
                </p:cNvPr>
                <p:cNvSpPr txBox="1"/>
                <p:nvPr/>
              </p:nvSpPr>
              <p:spPr>
                <a:xfrm>
                  <a:off x="1162283" y="4539427"/>
                  <a:ext cx="321890" cy="325062"/>
                </a:xfrm>
                <a:prstGeom prst="rect">
                  <a:avLst/>
                </a:prstGeom>
                <a:noFill/>
              </p:spPr>
              <p:txBody>
                <a:bodyPr wrap="square" rtlCol="0">
                  <a:spAutoFit/>
                </a:bodyPr>
                <a:lstStyle/>
                <a:p>
                  <a:r>
                    <a:rPr lang="en-US" sz="1050"/>
                    <a:t>C</a:t>
                  </a:r>
                </a:p>
              </p:txBody>
            </p:sp>
            <p:sp>
              <p:nvSpPr>
                <p:cNvPr id="142" name="TextBox 141">
                  <a:extLst>
                    <a:ext uri="{FF2B5EF4-FFF2-40B4-BE49-F238E27FC236}">
                      <a16:creationId xmlns:a16="http://schemas.microsoft.com/office/drawing/2014/main" id="{9D9D7926-896F-FC91-BB7D-C4677F2C8E62}"/>
                    </a:ext>
                  </a:extLst>
                </p:cNvPr>
                <p:cNvSpPr txBox="1"/>
                <p:nvPr/>
              </p:nvSpPr>
              <p:spPr>
                <a:xfrm>
                  <a:off x="3209413" y="4405694"/>
                  <a:ext cx="321890" cy="325062"/>
                </a:xfrm>
                <a:prstGeom prst="rect">
                  <a:avLst/>
                </a:prstGeom>
                <a:noFill/>
              </p:spPr>
              <p:txBody>
                <a:bodyPr wrap="square" rtlCol="0">
                  <a:spAutoFit/>
                </a:bodyPr>
                <a:lstStyle/>
                <a:p>
                  <a:r>
                    <a:rPr lang="en-US" sz="1050"/>
                    <a:t>D</a:t>
                  </a:r>
                </a:p>
              </p:txBody>
            </p:sp>
          </p:grpSp>
          <p:grpSp>
            <p:nvGrpSpPr>
              <p:cNvPr id="101" name="Group 100">
                <a:extLst>
                  <a:ext uri="{FF2B5EF4-FFF2-40B4-BE49-F238E27FC236}">
                    <a16:creationId xmlns:a16="http://schemas.microsoft.com/office/drawing/2014/main" id="{32B95CC4-2F6C-1148-9F3A-452F63C4E85E}"/>
                  </a:ext>
                </a:extLst>
              </p:cNvPr>
              <p:cNvGrpSpPr/>
              <p:nvPr/>
            </p:nvGrpSpPr>
            <p:grpSpPr>
              <a:xfrm>
                <a:off x="7690899" y="1603028"/>
                <a:ext cx="1808032" cy="1116258"/>
                <a:chOff x="7690899" y="1603028"/>
                <a:chExt cx="1808032" cy="1116258"/>
              </a:xfrm>
            </p:grpSpPr>
            <p:sp>
              <p:nvSpPr>
                <p:cNvPr id="103" name="Oval 102">
                  <a:extLst>
                    <a:ext uri="{FF2B5EF4-FFF2-40B4-BE49-F238E27FC236}">
                      <a16:creationId xmlns:a16="http://schemas.microsoft.com/office/drawing/2014/main" id="{808F0F42-7753-6A3C-60EF-D710A63F4C7C}"/>
                    </a:ext>
                  </a:extLst>
                </p:cNvPr>
                <p:cNvSpPr/>
                <p:nvPr/>
              </p:nvSpPr>
              <p:spPr>
                <a:xfrm>
                  <a:off x="7931820" y="2539774"/>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107" name="Oval 106">
                  <a:extLst>
                    <a:ext uri="{FF2B5EF4-FFF2-40B4-BE49-F238E27FC236}">
                      <a16:creationId xmlns:a16="http://schemas.microsoft.com/office/drawing/2014/main" id="{221C3700-4C6C-F497-9E69-33D8A7EA5937}"/>
                    </a:ext>
                  </a:extLst>
                </p:cNvPr>
                <p:cNvSpPr/>
                <p:nvPr/>
              </p:nvSpPr>
              <p:spPr>
                <a:xfrm>
                  <a:off x="7690899" y="1723636"/>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112" name="Oval 111">
                  <a:extLst>
                    <a:ext uri="{FF2B5EF4-FFF2-40B4-BE49-F238E27FC236}">
                      <a16:creationId xmlns:a16="http://schemas.microsoft.com/office/drawing/2014/main" id="{60E11AAE-5FB9-3BA4-7D17-84FB95E54311}"/>
                    </a:ext>
                  </a:extLst>
                </p:cNvPr>
                <p:cNvSpPr/>
                <p:nvPr/>
              </p:nvSpPr>
              <p:spPr>
                <a:xfrm>
                  <a:off x="8785222" y="1603028"/>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118" name="Oval 117">
                  <a:extLst>
                    <a:ext uri="{FF2B5EF4-FFF2-40B4-BE49-F238E27FC236}">
                      <a16:creationId xmlns:a16="http://schemas.microsoft.com/office/drawing/2014/main" id="{1DF2421A-3FB0-0A5B-69A6-46FBEA55A72E}"/>
                    </a:ext>
                  </a:extLst>
                </p:cNvPr>
                <p:cNvSpPr/>
                <p:nvPr/>
              </p:nvSpPr>
              <p:spPr>
                <a:xfrm>
                  <a:off x="9329991" y="2465036"/>
                  <a:ext cx="168940" cy="179512"/>
                </a:xfrm>
                <a:prstGeom prst="ellipse">
                  <a:avLst/>
                </a:prstGeom>
                <a:solidFill>
                  <a:srgbClr val="000000"/>
                </a:solidFill>
                <a:ln w="6344" cap="flat">
                  <a:noFill/>
                  <a:prstDash val="solid"/>
                  <a:miter/>
                </a:ln>
              </p:spPr>
              <p:txBody>
                <a:bodyPr rtlCol="0" anchor="ctr"/>
                <a:lstStyle/>
                <a:p>
                  <a:pPr algn="l"/>
                  <a:endParaRPr lang="en-US" sz="1050"/>
                </a:p>
              </p:txBody>
            </p:sp>
          </p:grpSp>
        </p:grpSp>
        <p:grpSp>
          <p:nvGrpSpPr>
            <p:cNvPr id="174" name="Group 173">
              <a:extLst>
                <a:ext uri="{FF2B5EF4-FFF2-40B4-BE49-F238E27FC236}">
                  <a16:creationId xmlns:a16="http://schemas.microsoft.com/office/drawing/2014/main" id="{9D528C00-A981-1104-5882-9A9F5370F3D0}"/>
                </a:ext>
              </a:extLst>
            </p:cNvPr>
            <p:cNvGrpSpPr/>
            <p:nvPr/>
          </p:nvGrpSpPr>
          <p:grpSpPr>
            <a:xfrm>
              <a:off x="52282" y="1042177"/>
              <a:ext cx="10594802" cy="4624057"/>
              <a:chOff x="52282" y="1042177"/>
              <a:chExt cx="10594802" cy="4624057"/>
            </a:xfrm>
          </p:grpSpPr>
          <p:sp>
            <p:nvSpPr>
              <p:cNvPr id="143" name="TextBox 142">
                <a:extLst>
                  <a:ext uri="{FF2B5EF4-FFF2-40B4-BE49-F238E27FC236}">
                    <a16:creationId xmlns:a16="http://schemas.microsoft.com/office/drawing/2014/main" id="{4132E66E-6B22-8B72-094F-BB5A22EC2AD5}"/>
                  </a:ext>
                </a:extLst>
              </p:cNvPr>
              <p:cNvSpPr txBox="1"/>
              <p:nvPr/>
            </p:nvSpPr>
            <p:spPr>
              <a:xfrm>
                <a:off x="512296" y="1042177"/>
                <a:ext cx="2222517" cy="433415"/>
              </a:xfrm>
              <a:prstGeom prst="rect">
                <a:avLst/>
              </a:prstGeom>
              <a:noFill/>
            </p:spPr>
            <p:txBody>
              <a:bodyPr wrap="square" rtlCol="0">
                <a:spAutoFit/>
              </a:bodyPr>
              <a:lstStyle/>
              <a:p>
                <a:r>
                  <a:rPr lang="en-US" sz="1600"/>
                  <a:t>Option 2</a:t>
                </a:r>
              </a:p>
            </p:txBody>
          </p:sp>
          <p:grpSp>
            <p:nvGrpSpPr>
              <p:cNvPr id="21" name="Group 20">
                <a:extLst>
                  <a:ext uri="{FF2B5EF4-FFF2-40B4-BE49-F238E27FC236}">
                    <a16:creationId xmlns:a16="http://schemas.microsoft.com/office/drawing/2014/main" id="{E96A8D86-507E-ADC5-1437-A675C31C7596}"/>
                  </a:ext>
                </a:extLst>
              </p:cNvPr>
              <p:cNvGrpSpPr/>
              <p:nvPr/>
            </p:nvGrpSpPr>
            <p:grpSpPr>
              <a:xfrm>
                <a:off x="52282" y="1766524"/>
                <a:ext cx="5308924" cy="3368888"/>
                <a:chOff x="7319" y="2534620"/>
                <a:chExt cx="5308924" cy="3368888"/>
              </a:xfrm>
            </p:grpSpPr>
            <p:grpSp>
              <p:nvGrpSpPr>
                <p:cNvPr id="22" name="Group 21">
                  <a:extLst>
                    <a:ext uri="{FF2B5EF4-FFF2-40B4-BE49-F238E27FC236}">
                      <a16:creationId xmlns:a16="http://schemas.microsoft.com/office/drawing/2014/main" id="{4B70EAD6-6440-6B4C-58BA-7369464DAB3D}"/>
                    </a:ext>
                  </a:extLst>
                </p:cNvPr>
                <p:cNvGrpSpPr/>
                <p:nvPr/>
              </p:nvGrpSpPr>
              <p:grpSpPr>
                <a:xfrm>
                  <a:off x="7319" y="2534620"/>
                  <a:ext cx="5308924" cy="2879811"/>
                  <a:chOff x="52282" y="1984678"/>
                  <a:chExt cx="5308924" cy="2879811"/>
                </a:xfrm>
              </p:grpSpPr>
              <p:grpSp>
                <p:nvGrpSpPr>
                  <p:cNvPr id="39" name="Group 38">
                    <a:extLst>
                      <a:ext uri="{FF2B5EF4-FFF2-40B4-BE49-F238E27FC236}">
                        <a16:creationId xmlns:a16="http://schemas.microsoft.com/office/drawing/2014/main" id="{3E8FBEA7-16F1-E457-474C-37AA053E8512}"/>
                      </a:ext>
                    </a:extLst>
                  </p:cNvPr>
                  <p:cNvGrpSpPr/>
                  <p:nvPr/>
                </p:nvGrpSpPr>
                <p:grpSpPr>
                  <a:xfrm>
                    <a:off x="52282" y="2263140"/>
                    <a:ext cx="5308924" cy="2331720"/>
                    <a:chOff x="106455" y="2514600"/>
                    <a:chExt cx="5308924" cy="2331720"/>
                  </a:xfrm>
                </p:grpSpPr>
                <p:grpSp>
                  <p:nvGrpSpPr>
                    <p:cNvPr id="44" name="Group 43">
                      <a:extLst>
                        <a:ext uri="{FF2B5EF4-FFF2-40B4-BE49-F238E27FC236}">
                          <a16:creationId xmlns:a16="http://schemas.microsoft.com/office/drawing/2014/main" id="{D9F1ECD5-46DD-BBE7-A458-4A88C2657083}"/>
                        </a:ext>
                      </a:extLst>
                    </p:cNvPr>
                    <p:cNvGrpSpPr/>
                    <p:nvPr/>
                  </p:nvGrpSpPr>
                  <p:grpSpPr>
                    <a:xfrm>
                      <a:off x="106455" y="2514600"/>
                      <a:ext cx="5308924" cy="2331720"/>
                      <a:chOff x="106455" y="2514600"/>
                      <a:chExt cx="5308924" cy="2331720"/>
                    </a:xfrm>
                  </p:grpSpPr>
                  <p:grpSp>
                    <p:nvGrpSpPr>
                      <p:cNvPr id="48" name="Group 47">
                        <a:extLst>
                          <a:ext uri="{FF2B5EF4-FFF2-40B4-BE49-F238E27FC236}">
                            <a16:creationId xmlns:a16="http://schemas.microsoft.com/office/drawing/2014/main" id="{201CCDF9-17D0-2E25-9F7C-59CE81EC199F}"/>
                          </a:ext>
                        </a:extLst>
                      </p:cNvPr>
                      <p:cNvGrpSpPr/>
                      <p:nvPr/>
                    </p:nvGrpSpPr>
                    <p:grpSpPr>
                      <a:xfrm>
                        <a:off x="106455" y="2514600"/>
                        <a:ext cx="5254751" cy="2331720"/>
                        <a:chOff x="332232" y="2156083"/>
                        <a:chExt cx="7391399" cy="3322381"/>
                      </a:xfrm>
                    </p:grpSpPr>
                    <p:sp>
                      <p:nvSpPr>
                        <p:cNvPr id="50" name="Oval 49">
                          <a:extLst>
                            <a:ext uri="{FF2B5EF4-FFF2-40B4-BE49-F238E27FC236}">
                              <a16:creationId xmlns:a16="http://schemas.microsoft.com/office/drawing/2014/main" id="{851A229C-C643-2028-0566-08135670F591}"/>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1" name="Rounded Rectangle 9">
                          <a:extLst>
                            <a:ext uri="{FF2B5EF4-FFF2-40B4-BE49-F238E27FC236}">
                              <a16:creationId xmlns:a16="http://schemas.microsoft.com/office/drawing/2014/main" id="{E787AE28-39B9-52F2-0926-1B4E4D65379C}"/>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2" name="Rounded Rectangle 45">
                          <a:extLst>
                            <a:ext uri="{FF2B5EF4-FFF2-40B4-BE49-F238E27FC236}">
                              <a16:creationId xmlns:a16="http://schemas.microsoft.com/office/drawing/2014/main" id="{6BD6072B-FAB6-62F3-288A-B5FDFF7BCFF7}"/>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3" name="Rounded Rectangle 46">
                          <a:extLst>
                            <a:ext uri="{FF2B5EF4-FFF2-40B4-BE49-F238E27FC236}">
                              <a16:creationId xmlns:a16="http://schemas.microsoft.com/office/drawing/2014/main" id="{889FFEC8-3F75-10D9-6AAC-0484E7E38964}"/>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4" name="Rounded Rectangle 47">
                          <a:extLst>
                            <a:ext uri="{FF2B5EF4-FFF2-40B4-BE49-F238E27FC236}">
                              <a16:creationId xmlns:a16="http://schemas.microsoft.com/office/drawing/2014/main" id="{B8C2C895-11C6-143A-C5B5-50C1FE67ABAB}"/>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5" name="Rounded Rectangle 48">
                          <a:extLst>
                            <a:ext uri="{FF2B5EF4-FFF2-40B4-BE49-F238E27FC236}">
                              <a16:creationId xmlns:a16="http://schemas.microsoft.com/office/drawing/2014/main" id="{DCD095C9-EA8E-E41B-9959-645CD40DC4B9}"/>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cxnSp>
                      <p:nvCxnSpPr>
                        <p:cNvPr id="56" name="Straight Connector 55">
                          <a:extLst>
                            <a:ext uri="{FF2B5EF4-FFF2-40B4-BE49-F238E27FC236}">
                              <a16:creationId xmlns:a16="http://schemas.microsoft.com/office/drawing/2014/main" id="{E21C401F-073A-F9EA-1B3B-528328E32384}"/>
                            </a:ext>
                          </a:extLst>
                        </p:cNvPr>
                        <p:cNvCxnSpPr>
                          <a:stCxn id="51" idx="3"/>
                          <a:endCxn id="50"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3AE161E-17E7-C6A4-2065-A808448731E8}"/>
                            </a:ext>
                          </a:extLst>
                        </p:cNvPr>
                        <p:cNvCxnSpPr>
                          <a:stCxn id="54"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29D3B96-996D-0FC6-3202-6AEE33FC32E1}"/>
                            </a:ext>
                          </a:extLst>
                        </p:cNvPr>
                        <p:cNvCxnSpPr>
                          <a:stCxn id="53" idx="1"/>
                          <a:endCxn id="50"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1AFA57A-B242-AD0E-7474-41D1943023E0}"/>
                            </a:ext>
                          </a:extLst>
                        </p:cNvPr>
                        <p:cNvCxnSpPr>
                          <a:stCxn id="50" idx="5"/>
                          <a:endCxn id="55"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4F68EED-4D12-13A3-EE77-628B1498BE24}"/>
                            </a:ext>
                          </a:extLst>
                        </p:cNvPr>
                        <p:cNvCxnSpPr>
                          <a:endCxn id="52"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FD11090-D921-6BD8-3BE1-83A711669533}"/>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E-VPN</a:t>
                          </a:r>
                        </a:p>
                      </p:txBody>
                    </p:sp>
                    <p:sp>
                      <p:nvSpPr>
                        <p:cNvPr id="63" name="TextBox 62">
                          <a:extLst>
                            <a:ext uri="{FF2B5EF4-FFF2-40B4-BE49-F238E27FC236}">
                              <a16:creationId xmlns:a16="http://schemas.microsoft.com/office/drawing/2014/main" id="{5408560D-9F44-1B7A-6173-71F0829749E5}"/>
                            </a:ext>
                          </a:extLst>
                        </p:cNvPr>
                        <p:cNvSpPr txBox="1"/>
                        <p:nvPr/>
                      </p:nvSpPr>
                      <p:spPr>
                        <a:xfrm>
                          <a:off x="332232" y="2156083"/>
                          <a:ext cx="1866899" cy="7579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64" name="TextBox 63">
                          <a:extLst>
                            <a:ext uri="{FF2B5EF4-FFF2-40B4-BE49-F238E27FC236}">
                              <a16:creationId xmlns:a16="http://schemas.microsoft.com/office/drawing/2014/main" id="{434571DB-9CF6-E542-934D-CDABEB13A9B6}"/>
                            </a:ext>
                          </a:extLst>
                        </p:cNvPr>
                        <p:cNvSpPr txBox="1"/>
                        <p:nvPr/>
                      </p:nvSpPr>
                      <p:spPr>
                        <a:xfrm>
                          <a:off x="5542406" y="2241405"/>
                          <a:ext cx="2181225" cy="4631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69" name="Straight Arrow Connector 68">
                          <a:extLst>
                            <a:ext uri="{FF2B5EF4-FFF2-40B4-BE49-F238E27FC236}">
                              <a16:creationId xmlns:a16="http://schemas.microsoft.com/office/drawing/2014/main" id="{8ECFCDEE-A136-6BCE-BBE6-A1B734B3EBD2}"/>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9C19F24-DC10-D4EF-1B4D-5B6A79C339E2}"/>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B625AC1B-0790-1B5B-7D50-073BF90C00D9}"/>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1257A6CE-2B8A-A6A4-5F35-771660168766}"/>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BABEED08-C28B-50A9-5FED-75F3F3B0EE18}"/>
                          </a:ext>
                        </a:extLst>
                      </p:cNvPr>
                      <p:cNvSpPr txBox="1"/>
                      <p:nvPr/>
                    </p:nvSpPr>
                    <p:spPr>
                      <a:xfrm>
                        <a:off x="4711134" y="3391228"/>
                        <a:ext cx="704245" cy="531919"/>
                      </a:xfrm>
                      <a:prstGeom prst="rect">
                        <a:avLst/>
                      </a:prstGeom>
                      <a:noFill/>
                    </p:spPr>
                    <p:txBody>
                      <a:bodyPr wrap="square" rtlCol="0">
                        <a:spAutoFit/>
                      </a:bodyPr>
                      <a:lstStyle/>
                      <a:p>
                        <a:r>
                          <a:rPr lang="en-US" sz="1050"/>
                          <a:t>DCA Site</a:t>
                        </a:r>
                      </a:p>
                    </p:txBody>
                  </p:sp>
                </p:grpSp>
                <p:cxnSp>
                  <p:nvCxnSpPr>
                    <p:cNvPr id="45" name="Connector: Curved 44">
                      <a:extLst>
                        <a:ext uri="{FF2B5EF4-FFF2-40B4-BE49-F238E27FC236}">
                          <a16:creationId xmlns:a16="http://schemas.microsoft.com/office/drawing/2014/main" id="{1E1A3FB3-8842-FCD9-4DFE-656ED53F5277}"/>
                        </a:ext>
                      </a:extLst>
                    </p:cNvPr>
                    <p:cNvCxnSpPr>
                      <a:stCxn id="52" idx="0"/>
                      <a:endCxn id="53"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Connector: Curved 45">
                      <a:extLst>
                        <a:ext uri="{FF2B5EF4-FFF2-40B4-BE49-F238E27FC236}">
                          <a16:creationId xmlns:a16="http://schemas.microsoft.com/office/drawing/2014/main" id="{EF3E4D33-56FC-755A-A706-41A06777BD01}"/>
                        </a:ext>
                      </a:extLst>
                    </p:cNvPr>
                    <p:cNvCxnSpPr>
                      <a:stCxn id="51" idx="2"/>
                      <a:endCxn id="53"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Connector: Curved 46">
                      <a:extLst>
                        <a:ext uri="{FF2B5EF4-FFF2-40B4-BE49-F238E27FC236}">
                          <a16:creationId xmlns:a16="http://schemas.microsoft.com/office/drawing/2014/main" id="{A7D57708-49D3-63B2-3A2B-1BE417E66D45}"/>
                        </a:ext>
                      </a:extLst>
                    </p:cNvPr>
                    <p:cNvCxnSpPr>
                      <a:stCxn id="54" idx="2"/>
                      <a:endCxn id="53"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0" name="TextBox 39">
                    <a:extLst>
                      <a:ext uri="{FF2B5EF4-FFF2-40B4-BE49-F238E27FC236}">
                        <a16:creationId xmlns:a16="http://schemas.microsoft.com/office/drawing/2014/main" id="{71275DE5-1D44-239F-3CF1-5748572FF1D6}"/>
                      </a:ext>
                    </a:extLst>
                  </p:cNvPr>
                  <p:cNvSpPr txBox="1"/>
                  <p:nvPr/>
                </p:nvSpPr>
                <p:spPr>
                  <a:xfrm>
                    <a:off x="2457885" y="1984678"/>
                    <a:ext cx="321890" cy="325062"/>
                  </a:xfrm>
                  <a:prstGeom prst="rect">
                    <a:avLst/>
                  </a:prstGeom>
                  <a:noFill/>
                </p:spPr>
                <p:txBody>
                  <a:bodyPr wrap="square" rtlCol="0">
                    <a:spAutoFit/>
                  </a:bodyPr>
                  <a:lstStyle/>
                  <a:p>
                    <a:r>
                      <a:rPr lang="en-US" sz="1050"/>
                      <a:t>A</a:t>
                    </a:r>
                  </a:p>
                </p:txBody>
              </p:sp>
              <p:sp>
                <p:nvSpPr>
                  <p:cNvPr id="41" name="TextBox 40">
                    <a:extLst>
                      <a:ext uri="{FF2B5EF4-FFF2-40B4-BE49-F238E27FC236}">
                        <a16:creationId xmlns:a16="http://schemas.microsoft.com/office/drawing/2014/main" id="{D73191EE-79FA-3088-AFF0-3B7941C12D0D}"/>
                      </a:ext>
                    </a:extLst>
                  </p:cNvPr>
                  <p:cNvSpPr txBox="1"/>
                  <p:nvPr/>
                </p:nvSpPr>
                <p:spPr>
                  <a:xfrm>
                    <a:off x="359040" y="2884185"/>
                    <a:ext cx="321890" cy="325062"/>
                  </a:xfrm>
                  <a:prstGeom prst="rect">
                    <a:avLst/>
                  </a:prstGeom>
                  <a:noFill/>
                </p:spPr>
                <p:txBody>
                  <a:bodyPr wrap="square" rtlCol="0">
                    <a:spAutoFit/>
                  </a:bodyPr>
                  <a:lstStyle/>
                  <a:p>
                    <a:r>
                      <a:rPr lang="en-US" sz="1050"/>
                      <a:t>B</a:t>
                    </a:r>
                  </a:p>
                </p:txBody>
              </p:sp>
              <p:sp>
                <p:nvSpPr>
                  <p:cNvPr id="42" name="TextBox 41">
                    <a:extLst>
                      <a:ext uri="{FF2B5EF4-FFF2-40B4-BE49-F238E27FC236}">
                        <a16:creationId xmlns:a16="http://schemas.microsoft.com/office/drawing/2014/main" id="{7680473D-F0EF-EBDF-E2FE-72082D3622FB}"/>
                      </a:ext>
                    </a:extLst>
                  </p:cNvPr>
                  <p:cNvSpPr txBox="1"/>
                  <p:nvPr/>
                </p:nvSpPr>
                <p:spPr>
                  <a:xfrm>
                    <a:off x="1162283" y="4539427"/>
                    <a:ext cx="321890" cy="325062"/>
                  </a:xfrm>
                  <a:prstGeom prst="rect">
                    <a:avLst/>
                  </a:prstGeom>
                  <a:noFill/>
                </p:spPr>
                <p:txBody>
                  <a:bodyPr wrap="square" rtlCol="0">
                    <a:spAutoFit/>
                  </a:bodyPr>
                  <a:lstStyle/>
                  <a:p>
                    <a:r>
                      <a:rPr lang="en-US" sz="1050"/>
                      <a:t>C</a:t>
                    </a:r>
                  </a:p>
                </p:txBody>
              </p:sp>
              <p:sp>
                <p:nvSpPr>
                  <p:cNvPr id="43" name="TextBox 42">
                    <a:extLst>
                      <a:ext uri="{FF2B5EF4-FFF2-40B4-BE49-F238E27FC236}">
                        <a16:creationId xmlns:a16="http://schemas.microsoft.com/office/drawing/2014/main" id="{8B5D826C-D3F1-33A5-4DF5-C3A6B368B66F}"/>
                      </a:ext>
                    </a:extLst>
                  </p:cNvPr>
                  <p:cNvSpPr txBox="1"/>
                  <p:nvPr/>
                </p:nvSpPr>
                <p:spPr>
                  <a:xfrm>
                    <a:off x="3209415" y="4405694"/>
                    <a:ext cx="321890" cy="325062"/>
                  </a:xfrm>
                  <a:prstGeom prst="rect">
                    <a:avLst/>
                  </a:prstGeom>
                  <a:noFill/>
                </p:spPr>
                <p:txBody>
                  <a:bodyPr wrap="square" rtlCol="0">
                    <a:spAutoFit/>
                  </a:bodyPr>
                  <a:lstStyle/>
                  <a:p>
                    <a:r>
                      <a:rPr lang="en-US" sz="1050"/>
                      <a:t>D</a:t>
                    </a:r>
                  </a:p>
                </p:txBody>
              </p:sp>
            </p:grpSp>
            <p:sp>
              <p:nvSpPr>
                <p:cNvPr id="23" name="Oval 22">
                  <a:extLst>
                    <a:ext uri="{FF2B5EF4-FFF2-40B4-BE49-F238E27FC236}">
                      <a16:creationId xmlns:a16="http://schemas.microsoft.com/office/drawing/2014/main" id="{B6C10704-2208-3DBC-F4F9-C3B5F1C14984}"/>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4" name="Oval 23">
                  <a:extLst>
                    <a:ext uri="{FF2B5EF4-FFF2-40B4-BE49-F238E27FC236}">
                      <a16:creationId xmlns:a16="http://schemas.microsoft.com/office/drawing/2014/main" id="{A395742A-D2EA-6541-1266-8B73DB67F9B4}"/>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7" name="Oval 26">
                  <a:extLst>
                    <a:ext uri="{FF2B5EF4-FFF2-40B4-BE49-F238E27FC236}">
                      <a16:creationId xmlns:a16="http://schemas.microsoft.com/office/drawing/2014/main" id="{9CC24192-CBA3-D709-5F73-5E19CE45833A}"/>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9" name="Oval 28">
                  <a:extLst>
                    <a:ext uri="{FF2B5EF4-FFF2-40B4-BE49-F238E27FC236}">
                      <a16:creationId xmlns:a16="http://schemas.microsoft.com/office/drawing/2014/main" id="{ADADF206-8308-27AF-D478-267808B50980}"/>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31" name="Oval 30">
                  <a:extLst>
                    <a:ext uri="{FF2B5EF4-FFF2-40B4-BE49-F238E27FC236}">
                      <a16:creationId xmlns:a16="http://schemas.microsoft.com/office/drawing/2014/main" id="{2E19E27C-AD31-6D67-F8F8-F1DC4AD22DE7}"/>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35" name="TextBox 34">
                  <a:extLst>
                    <a:ext uri="{FF2B5EF4-FFF2-40B4-BE49-F238E27FC236}">
                      <a16:creationId xmlns:a16="http://schemas.microsoft.com/office/drawing/2014/main" id="{891683A5-FC94-B8D6-9C24-CC05BC6ADE44}"/>
                    </a:ext>
                  </a:extLst>
                </p:cNvPr>
                <p:cNvSpPr txBox="1"/>
                <p:nvPr/>
              </p:nvSpPr>
              <p:spPr>
                <a:xfrm>
                  <a:off x="1630286" y="5371590"/>
                  <a:ext cx="1534162" cy="531918"/>
                </a:xfrm>
                <a:prstGeom prst="rect">
                  <a:avLst/>
                </a:prstGeom>
                <a:noFill/>
              </p:spPr>
              <p:txBody>
                <a:bodyPr wrap="square" rtlCol="0">
                  <a:spAutoFit/>
                </a:bodyPr>
                <a:lstStyle/>
                <a:p>
                  <a:r>
                    <a:rPr lang="en-US" sz="1050"/>
                    <a:t>EVPN Nodes (ARs)</a:t>
                  </a:r>
                </a:p>
              </p:txBody>
            </p:sp>
            <p:cxnSp>
              <p:nvCxnSpPr>
                <p:cNvPr id="36" name="Straight Arrow Connector 35">
                  <a:extLst>
                    <a:ext uri="{FF2B5EF4-FFF2-40B4-BE49-F238E27FC236}">
                      <a16:creationId xmlns:a16="http://schemas.microsoft.com/office/drawing/2014/main" id="{11B6ABAA-8B92-026C-8006-49E3A0676480}"/>
                    </a:ext>
                  </a:extLst>
                </p:cNvPr>
                <p:cNvCxnSpPr>
                  <a:cxnSpLocks/>
                  <a:stCxn id="35" idx="0"/>
                  <a:endCxn id="31" idx="3"/>
                </p:cNvCxnSpPr>
                <p:nvPr/>
              </p:nvCxnSpPr>
              <p:spPr>
                <a:xfrm flipV="1">
                  <a:off x="2397368" y="4427701"/>
                  <a:ext cx="560198" cy="9438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F2EDCAD-D301-A494-2305-F86EAE90E68C}"/>
                    </a:ext>
                  </a:extLst>
                </p:cNvPr>
                <p:cNvCxnSpPr>
                  <a:stCxn id="35" idx="0"/>
                  <a:endCxn id="24" idx="5"/>
                </p:cNvCxnSpPr>
                <p:nvPr/>
              </p:nvCxnSpPr>
              <p:spPr>
                <a:xfrm flipH="1" flipV="1">
                  <a:off x="1701333"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28678BC5-FEE2-2C16-13D1-7D6124E92FC5}"/>
                    </a:ext>
                  </a:extLst>
                </p:cNvPr>
                <p:cNvCxnSpPr>
                  <a:stCxn id="35" idx="0"/>
                  <a:endCxn id="23" idx="5"/>
                </p:cNvCxnSpPr>
                <p:nvPr/>
              </p:nvCxnSpPr>
              <p:spPr>
                <a:xfrm flipV="1">
                  <a:off x="2397368" y="4084432"/>
                  <a:ext cx="1004862" cy="1287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8" name="Arrow: Right 97">
                <a:extLst>
                  <a:ext uri="{FF2B5EF4-FFF2-40B4-BE49-F238E27FC236}">
                    <a16:creationId xmlns:a16="http://schemas.microsoft.com/office/drawing/2014/main" id="{B38236E5-4462-6752-5D8E-EA3B78DA419B}"/>
                  </a:ext>
                </a:extLst>
              </p:cNvPr>
              <p:cNvSpPr/>
              <p:nvPr/>
            </p:nvSpPr>
            <p:spPr>
              <a:xfrm>
                <a:off x="5645612" y="2935276"/>
                <a:ext cx="1088136" cy="455673"/>
              </a:xfrm>
              <a:prstGeom prst="rightArrow">
                <a:avLst/>
              </a:prstGeom>
              <a:solidFill>
                <a:schemeClr val="accent3">
                  <a:lumMod val="75000"/>
                  <a:lumOff val="25000"/>
                </a:schemeClr>
              </a:solidFill>
              <a:ln w="6344" cap="flat">
                <a:noFill/>
                <a:prstDash val="solid"/>
                <a:miter/>
              </a:ln>
            </p:spPr>
            <p:txBody>
              <a:bodyPr rtlCol="0" anchor="ctr"/>
              <a:lstStyle/>
              <a:p>
                <a:pPr algn="l"/>
                <a:endParaRPr lang="en-US" sz="1050"/>
              </a:p>
            </p:txBody>
          </p:sp>
          <p:grpSp>
            <p:nvGrpSpPr>
              <p:cNvPr id="172" name="Group 171">
                <a:extLst>
                  <a:ext uri="{FF2B5EF4-FFF2-40B4-BE49-F238E27FC236}">
                    <a16:creationId xmlns:a16="http://schemas.microsoft.com/office/drawing/2014/main" id="{EEE478B8-A374-201E-E304-DC11CD5469DA}"/>
                  </a:ext>
                </a:extLst>
              </p:cNvPr>
              <p:cNvGrpSpPr/>
              <p:nvPr/>
            </p:nvGrpSpPr>
            <p:grpSpPr>
              <a:xfrm>
                <a:off x="7674851" y="4154493"/>
                <a:ext cx="2972233" cy="1511741"/>
                <a:chOff x="7674851" y="4154493"/>
                <a:chExt cx="2972233" cy="1511741"/>
              </a:xfrm>
            </p:grpSpPr>
            <p:sp>
              <p:nvSpPr>
                <p:cNvPr id="160" name="Rounded Rectangle 46">
                  <a:extLst>
                    <a:ext uri="{FF2B5EF4-FFF2-40B4-BE49-F238E27FC236}">
                      <a16:creationId xmlns:a16="http://schemas.microsoft.com/office/drawing/2014/main" id="{AF979B8C-5207-C5EB-3B79-C4314150B61A}"/>
                    </a:ext>
                  </a:extLst>
                </p:cNvPr>
                <p:cNvSpPr/>
                <p:nvPr/>
              </p:nvSpPr>
              <p:spPr>
                <a:xfrm>
                  <a:off x="9444782" y="5119062"/>
                  <a:ext cx="487554" cy="30750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162" name="TextBox 161">
                  <a:extLst>
                    <a:ext uri="{FF2B5EF4-FFF2-40B4-BE49-F238E27FC236}">
                      <a16:creationId xmlns:a16="http://schemas.microsoft.com/office/drawing/2014/main" id="{6D3EFD28-BD62-B29A-C1AF-5212FB4B4FEA}"/>
                    </a:ext>
                  </a:extLst>
                </p:cNvPr>
                <p:cNvSpPr txBox="1"/>
                <p:nvPr/>
              </p:nvSpPr>
              <p:spPr>
                <a:xfrm>
                  <a:off x="9942839" y="4949647"/>
                  <a:ext cx="704245" cy="531919"/>
                </a:xfrm>
                <a:prstGeom prst="rect">
                  <a:avLst/>
                </a:prstGeom>
                <a:noFill/>
              </p:spPr>
              <p:txBody>
                <a:bodyPr wrap="square" rtlCol="0">
                  <a:spAutoFit/>
                </a:bodyPr>
                <a:lstStyle/>
                <a:p>
                  <a:r>
                    <a:rPr lang="en-US" sz="1050"/>
                    <a:t>DCA Site</a:t>
                  </a:r>
                </a:p>
              </p:txBody>
            </p:sp>
            <p:sp>
              <p:nvSpPr>
                <p:cNvPr id="164" name="TextBox 163">
                  <a:extLst>
                    <a:ext uri="{FF2B5EF4-FFF2-40B4-BE49-F238E27FC236}">
                      <a16:creationId xmlns:a16="http://schemas.microsoft.com/office/drawing/2014/main" id="{8EE97AC1-CA5B-1559-4BC7-9E043450E2B9}"/>
                    </a:ext>
                  </a:extLst>
                </p:cNvPr>
                <p:cNvSpPr txBox="1"/>
                <p:nvPr/>
              </p:nvSpPr>
              <p:spPr>
                <a:xfrm>
                  <a:off x="8117366" y="4498793"/>
                  <a:ext cx="1198571" cy="53191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50"/>
                    <a:t>Colt Billing Product</a:t>
                  </a:r>
                </a:p>
              </p:txBody>
            </p:sp>
            <p:sp>
              <p:nvSpPr>
                <p:cNvPr id="166" name="TextBox 165">
                  <a:extLst>
                    <a:ext uri="{FF2B5EF4-FFF2-40B4-BE49-F238E27FC236}">
                      <a16:creationId xmlns:a16="http://schemas.microsoft.com/office/drawing/2014/main" id="{B8968B13-6861-16D9-1951-898FB67E3644}"/>
                    </a:ext>
                  </a:extLst>
                </p:cNvPr>
                <p:cNvSpPr txBox="1"/>
                <p:nvPr/>
              </p:nvSpPr>
              <p:spPr>
                <a:xfrm>
                  <a:off x="8117366" y="5134315"/>
                  <a:ext cx="1198571" cy="53191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50"/>
                    <a:t>Ethernet DCA</a:t>
                  </a:r>
                </a:p>
              </p:txBody>
            </p:sp>
            <p:cxnSp>
              <p:nvCxnSpPr>
                <p:cNvPr id="168" name="Straight Arrow Connector 167">
                  <a:extLst>
                    <a:ext uri="{FF2B5EF4-FFF2-40B4-BE49-F238E27FC236}">
                      <a16:creationId xmlns:a16="http://schemas.microsoft.com/office/drawing/2014/main" id="{26221F62-979B-69BB-498B-A40E223447FA}"/>
                    </a:ext>
                  </a:extLst>
                </p:cNvPr>
                <p:cNvCxnSpPr>
                  <a:stCxn id="164" idx="2"/>
                  <a:endCxn id="166" idx="0"/>
                </p:cNvCxnSpPr>
                <p:nvPr/>
              </p:nvCxnSpPr>
              <p:spPr>
                <a:xfrm>
                  <a:off x="8716653" y="5030712"/>
                  <a:ext cx="0" cy="1036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0" name="Straight Arrow Connector 169">
                  <a:extLst>
                    <a:ext uri="{FF2B5EF4-FFF2-40B4-BE49-F238E27FC236}">
                      <a16:creationId xmlns:a16="http://schemas.microsoft.com/office/drawing/2014/main" id="{262A33F2-DDE3-B999-5039-2C9E185A087E}"/>
                    </a:ext>
                  </a:extLst>
                </p:cNvPr>
                <p:cNvCxnSpPr>
                  <a:stCxn id="166" idx="3"/>
                  <a:endCxn id="160" idx="1"/>
                </p:cNvCxnSpPr>
                <p:nvPr/>
              </p:nvCxnSpPr>
              <p:spPr>
                <a:xfrm flipV="1">
                  <a:off x="9315937" y="5272814"/>
                  <a:ext cx="128845" cy="1274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1" name="TextBox 170">
                  <a:extLst>
                    <a:ext uri="{FF2B5EF4-FFF2-40B4-BE49-F238E27FC236}">
                      <a16:creationId xmlns:a16="http://schemas.microsoft.com/office/drawing/2014/main" id="{154E44C0-4268-FB23-2883-9642627D2381}"/>
                    </a:ext>
                  </a:extLst>
                </p:cNvPr>
                <p:cNvSpPr txBox="1"/>
                <p:nvPr/>
              </p:nvSpPr>
              <p:spPr>
                <a:xfrm>
                  <a:off x="7674851" y="4154493"/>
                  <a:ext cx="2291161" cy="325062"/>
                </a:xfrm>
                <a:prstGeom prst="rect">
                  <a:avLst/>
                </a:prstGeom>
                <a:noFill/>
              </p:spPr>
              <p:txBody>
                <a:bodyPr wrap="square" rtlCol="0">
                  <a:spAutoFit/>
                </a:bodyPr>
                <a:lstStyle/>
                <a:p>
                  <a:r>
                    <a:rPr lang="en-US" sz="1050"/>
                    <a:t>Billing Only Order</a:t>
                  </a:r>
                </a:p>
              </p:txBody>
            </p:sp>
          </p:grpSp>
          <p:sp>
            <p:nvSpPr>
              <p:cNvPr id="173" name="Cross 172">
                <a:extLst>
                  <a:ext uri="{FF2B5EF4-FFF2-40B4-BE49-F238E27FC236}">
                    <a16:creationId xmlns:a16="http://schemas.microsoft.com/office/drawing/2014/main" id="{81D715F3-6E15-CB19-0209-698D96BE7AC0}"/>
                  </a:ext>
                </a:extLst>
              </p:cNvPr>
              <p:cNvSpPr/>
              <p:nvPr/>
            </p:nvSpPr>
            <p:spPr>
              <a:xfrm>
                <a:off x="8395331" y="3398486"/>
                <a:ext cx="487554" cy="456519"/>
              </a:xfrm>
              <a:prstGeom prst="plus">
                <a:avLst/>
              </a:prstGeom>
              <a:solidFill>
                <a:schemeClr val="accent3">
                  <a:lumMod val="75000"/>
                  <a:lumOff val="25000"/>
                </a:schemeClr>
              </a:solidFill>
              <a:ln w="6344" cap="flat">
                <a:noFill/>
                <a:prstDash val="solid"/>
                <a:miter/>
              </a:ln>
            </p:spPr>
            <p:txBody>
              <a:bodyPr rtlCol="0" anchor="ctr"/>
              <a:lstStyle/>
              <a:p>
                <a:pPr algn="l"/>
                <a:endParaRPr lang="en-US" sz="1050"/>
              </a:p>
            </p:txBody>
          </p:sp>
        </p:grpSp>
      </p:grpSp>
      <p:sp>
        <p:nvSpPr>
          <p:cNvPr id="176" name="Arrow: Right 175">
            <a:extLst>
              <a:ext uri="{FF2B5EF4-FFF2-40B4-BE49-F238E27FC236}">
                <a16:creationId xmlns:a16="http://schemas.microsoft.com/office/drawing/2014/main" id="{D5123773-8571-8812-2CFA-802FDA766160}"/>
              </a:ext>
            </a:extLst>
          </p:cNvPr>
          <p:cNvSpPr/>
          <p:nvPr/>
        </p:nvSpPr>
        <p:spPr>
          <a:xfrm>
            <a:off x="7743155" y="3334629"/>
            <a:ext cx="805188" cy="376478"/>
          </a:xfrm>
          <a:prstGeom prst="rightArrow">
            <a:avLst/>
          </a:prstGeom>
          <a:solidFill>
            <a:schemeClr val="accent3">
              <a:lumMod val="75000"/>
              <a:lumOff val="25000"/>
            </a:schemeClr>
          </a:solidFill>
          <a:ln w="6344" cap="flat">
            <a:noFill/>
            <a:prstDash val="solid"/>
            <a:miter/>
          </a:ln>
        </p:spPr>
        <p:txBody>
          <a:bodyPr rtlCol="0" anchor="ctr"/>
          <a:lstStyle/>
          <a:p>
            <a:pPr algn="l"/>
            <a:endParaRPr lang="en-US" sz="1100"/>
          </a:p>
        </p:txBody>
      </p:sp>
      <p:grpSp>
        <p:nvGrpSpPr>
          <p:cNvPr id="177" name="Group 176">
            <a:extLst>
              <a:ext uri="{FF2B5EF4-FFF2-40B4-BE49-F238E27FC236}">
                <a16:creationId xmlns:a16="http://schemas.microsoft.com/office/drawing/2014/main" id="{8A5A9176-E531-1E8D-A334-746C0D3103DA}"/>
              </a:ext>
            </a:extLst>
          </p:cNvPr>
          <p:cNvGrpSpPr/>
          <p:nvPr/>
        </p:nvGrpSpPr>
        <p:grpSpPr>
          <a:xfrm>
            <a:off x="8803140" y="2305632"/>
            <a:ext cx="3290163" cy="2547954"/>
            <a:chOff x="7319" y="2534620"/>
            <a:chExt cx="5482055" cy="3363576"/>
          </a:xfrm>
        </p:grpSpPr>
        <p:grpSp>
          <p:nvGrpSpPr>
            <p:cNvPr id="178" name="Group 177">
              <a:extLst>
                <a:ext uri="{FF2B5EF4-FFF2-40B4-BE49-F238E27FC236}">
                  <a16:creationId xmlns:a16="http://schemas.microsoft.com/office/drawing/2014/main" id="{8F1372A1-82CC-788C-53A3-DF77BF1D160E}"/>
                </a:ext>
              </a:extLst>
            </p:cNvPr>
            <p:cNvGrpSpPr/>
            <p:nvPr/>
          </p:nvGrpSpPr>
          <p:grpSpPr>
            <a:xfrm>
              <a:off x="7319" y="2534620"/>
              <a:ext cx="5482055" cy="2874474"/>
              <a:chOff x="52282" y="1984678"/>
              <a:chExt cx="5482055" cy="2874474"/>
            </a:xfrm>
          </p:grpSpPr>
          <p:grpSp>
            <p:nvGrpSpPr>
              <p:cNvPr id="188" name="Group 187">
                <a:extLst>
                  <a:ext uri="{FF2B5EF4-FFF2-40B4-BE49-F238E27FC236}">
                    <a16:creationId xmlns:a16="http://schemas.microsoft.com/office/drawing/2014/main" id="{EEEF4BD7-0820-90AA-6AD0-899084E74BAC}"/>
                  </a:ext>
                </a:extLst>
              </p:cNvPr>
              <p:cNvGrpSpPr/>
              <p:nvPr/>
            </p:nvGrpSpPr>
            <p:grpSpPr>
              <a:xfrm>
                <a:off x="52282" y="2263140"/>
                <a:ext cx="5482055" cy="2331720"/>
                <a:chOff x="106455" y="2514600"/>
                <a:chExt cx="5482055" cy="2331720"/>
              </a:xfrm>
            </p:grpSpPr>
            <p:grpSp>
              <p:nvGrpSpPr>
                <p:cNvPr id="193" name="Group 192">
                  <a:extLst>
                    <a:ext uri="{FF2B5EF4-FFF2-40B4-BE49-F238E27FC236}">
                      <a16:creationId xmlns:a16="http://schemas.microsoft.com/office/drawing/2014/main" id="{A441549C-9631-F4FC-2C65-5035308074F9}"/>
                    </a:ext>
                  </a:extLst>
                </p:cNvPr>
                <p:cNvGrpSpPr/>
                <p:nvPr/>
              </p:nvGrpSpPr>
              <p:grpSpPr>
                <a:xfrm>
                  <a:off x="106455" y="2514600"/>
                  <a:ext cx="5482055" cy="2331720"/>
                  <a:chOff x="106455" y="2514600"/>
                  <a:chExt cx="5482055" cy="2331720"/>
                </a:xfrm>
              </p:grpSpPr>
              <p:grpSp>
                <p:nvGrpSpPr>
                  <p:cNvPr id="197" name="Group 196">
                    <a:extLst>
                      <a:ext uri="{FF2B5EF4-FFF2-40B4-BE49-F238E27FC236}">
                        <a16:creationId xmlns:a16="http://schemas.microsoft.com/office/drawing/2014/main" id="{B6454C9C-EBB6-5EAD-D0A2-AEAA50453769}"/>
                      </a:ext>
                    </a:extLst>
                  </p:cNvPr>
                  <p:cNvGrpSpPr/>
                  <p:nvPr/>
                </p:nvGrpSpPr>
                <p:grpSpPr>
                  <a:xfrm>
                    <a:off x="106455" y="2514600"/>
                    <a:ext cx="5254751" cy="2331720"/>
                    <a:chOff x="332232" y="2156083"/>
                    <a:chExt cx="7391399" cy="3322381"/>
                  </a:xfrm>
                </p:grpSpPr>
                <p:sp>
                  <p:nvSpPr>
                    <p:cNvPr id="199" name="Oval 198">
                      <a:extLst>
                        <a:ext uri="{FF2B5EF4-FFF2-40B4-BE49-F238E27FC236}">
                          <a16:creationId xmlns:a16="http://schemas.microsoft.com/office/drawing/2014/main" id="{511F23D7-DC84-977B-F6C1-8B26E6334DB2}"/>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0" name="Rounded Rectangle 9">
                      <a:extLst>
                        <a:ext uri="{FF2B5EF4-FFF2-40B4-BE49-F238E27FC236}">
                          <a16:creationId xmlns:a16="http://schemas.microsoft.com/office/drawing/2014/main" id="{7A08B5AD-B072-DE68-CC50-06576BA0A4B6}"/>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1" name="Rounded Rectangle 45">
                      <a:extLst>
                        <a:ext uri="{FF2B5EF4-FFF2-40B4-BE49-F238E27FC236}">
                          <a16:creationId xmlns:a16="http://schemas.microsoft.com/office/drawing/2014/main" id="{B47D1E13-B28B-2F00-CC6F-28BB4E4C7812}"/>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2" name="Rounded Rectangle 46">
                      <a:extLst>
                        <a:ext uri="{FF2B5EF4-FFF2-40B4-BE49-F238E27FC236}">
                          <a16:creationId xmlns:a16="http://schemas.microsoft.com/office/drawing/2014/main" id="{9A90670A-860D-095A-BD99-0139298468AF}"/>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3" name="Rounded Rectangle 47">
                      <a:extLst>
                        <a:ext uri="{FF2B5EF4-FFF2-40B4-BE49-F238E27FC236}">
                          <a16:creationId xmlns:a16="http://schemas.microsoft.com/office/drawing/2014/main" id="{4CF41BD9-0E72-BDDE-C148-9E196741B26D}"/>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4" name="Rounded Rectangle 48">
                      <a:extLst>
                        <a:ext uri="{FF2B5EF4-FFF2-40B4-BE49-F238E27FC236}">
                          <a16:creationId xmlns:a16="http://schemas.microsoft.com/office/drawing/2014/main" id="{E0246D1B-E45B-B3FE-F512-A09747BC63D7}"/>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205" name="Straight Connector 204">
                      <a:extLst>
                        <a:ext uri="{FF2B5EF4-FFF2-40B4-BE49-F238E27FC236}">
                          <a16:creationId xmlns:a16="http://schemas.microsoft.com/office/drawing/2014/main" id="{4DEDE1C8-2BA4-8488-9E7C-22908BBC1B9C}"/>
                        </a:ext>
                      </a:extLst>
                    </p:cNvPr>
                    <p:cNvCxnSpPr>
                      <a:stCxn id="200" idx="3"/>
                      <a:endCxn id="199"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75163739-2A4F-AFF9-EC73-340BD086BEA7}"/>
                        </a:ext>
                      </a:extLst>
                    </p:cNvPr>
                    <p:cNvCxnSpPr>
                      <a:stCxn id="203"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F9E90328-4A08-C3F8-F345-CFC45B03E1FE}"/>
                        </a:ext>
                      </a:extLst>
                    </p:cNvPr>
                    <p:cNvCxnSpPr>
                      <a:stCxn id="202" idx="1"/>
                      <a:endCxn id="199"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23771993-AC9C-589D-355B-19C52AE8A3D9}"/>
                        </a:ext>
                      </a:extLst>
                    </p:cNvPr>
                    <p:cNvCxnSpPr>
                      <a:stCxn id="199" idx="5"/>
                      <a:endCxn id="204"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A43A9D2-41BD-BABD-41CF-DFB8FD1A7363}"/>
                        </a:ext>
                      </a:extLst>
                    </p:cNvPr>
                    <p:cNvCxnSpPr>
                      <a:endCxn id="201"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91B6833F-8620-6C9B-84E8-CA740CE9B238}"/>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E-VPN</a:t>
                      </a:r>
                    </a:p>
                  </p:txBody>
                </p:sp>
                <p:sp>
                  <p:nvSpPr>
                    <p:cNvPr id="211" name="TextBox 210">
                      <a:extLst>
                        <a:ext uri="{FF2B5EF4-FFF2-40B4-BE49-F238E27FC236}">
                          <a16:creationId xmlns:a16="http://schemas.microsoft.com/office/drawing/2014/main" id="{BCBB0D8B-F000-7AA0-1039-3659199BC225}"/>
                        </a:ext>
                      </a:extLst>
                    </p:cNvPr>
                    <p:cNvSpPr txBox="1"/>
                    <p:nvPr/>
                  </p:nvSpPr>
                  <p:spPr>
                    <a:xfrm>
                      <a:off x="332232" y="2156083"/>
                      <a:ext cx="1866900" cy="7503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212" name="TextBox 211">
                      <a:extLst>
                        <a:ext uri="{FF2B5EF4-FFF2-40B4-BE49-F238E27FC236}">
                          <a16:creationId xmlns:a16="http://schemas.microsoft.com/office/drawing/2014/main" id="{E248B77F-740E-3C02-182A-E75308EF07F7}"/>
                        </a:ext>
                      </a:extLst>
                    </p:cNvPr>
                    <p:cNvSpPr txBox="1"/>
                    <p:nvPr/>
                  </p:nvSpPr>
                  <p:spPr>
                    <a:xfrm>
                      <a:off x="5542406" y="2241406"/>
                      <a:ext cx="2181225" cy="455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213" name="Straight Arrow Connector 212">
                      <a:extLst>
                        <a:ext uri="{FF2B5EF4-FFF2-40B4-BE49-F238E27FC236}">
                          <a16:creationId xmlns:a16="http://schemas.microsoft.com/office/drawing/2014/main" id="{26085910-EC49-2C9B-1F17-3583E48C8657}"/>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DE02DDFF-6E8B-886C-AE2F-70D736C2B1D9}"/>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404870F3-1CC8-C78B-E909-1D9C958DFF07}"/>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4C2865CE-6A7C-0DE2-F2A8-EFB7760520AB}"/>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98" name="TextBox 197">
                    <a:extLst>
                      <a:ext uri="{FF2B5EF4-FFF2-40B4-BE49-F238E27FC236}">
                        <a16:creationId xmlns:a16="http://schemas.microsoft.com/office/drawing/2014/main" id="{5D208461-7DB7-E080-2CC4-1E3CE1497341}"/>
                      </a:ext>
                    </a:extLst>
                  </p:cNvPr>
                  <p:cNvSpPr txBox="1"/>
                  <p:nvPr/>
                </p:nvSpPr>
                <p:spPr>
                  <a:xfrm>
                    <a:off x="4711133" y="3391227"/>
                    <a:ext cx="877377" cy="568818"/>
                  </a:xfrm>
                  <a:prstGeom prst="rect">
                    <a:avLst/>
                  </a:prstGeom>
                  <a:noFill/>
                </p:spPr>
                <p:txBody>
                  <a:bodyPr wrap="square" rtlCol="0">
                    <a:spAutoFit/>
                  </a:bodyPr>
                  <a:lstStyle/>
                  <a:p>
                    <a:r>
                      <a:rPr lang="en-US" sz="1100"/>
                      <a:t>DCA Site</a:t>
                    </a:r>
                  </a:p>
                </p:txBody>
              </p:sp>
            </p:grpSp>
            <p:cxnSp>
              <p:nvCxnSpPr>
                <p:cNvPr id="194" name="Connector: Curved 193">
                  <a:extLst>
                    <a:ext uri="{FF2B5EF4-FFF2-40B4-BE49-F238E27FC236}">
                      <a16:creationId xmlns:a16="http://schemas.microsoft.com/office/drawing/2014/main" id="{78B99A83-8D12-A0C0-5E85-139C3094F0F5}"/>
                    </a:ext>
                  </a:extLst>
                </p:cNvPr>
                <p:cNvCxnSpPr>
                  <a:stCxn id="201" idx="0"/>
                  <a:endCxn id="202"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5" name="Connector: Curved 194">
                  <a:extLst>
                    <a:ext uri="{FF2B5EF4-FFF2-40B4-BE49-F238E27FC236}">
                      <a16:creationId xmlns:a16="http://schemas.microsoft.com/office/drawing/2014/main" id="{9C833DF2-18EB-F66B-CB38-CD446F9A773D}"/>
                    </a:ext>
                  </a:extLst>
                </p:cNvPr>
                <p:cNvCxnSpPr>
                  <a:stCxn id="200" idx="2"/>
                  <a:endCxn id="202"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6" name="Connector: Curved 195">
                  <a:extLst>
                    <a:ext uri="{FF2B5EF4-FFF2-40B4-BE49-F238E27FC236}">
                      <a16:creationId xmlns:a16="http://schemas.microsoft.com/office/drawing/2014/main" id="{8323064F-B917-52B6-AAF6-F5038DAEFAD9}"/>
                    </a:ext>
                  </a:extLst>
                </p:cNvPr>
                <p:cNvCxnSpPr>
                  <a:stCxn id="203" idx="2"/>
                  <a:endCxn id="202"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89" name="TextBox 188">
                <a:extLst>
                  <a:ext uri="{FF2B5EF4-FFF2-40B4-BE49-F238E27FC236}">
                    <a16:creationId xmlns:a16="http://schemas.microsoft.com/office/drawing/2014/main" id="{5C1CF31F-8532-54BA-15FD-18C25C5CD4F1}"/>
                  </a:ext>
                </a:extLst>
              </p:cNvPr>
              <p:cNvSpPr txBox="1"/>
              <p:nvPr/>
            </p:nvSpPr>
            <p:spPr>
              <a:xfrm>
                <a:off x="2457884" y="1984678"/>
                <a:ext cx="321892" cy="319725"/>
              </a:xfrm>
              <a:prstGeom prst="rect">
                <a:avLst/>
              </a:prstGeom>
              <a:noFill/>
            </p:spPr>
            <p:txBody>
              <a:bodyPr wrap="square" rtlCol="0">
                <a:spAutoFit/>
              </a:bodyPr>
              <a:lstStyle/>
              <a:p>
                <a:r>
                  <a:rPr lang="en-US" sz="1100"/>
                  <a:t>A</a:t>
                </a:r>
              </a:p>
            </p:txBody>
          </p:sp>
          <p:sp>
            <p:nvSpPr>
              <p:cNvPr id="190" name="TextBox 189">
                <a:extLst>
                  <a:ext uri="{FF2B5EF4-FFF2-40B4-BE49-F238E27FC236}">
                    <a16:creationId xmlns:a16="http://schemas.microsoft.com/office/drawing/2014/main" id="{3CD700ED-C71C-69FD-5DD4-5FB52C94CFAF}"/>
                  </a:ext>
                </a:extLst>
              </p:cNvPr>
              <p:cNvSpPr txBox="1"/>
              <p:nvPr/>
            </p:nvSpPr>
            <p:spPr>
              <a:xfrm>
                <a:off x="359041" y="2884187"/>
                <a:ext cx="321892" cy="319725"/>
              </a:xfrm>
              <a:prstGeom prst="rect">
                <a:avLst/>
              </a:prstGeom>
              <a:noFill/>
            </p:spPr>
            <p:txBody>
              <a:bodyPr wrap="square" rtlCol="0">
                <a:spAutoFit/>
              </a:bodyPr>
              <a:lstStyle/>
              <a:p>
                <a:r>
                  <a:rPr lang="en-US" sz="1100"/>
                  <a:t>B</a:t>
                </a:r>
              </a:p>
            </p:txBody>
          </p:sp>
          <p:sp>
            <p:nvSpPr>
              <p:cNvPr id="191" name="TextBox 190">
                <a:extLst>
                  <a:ext uri="{FF2B5EF4-FFF2-40B4-BE49-F238E27FC236}">
                    <a16:creationId xmlns:a16="http://schemas.microsoft.com/office/drawing/2014/main" id="{A7C27331-584A-7A8A-113E-5CDA04F4ED0C}"/>
                  </a:ext>
                </a:extLst>
              </p:cNvPr>
              <p:cNvSpPr txBox="1"/>
              <p:nvPr/>
            </p:nvSpPr>
            <p:spPr>
              <a:xfrm>
                <a:off x="1162283" y="4539427"/>
                <a:ext cx="321892" cy="319725"/>
              </a:xfrm>
              <a:prstGeom prst="rect">
                <a:avLst/>
              </a:prstGeom>
              <a:noFill/>
            </p:spPr>
            <p:txBody>
              <a:bodyPr wrap="square" rtlCol="0">
                <a:spAutoFit/>
              </a:bodyPr>
              <a:lstStyle/>
              <a:p>
                <a:r>
                  <a:rPr lang="en-US" sz="1100"/>
                  <a:t>C</a:t>
                </a:r>
              </a:p>
            </p:txBody>
          </p:sp>
          <p:sp>
            <p:nvSpPr>
              <p:cNvPr id="192" name="TextBox 191">
                <a:extLst>
                  <a:ext uri="{FF2B5EF4-FFF2-40B4-BE49-F238E27FC236}">
                    <a16:creationId xmlns:a16="http://schemas.microsoft.com/office/drawing/2014/main" id="{3BE9DF0E-B6E1-A5BD-2A31-A2AA2696FEBC}"/>
                  </a:ext>
                </a:extLst>
              </p:cNvPr>
              <p:cNvSpPr txBox="1"/>
              <p:nvPr/>
            </p:nvSpPr>
            <p:spPr>
              <a:xfrm>
                <a:off x="3209413" y="4405693"/>
                <a:ext cx="321892" cy="319725"/>
              </a:xfrm>
              <a:prstGeom prst="rect">
                <a:avLst/>
              </a:prstGeom>
              <a:noFill/>
            </p:spPr>
            <p:txBody>
              <a:bodyPr wrap="square" rtlCol="0">
                <a:spAutoFit/>
              </a:bodyPr>
              <a:lstStyle/>
              <a:p>
                <a:r>
                  <a:rPr lang="en-US" sz="1100"/>
                  <a:t>D</a:t>
                </a:r>
              </a:p>
            </p:txBody>
          </p:sp>
        </p:grpSp>
        <p:sp>
          <p:nvSpPr>
            <p:cNvPr id="179" name="Oval 178">
              <a:extLst>
                <a:ext uri="{FF2B5EF4-FFF2-40B4-BE49-F238E27FC236}">
                  <a16:creationId xmlns:a16="http://schemas.microsoft.com/office/drawing/2014/main" id="{D9134C84-0CE2-287D-3B62-1EAB4916D5E5}"/>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0" name="Oval 179">
              <a:extLst>
                <a:ext uri="{FF2B5EF4-FFF2-40B4-BE49-F238E27FC236}">
                  <a16:creationId xmlns:a16="http://schemas.microsoft.com/office/drawing/2014/main" id="{AFC15DC9-1E70-893A-B898-0A45125683BE}"/>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1" name="Oval 180">
              <a:extLst>
                <a:ext uri="{FF2B5EF4-FFF2-40B4-BE49-F238E27FC236}">
                  <a16:creationId xmlns:a16="http://schemas.microsoft.com/office/drawing/2014/main" id="{2A224E0C-302D-BC07-0083-E2B42630B1A3}"/>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2" name="Oval 181">
              <a:extLst>
                <a:ext uri="{FF2B5EF4-FFF2-40B4-BE49-F238E27FC236}">
                  <a16:creationId xmlns:a16="http://schemas.microsoft.com/office/drawing/2014/main" id="{E8D27A2E-5A28-CCB0-71A7-5121E5CE0A03}"/>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3" name="Oval 182">
              <a:extLst>
                <a:ext uri="{FF2B5EF4-FFF2-40B4-BE49-F238E27FC236}">
                  <a16:creationId xmlns:a16="http://schemas.microsoft.com/office/drawing/2014/main" id="{4FEB7EF8-1789-3EDA-F6A1-15263006360C}"/>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4" name="TextBox 183">
              <a:extLst>
                <a:ext uri="{FF2B5EF4-FFF2-40B4-BE49-F238E27FC236}">
                  <a16:creationId xmlns:a16="http://schemas.microsoft.com/office/drawing/2014/main" id="{9D454561-78EB-395E-04EB-1C0675C5E507}"/>
                </a:ext>
              </a:extLst>
            </p:cNvPr>
            <p:cNvSpPr txBox="1"/>
            <p:nvPr/>
          </p:nvSpPr>
          <p:spPr>
            <a:xfrm>
              <a:off x="1630287" y="5371590"/>
              <a:ext cx="1534162" cy="526606"/>
            </a:xfrm>
            <a:prstGeom prst="rect">
              <a:avLst/>
            </a:prstGeom>
            <a:noFill/>
          </p:spPr>
          <p:txBody>
            <a:bodyPr wrap="square" rtlCol="0">
              <a:spAutoFit/>
            </a:bodyPr>
            <a:lstStyle/>
            <a:p>
              <a:r>
                <a:rPr lang="en-US" sz="1100"/>
                <a:t>EVPN Nodes (ARs)</a:t>
              </a:r>
            </a:p>
          </p:txBody>
        </p:sp>
        <p:cxnSp>
          <p:nvCxnSpPr>
            <p:cNvPr id="185" name="Straight Arrow Connector 184">
              <a:extLst>
                <a:ext uri="{FF2B5EF4-FFF2-40B4-BE49-F238E27FC236}">
                  <a16:creationId xmlns:a16="http://schemas.microsoft.com/office/drawing/2014/main" id="{F857B5D9-7D08-C0D6-B2E5-20D77549B295}"/>
                </a:ext>
              </a:extLst>
            </p:cNvPr>
            <p:cNvCxnSpPr>
              <a:cxnSpLocks/>
              <a:stCxn id="184" idx="0"/>
              <a:endCxn id="183" idx="3"/>
            </p:cNvCxnSpPr>
            <p:nvPr/>
          </p:nvCxnSpPr>
          <p:spPr>
            <a:xfrm flipV="1">
              <a:off x="2397369" y="4427700"/>
              <a:ext cx="560197" cy="9438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29B7B6A2-EFDA-89A2-1B98-C883F41D5D2C}"/>
                </a:ext>
              </a:extLst>
            </p:cNvPr>
            <p:cNvCxnSpPr>
              <a:stCxn id="184" idx="0"/>
              <a:endCxn id="180" idx="5"/>
            </p:cNvCxnSpPr>
            <p:nvPr/>
          </p:nvCxnSpPr>
          <p:spPr>
            <a:xfrm flipH="1" flipV="1">
              <a:off x="1701334"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Straight Arrow Connector 186">
              <a:extLst>
                <a:ext uri="{FF2B5EF4-FFF2-40B4-BE49-F238E27FC236}">
                  <a16:creationId xmlns:a16="http://schemas.microsoft.com/office/drawing/2014/main" id="{3BA97D6B-AC47-1A0F-EECC-45BFBCCCD78D}"/>
                </a:ext>
              </a:extLst>
            </p:cNvPr>
            <p:cNvCxnSpPr>
              <a:stCxn id="184" idx="0"/>
              <a:endCxn id="179" idx="5"/>
            </p:cNvCxnSpPr>
            <p:nvPr/>
          </p:nvCxnSpPr>
          <p:spPr>
            <a:xfrm flipV="1">
              <a:off x="2397369" y="4084432"/>
              <a:ext cx="1004860" cy="128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17" name="TextBox 216">
            <a:extLst>
              <a:ext uri="{FF2B5EF4-FFF2-40B4-BE49-F238E27FC236}">
                <a16:creationId xmlns:a16="http://schemas.microsoft.com/office/drawing/2014/main" id="{D5903070-3EE3-C5A5-0843-3A5F776AADC2}"/>
              </a:ext>
            </a:extLst>
          </p:cNvPr>
          <p:cNvSpPr txBox="1"/>
          <p:nvPr/>
        </p:nvSpPr>
        <p:spPr>
          <a:xfrm>
            <a:off x="3703320" y="2987022"/>
            <a:ext cx="907578" cy="400110"/>
          </a:xfrm>
          <a:prstGeom prst="rect">
            <a:avLst/>
          </a:prstGeom>
          <a:noFill/>
        </p:spPr>
        <p:txBody>
          <a:bodyPr wrap="square" rtlCol="0">
            <a:spAutoFit/>
          </a:bodyPr>
          <a:lstStyle/>
          <a:p>
            <a:r>
              <a:rPr lang="en-US" sz="1000"/>
              <a:t>Stage 1 Migration</a:t>
            </a:r>
          </a:p>
        </p:txBody>
      </p:sp>
      <p:sp>
        <p:nvSpPr>
          <p:cNvPr id="218" name="TextBox 217">
            <a:extLst>
              <a:ext uri="{FF2B5EF4-FFF2-40B4-BE49-F238E27FC236}">
                <a16:creationId xmlns:a16="http://schemas.microsoft.com/office/drawing/2014/main" id="{9A50D780-89F5-9262-767A-237CD659F1FA}"/>
              </a:ext>
            </a:extLst>
          </p:cNvPr>
          <p:cNvSpPr txBox="1"/>
          <p:nvPr/>
        </p:nvSpPr>
        <p:spPr>
          <a:xfrm>
            <a:off x="7696206" y="3054620"/>
            <a:ext cx="907578" cy="400110"/>
          </a:xfrm>
          <a:prstGeom prst="rect">
            <a:avLst/>
          </a:prstGeom>
          <a:noFill/>
        </p:spPr>
        <p:txBody>
          <a:bodyPr wrap="square" rtlCol="0">
            <a:spAutoFit/>
          </a:bodyPr>
          <a:lstStyle/>
          <a:p>
            <a:r>
              <a:rPr lang="en-US" sz="1000"/>
              <a:t>Stage 2 Migration</a:t>
            </a:r>
          </a:p>
        </p:txBody>
      </p:sp>
      <p:sp>
        <p:nvSpPr>
          <p:cNvPr id="219" name="TextBox 218">
            <a:extLst>
              <a:ext uri="{FF2B5EF4-FFF2-40B4-BE49-F238E27FC236}">
                <a16:creationId xmlns:a16="http://schemas.microsoft.com/office/drawing/2014/main" id="{CA5BB86B-2C6F-BCAE-3B54-856FFFEA7E4C}"/>
              </a:ext>
            </a:extLst>
          </p:cNvPr>
          <p:cNvSpPr txBox="1"/>
          <p:nvPr/>
        </p:nvSpPr>
        <p:spPr>
          <a:xfrm>
            <a:off x="242758" y="1351247"/>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ASIA SIEBEL</a:t>
            </a:r>
          </a:p>
        </p:txBody>
      </p:sp>
      <p:sp>
        <p:nvSpPr>
          <p:cNvPr id="220" name="TextBox 219">
            <a:extLst>
              <a:ext uri="{FF2B5EF4-FFF2-40B4-BE49-F238E27FC236}">
                <a16:creationId xmlns:a16="http://schemas.microsoft.com/office/drawing/2014/main" id="{58FD61CD-06C3-28D6-4D36-8DE84DC907B6}"/>
              </a:ext>
            </a:extLst>
          </p:cNvPr>
          <p:cNvSpPr txBox="1"/>
          <p:nvPr/>
        </p:nvSpPr>
        <p:spPr>
          <a:xfrm>
            <a:off x="4482414" y="1068813"/>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GLOBAL SIEBEL</a:t>
            </a:r>
          </a:p>
        </p:txBody>
      </p:sp>
      <p:sp>
        <p:nvSpPr>
          <p:cNvPr id="221" name="TextBox 220">
            <a:extLst>
              <a:ext uri="{FF2B5EF4-FFF2-40B4-BE49-F238E27FC236}">
                <a16:creationId xmlns:a16="http://schemas.microsoft.com/office/drawing/2014/main" id="{59EB2CDB-937B-6933-7333-B77F2A4B62BE}"/>
              </a:ext>
            </a:extLst>
          </p:cNvPr>
          <p:cNvSpPr txBox="1"/>
          <p:nvPr/>
        </p:nvSpPr>
        <p:spPr>
          <a:xfrm>
            <a:off x="8742925" y="1819602"/>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GLOBAL SIEBEL</a:t>
            </a:r>
          </a:p>
        </p:txBody>
      </p:sp>
      <p:sp>
        <p:nvSpPr>
          <p:cNvPr id="222" name="TextBox 221">
            <a:extLst>
              <a:ext uri="{FF2B5EF4-FFF2-40B4-BE49-F238E27FC236}">
                <a16:creationId xmlns:a16="http://schemas.microsoft.com/office/drawing/2014/main" id="{00A452EB-22F9-166F-1887-2EA99C0256F3}"/>
              </a:ext>
            </a:extLst>
          </p:cNvPr>
          <p:cNvSpPr txBox="1"/>
          <p:nvPr/>
        </p:nvSpPr>
        <p:spPr>
          <a:xfrm>
            <a:off x="512296" y="5412222"/>
            <a:ext cx="4553783" cy="923330"/>
          </a:xfrm>
          <a:prstGeom prst="rect">
            <a:avLst/>
          </a:prstGeom>
          <a:noFill/>
        </p:spPr>
        <p:txBody>
          <a:bodyPr wrap="square" rtlCol="0">
            <a:spAutoFit/>
          </a:bodyPr>
          <a:lstStyle/>
          <a:p>
            <a:r>
              <a:rPr lang="en-US"/>
              <a:t>Stage 1 – Migrate as Billing Only Order</a:t>
            </a:r>
          </a:p>
          <a:p>
            <a:r>
              <a:rPr lang="en-US"/>
              <a:t>Stage 2 – Migrate to EVPN DCA post ASA Program EVPN DCA Project</a:t>
            </a:r>
          </a:p>
        </p:txBody>
      </p:sp>
      <p:sp>
        <p:nvSpPr>
          <p:cNvPr id="4" name="TextBox 3">
            <a:extLst>
              <a:ext uri="{FF2B5EF4-FFF2-40B4-BE49-F238E27FC236}">
                <a16:creationId xmlns:a16="http://schemas.microsoft.com/office/drawing/2014/main" id="{C3A537B6-8371-F8C1-BD10-5807B3FA980C}"/>
              </a:ext>
            </a:extLst>
          </p:cNvPr>
          <p:cNvSpPr txBox="1"/>
          <p:nvPr/>
        </p:nvSpPr>
        <p:spPr>
          <a:xfrm>
            <a:off x="7013672" y="625533"/>
            <a:ext cx="1232002" cy="369332"/>
          </a:xfrm>
          <a:prstGeom prst="rect">
            <a:avLst/>
          </a:prstGeom>
          <a:solidFill>
            <a:schemeClr val="accent6"/>
          </a:solidFill>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r>
              <a:rPr lang="en-US" b="1"/>
              <a:t>Rejected</a:t>
            </a:r>
          </a:p>
        </p:txBody>
      </p:sp>
    </p:spTree>
    <p:extLst>
      <p:ext uri="{BB962C8B-B14F-4D97-AF65-F5344CB8AC3E}">
        <p14:creationId xmlns:p14="http://schemas.microsoft.com/office/powerpoint/2010/main" val="2250643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7470B-619B-07DA-BA6D-65C6C7625E43}"/>
              </a:ext>
            </a:extLst>
          </p:cNvPr>
          <p:cNvSpPr>
            <a:spLocks noGrp="1"/>
          </p:cNvSpPr>
          <p:nvPr>
            <p:ph type="title"/>
          </p:nvPr>
        </p:nvSpPr>
        <p:spPr/>
        <p:txBody>
          <a:bodyPr/>
          <a:lstStyle/>
          <a:p>
            <a:r>
              <a:rPr lang="en-US"/>
              <a:t>Ethernet VPN DCA Tactical migration approach</a:t>
            </a:r>
          </a:p>
        </p:txBody>
      </p:sp>
      <p:grpSp>
        <p:nvGrpSpPr>
          <p:cNvPr id="149" name="Group 148">
            <a:extLst>
              <a:ext uri="{FF2B5EF4-FFF2-40B4-BE49-F238E27FC236}">
                <a16:creationId xmlns:a16="http://schemas.microsoft.com/office/drawing/2014/main" id="{6CCE5AF0-D33B-5D34-FC4F-0094DE4370C7}"/>
              </a:ext>
            </a:extLst>
          </p:cNvPr>
          <p:cNvGrpSpPr/>
          <p:nvPr/>
        </p:nvGrpSpPr>
        <p:grpSpPr>
          <a:xfrm>
            <a:off x="144479" y="1411509"/>
            <a:ext cx="8469169" cy="4164714"/>
            <a:chOff x="144479" y="1226843"/>
            <a:chExt cx="8871505" cy="4349380"/>
          </a:xfrm>
        </p:grpSpPr>
        <p:sp>
          <p:nvSpPr>
            <p:cNvPr id="122" name="TextBox 121">
              <a:extLst>
                <a:ext uri="{FF2B5EF4-FFF2-40B4-BE49-F238E27FC236}">
                  <a16:creationId xmlns:a16="http://schemas.microsoft.com/office/drawing/2014/main" id="{8D67AA0E-1B7B-76E1-4962-B1EDA2894173}"/>
                </a:ext>
              </a:extLst>
            </p:cNvPr>
            <p:cNvSpPr txBox="1"/>
            <p:nvPr/>
          </p:nvSpPr>
          <p:spPr>
            <a:xfrm>
              <a:off x="1459729" y="2380640"/>
              <a:ext cx="1211058" cy="25391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50" b="1"/>
                <a:t>ASIA SIEBEL</a:t>
              </a:r>
            </a:p>
          </p:txBody>
        </p:sp>
        <p:grpSp>
          <p:nvGrpSpPr>
            <p:cNvPr id="148" name="Group 147">
              <a:extLst>
                <a:ext uri="{FF2B5EF4-FFF2-40B4-BE49-F238E27FC236}">
                  <a16:creationId xmlns:a16="http://schemas.microsoft.com/office/drawing/2014/main" id="{D8AB882B-FB7A-A762-AFC7-E27C266B5EE3}"/>
                </a:ext>
              </a:extLst>
            </p:cNvPr>
            <p:cNvGrpSpPr/>
            <p:nvPr/>
          </p:nvGrpSpPr>
          <p:grpSpPr>
            <a:xfrm>
              <a:off x="144479" y="1226843"/>
              <a:ext cx="8871505" cy="4349380"/>
              <a:chOff x="7319" y="278961"/>
              <a:chExt cx="11651916" cy="6175597"/>
            </a:xfrm>
          </p:grpSpPr>
          <p:sp>
            <p:nvSpPr>
              <p:cNvPr id="65" name="Rounded Rectangle 46">
                <a:extLst>
                  <a:ext uri="{FF2B5EF4-FFF2-40B4-BE49-F238E27FC236}">
                    <a16:creationId xmlns:a16="http://schemas.microsoft.com/office/drawing/2014/main" id="{77FA9C1A-A6DC-8FB7-F067-B636F6CFBBA4}"/>
                  </a:ext>
                </a:extLst>
              </p:cNvPr>
              <p:cNvSpPr/>
              <p:nvPr/>
            </p:nvSpPr>
            <p:spPr>
              <a:xfrm>
                <a:off x="9497698" y="5251546"/>
                <a:ext cx="487554" cy="307503"/>
              </a:xfrm>
              <a:prstGeom prst="round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66" name="Rounded Rectangle 46">
                <a:extLst>
                  <a:ext uri="{FF2B5EF4-FFF2-40B4-BE49-F238E27FC236}">
                    <a16:creationId xmlns:a16="http://schemas.microsoft.com/office/drawing/2014/main" id="{88CAB926-401A-1DA4-0E8C-FB32F0A0BF18}"/>
                  </a:ext>
                </a:extLst>
              </p:cNvPr>
              <p:cNvSpPr/>
              <p:nvPr/>
            </p:nvSpPr>
            <p:spPr>
              <a:xfrm>
                <a:off x="7452679" y="5251546"/>
                <a:ext cx="487554" cy="307503"/>
              </a:xfrm>
              <a:prstGeom prst="round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67" name="Rounded Rectangle 46">
                <a:extLst>
                  <a:ext uri="{FF2B5EF4-FFF2-40B4-BE49-F238E27FC236}">
                    <a16:creationId xmlns:a16="http://schemas.microsoft.com/office/drawing/2014/main" id="{F1C60E54-C000-C0E3-B6A3-7E8D86DC52DA}"/>
                  </a:ext>
                </a:extLst>
              </p:cNvPr>
              <p:cNvSpPr/>
              <p:nvPr/>
            </p:nvSpPr>
            <p:spPr>
              <a:xfrm>
                <a:off x="9492141" y="5918953"/>
                <a:ext cx="487554" cy="307503"/>
              </a:xfrm>
              <a:prstGeom prst="round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68" name="Rounded Rectangle 46">
                <a:extLst>
                  <a:ext uri="{FF2B5EF4-FFF2-40B4-BE49-F238E27FC236}">
                    <a16:creationId xmlns:a16="http://schemas.microsoft.com/office/drawing/2014/main" id="{D511B837-2305-268C-C43B-C645E978C44B}"/>
                  </a:ext>
                </a:extLst>
              </p:cNvPr>
              <p:cNvSpPr/>
              <p:nvPr/>
            </p:nvSpPr>
            <p:spPr>
              <a:xfrm>
                <a:off x="7447122" y="5918953"/>
                <a:ext cx="487554" cy="307503"/>
              </a:xfrm>
              <a:prstGeom prst="round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72" name="Straight Connector 71">
                <a:extLst>
                  <a:ext uri="{FF2B5EF4-FFF2-40B4-BE49-F238E27FC236}">
                    <a16:creationId xmlns:a16="http://schemas.microsoft.com/office/drawing/2014/main" id="{7E5B1E36-FAF4-A9AF-991D-9312158B811F}"/>
                  </a:ext>
                </a:extLst>
              </p:cNvPr>
              <p:cNvCxnSpPr>
                <a:stCxn id="66" idx="3"/>
                <a:endCxn id="65" idx="1"/>
              </p:cNvCxnSpPr>
              <p:nvPr/>
            </p:nvCxnSpPr>
            <p:spPr>
              <a:xfrm>
                <a:off x="7940233" y="5405298"/>
                <a:ext cx="1557465"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CCA70691-5DD4-EF3E-959B-65426D9ED4A0}"/>
                  </a:ext>
                </a:extLst>
              </p:cNvPr>
              <p:cNvCxnSpPr>
                <a:stCxn id="68" idx="3"/>
                <a:endCxn id="67" idx="1"/>
              </p:cNvCxnSpPr>
              <p:nvPr/>
            </p:nvCxnSpPr>
            <p:spPr>
              <a:xfrm>
                <a:off x="7934676" y="6072705"/>
                <a:ext cx="1557465"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6" name="TextBox 75">
                <a:extLst>
                  <a:ext uri="{FF2B5EF4-FFF2-40B4-BE49-F238E27FC236}">
                    <a16:creationId xmlns:a16="http://schemas.microsoft.com/office/drawing/2014/main" id="{11FC70DD-A30F-76CA-5E22-ADDAF2C5DB58}"/>
                  </a:ext>
                </a:extLst>
              </p:cNvPr>
              <p:cNvSpPr txBox="1"/>
              <p:nvPr/>
            </p:nvSpPr>
            <p:spPr>
              <a:xfrm>
                <a:off x="9982517" y="5108332"/>
                <a:ext cx="704245" cy="611808"/>
              </a:xfrm>
              <a:prstGeom prst="rect">
                <a:avLst/>
              </a:prstGeom>
              <a:solidFill>
                <a:schemeClr val="tx1">
                  <a:lumMod val="90000"/>
                  <a:lumOff val="10000"/>
                </a:schemeClr>
              </a:solidFill>
            </p:spPr>
            <p:txBody>
              <a:bodyPr wrap="square" rtlCol="0">
                <a:spAutoFit/>
              </a:bodyPr>
              <a:lstStyle/>
              <a:p>
                <a:r>
                  <a:rPr lang="en-US" sz="1100"/>
                  <a:t>DCA Site</a:t>
                </a:r>
              </a:p>
            </p:txBody>
          </p:sp>
          <p:sp>
            <p:nvSpPr>
              <p:cNvPr id="77" name="TextBox 76">
                <a:extLst>
                  <a:ext uri="{FF2B5EF4-FFF2-40B4-BE49-F238E27FC236}">
                    <a16:creationId xmlns:a16="http://schemas.microsoft.com/office/drawing/2014/main" id="{10BA8417-F604-DF48-5E2F-22230F868EF8}"/>
                  </a:ext>
                </a:extLst>
              </p:cNvPr>
              <p:cNvSpPr txBox="1"/>
              <p:nvPr/>
            </p:nvSpPr>
            <p:spPr>
              <a:xfrm>
                <a:off x="9982517" y="5702263"/>
                <a:ext cx="704245" cy="611808"/>
              </a:xfrm>
              <a:prstGeom prst="rect">
                <a:avLst/>
              </a:prstGeom>
              <a:solidFill>
                <a:schemeClr val="tx1">
                  <a:lumMod val="90000"/>
                  <a:lumOff val="10000"/>
                </a:schemeClr>
              </a:solidFill>
            </p:spPr>
            <p:txBody>
              <a:bodyPr wrap="square" rtlCol="0">
                <a:spAutoFit/>
              </a:bodyPr>
              <a:lstStyle/>
              <a:p>
                <a:r>
                  <a:rPr lang="en-US" sz="1100"/>
                  <a:t>DCA Site</a:t>
                </a:r>
              </a:p>
            </p:txBody>
          </p:sp>
          <p:sp>
            <p:nvSpPr>
              <p:cNvPr id="83" name="TextBox 82">
                <a:extLst>
                  <a:ext uri="{FF2B5EF4-FFF2-40B4-BE49-F238E27FC236}">
                    <a16:creationId xmlns:a16="http://schemas.microsoft.com/office/drawing/2014/main" id="{E171FC2B-3FE2-CE51-2A49-87B248464D68}"/>
                  </a:ext>
                </a:extLst>
              </p:cNvPr>
              <p:cNvSpPr txBox="1"/>
              <p:nvPr/>
            </p:nvSpPr>
            <p:spPr>
              <a:xfrm>
                <a:off x="7078183" y="5215435"/>
                <a:ext cx="321892" cy="369332"/>
              </a:xfrm>
              <a:prstGeom prst="rect">
                <a:avLst/>
              </a:prstGeom>
              <a:noFill/>
            </p:spPr>
            <p:txBody>
              <a:bodyPr wrap="square" rtlCol="0">
                <a:spAutoFit/>
              </a:bodyPr>
              <a:lstStyle/>
              <a:p>
                <a:r>
                  <a:rPr lang="en-US" sz="1100"/>
                  <a:t>B</a:t>
                </a:r>
              </a:p>
            </p:txBody>
          </p:sp>
          <p:sp>
            <p:nvSpPr>
              <p:cNvPr id="84" name="TextBox 83">
                <a:extLst>
                  <a:ext uri="{FF2B5EF4-FFF2-40B4-BE49-F238E27FC236}">
                    <a16:creationId xmlns:a16="http://schemas.microsoft.com/office/drawing/2014/main" id="{D7F675B1-A04C-A544-9672-4B827D92AF4D}"/>
                  </a:ext>
                </a:extLst>
              </p:cNvPr>
              <p:cNvSpPr txBox="1"/>
              <p:nvPr/>
            </p:nvSpPr>
            <p:spPr>
              <a:xfrm>
                <a:off x="7078183" y="5882005"/>
                <a:ext cx="321892" cy="369332"/>
              </a:xfrm>
              <a:prstGeom prst="rect">
                <a:avLst/>
              </a:prstGeom>
              <a:noFill/>
            </p:spPr>
            <p:txBody>
              <a:bodyPr wrap="square" rtlCol="0">
                <a:spAutoFit/>
              </a:bodyPr>
              <a:lstStyle/>
              <a:p>
                <a:r>
                  <a:rPr lang="en-US" sz="1100"/>
                  <a:t>C</a:t>
                </a:r>
              </a:p>
            </p:txBody>
          </p:sp>
          <p:sp>
            <p:nvSpPr>
              <p:cNvPr id="86" name="TextBox 85">
                <a:extLst>
                  <a:ext uri="{FF2B5EF4-FFF2-40B4-BE49-F238E27FC236}">
                    <a16:creationId xmlns:a16="http://schemas.microsoft.com/office/drawing/2014/main" id="{B0E27F46-BAB0-D8FB-4CA0-CD04A83A4384}"/>
                  </a:ext>
                </a:extLst>
              </p:cNvPr>
              <p:cNvSpPr txBox="1"/>
              <p:nvPr/>
            </p:nvSpPr>
            <p:spPr>
              <a:xfrm>
                <a:off x="8119680" y="5181703"/>
                <a:ext cx="1198571" cy="611808"/>
              </a:xfrm>
              <a:prstGeom prst="rect">
                <a:avLst/>
              </a:prstGeom>
              <a:solidFill>
                <a:schemeClr val="tx1">
                  <a:lumMod val="90000"/>
                  <a:lumOff val="10000"/>
                </a:schemeClr>
              </a:solidFill>
            </p:spPr>
            <p:txBody>
              <a:bodyPr wrap="square" rtlCol="0">
                <a:spAutoFit/>
              </a:bodyPr>
              <a:lstStyle/>
              <a:p>
                <a:r>
                  <a:rPr lang="en-US" sz="1100"/>
                  <a:t>Ethernet DCA</a:t>
                </a:r>
              </a:p>
            </p:txBody>
          </p:sp>
          <p:sp>
            <p:nvSpPr>
              <p:cNvPr id="87" name="TextBox 86">
                <a:extLst>
                  <a:ext uri="{FF2B5EF4-FFF2-40B4-BE49-F238E27FC236}">
                    <a16:creationId xmlns:a16="http://schemas.microsoft.com/office/drawing/2014/main" id="{40EC69FA-CFE8-88FA-649D-1D43BF0E6B32}"/>
                  </a:ext>
                </a:extLst>
              </p:cNvPr>
              <p:cNvSpPr txBox="1"/>
              <p:nvPr/>
            </p:nvSpPr>
            <p:spPr>
              <a:xfrm>
                <a:off x="8092010" y="5842750"/>
                <a:ext cx="1198571" cy="611808"/>
              </a:xfrm>
              <a:prstGeom prst="rect">
                <a:avLst/>
              </a:prstGeom>
              <a:solidFill>
                <a:schemeClr val="tx1">
                  <a:lumMod val="90000"/>
                  <a:lumOff val="10000"/>
                </a:schemeClr>
              </a:solidFill>
            </p:spPr>
            <p:txBody>
              <a:bodyPr wrap="square" rtlCol="0">
                <a:spAutoFit/>
              </a:bodyPr>
              <a:lstStyle/>
              <a:p>
                <a:r>
                  <a:rPr lang="en-US" sz="1100"/>
                  <a:t>Ethernet DCA</a:t>
                </a:r>
              </a:p>
            </p:txBody>
          </p:sp>
          <p:sp>
            <p:nvSpPr>
              <p:cNvPr id="89" name="Cross 88">
                <a:extLst>
                  <a:ext uri="{FF2B5EF4-FFF2-40B4-BE49-F238E27FC236}">
                    <a16:creationId xmlns:a16="http://schemas.microsoft.com/office/drawing/2014/main" id="{A1D50BA5-9069-2708-CC6B-BCA528D610A0}"/>
                  </a:ext>
                </a:extLst>
              </p:cNvPr>
              <p:cNvSpPr/>
              <p:nvPr/>
            </p:nvSpPr>
            <p:spPr>
              <a:xfrm>
                <a:off x="8449056" y="3632863"/>
                <a:ext cx="487554" cy="456519"/>
              </a:xfrm>
              <a:prstGeom prst="plus">
                <a:avLst/>
              </a:prstGeom>
              <a:solidFill>
                <a:schemeClr val="accent3">
                  <a:lumMod val="75000"/>
                  <a:lumOff val="25000"/>
                </a:schemeClr>
              </a:solidFill>
              <a:ln w="6344" cap="flat">
                <a:noFill/>
                <a:prstDash val="solid"/>
                <a:miter/>
              </a:ln>
            </p:spPr>
            <p:txBody>
              <a:bodyPr rtlCol="0" anchor="ctr"/>
              <a:lstStyle/>
              <a:p>
                <a:pPr algn="l"/>
                <a:endParaRPr lang="en-US" sz="1100"/>
              </a:p>
            </p:txBody>
          </p:sp>
          <p:sp>
            <p:nvSpPr>
              <p:cNvPr id="91" name="Arrow: Right 90">
                <a:extLst>
                  <a:ext uri="{FF2B5EF4-FFF2-40B4-BE49-F238E27FC236}">
                    <a16:creationId xmlns:a16="http://schemas.microsoft.com/office/drawing/2014/main" id="{35FBF0E6-9ED8-3F69-2BA4-4E5B0A91009A}"/>
                  </a:ext>
                </a:extLst>
              </p:cNvPr>
              <p:cNvSpPr/>
              <p:nvPr/>
            </p:nvSpPr>
            <p:spPr>
              <a:xfrm>
                <a:off x="5715000" y="3689710"/>
                <a:ext cx="1088136" cy="455673"/>
              </a:xfrm>
              <a:prstGeom prst="rightArrow">
                <a:avLst/>
              </a:prstGeom>
              <a:solidFill>
                <a:schemeClr val="accent3">
                  <a:lumMod val="75000"/>
                  <a:lumOff val="25000"/>
                </a:schemeClr>
              </a:solidFill>
              <a:ln w="6344" cap="flat">
                <a:noFill/>
                <a:prstDash val="solid"/>
                <a:miter/>
              </a:ln>
            </p:spPr>
            <p:txBody>
              <a:bodyPr rtlCol="0" anchor="ctr"/>
              <a:lstStyle/>
              <a:p>
                <a:pPr algn="l"/>
                <a:endParaRPr lang="en-US" sz="1100"/>
              </a:p>
            </p:txBody>
          </p:sp>
          <p:sp>
            <p:nvSpPr>
              <p:cNvPr id="123" name="TextBox 122">
                <a:extLst>
                  <a:ext uri="{FF2B5EF4-FFF2-40B4-BE49-F238E27FC236}">
                    <a16:creationId xmlns:a16="http://schemas.microsoft.com/office/drawing/2014/main" id="{CCAAD02F-464A-226C-C648-D4B3D1641D5F}"/>
                  </a:ext>
                </a:extLst>
              </p:cNvPr>
              <p:cNvSpPr txBox="1"/>
              <p:nvPr/>
            </p:nvSpPr>
            <p:spPr>
              <a:xfrm>
                <a:off x="7400075" y="278961"/>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100" b="1"/>
                  <a:t>GLOBAL SIEBEL</a:t>
                </a:r>
              </a:p>
            </p:txBody>
          </p:sp>
          <p:grpSp>
            <p:nvGrpSpPr>
              <p:cNvPr id="146" name="Group 145">
                <a:extLst>
                  <a:ext uri="{FF2B5EF4-FFF2-40B4-BE49-F238E27FC236}">
                    <a16:creationId xmlns:a16="http://schemas.microsoft.com/office/drawing/2014/main" id="{C9E65332-015F-7875-2730-2ED3C9880A28}"/>
                  </a:ext>
                </a:extLst>
              </p:cNvPr>
              <p:cNvGrpSpPr/>
              <p:nvPr/>
            </p:nvGrpSpPr>
            <p:grpSpPr>
              <a:xfrm>
                <a:off x="6404484" y="703833"/>
                <a:ext cx="5254751" cy="2924081"/>
                <a:chOff x="6404484" y="703833"/>
                <a:chExt cx="5254751" cy="2924081"/>
              </a:xfrm>
            </p:grpSpPr>
            <p:grpSp>
              <p:nvGrpSpPr>
                <p:cNvPr id="92" name="Group 91">
                  <a:extLst>
                    <a:ext uri="{FF2B5EF4-FFF2-40B4-BE49-F238E27FC236}">
                      <a16:creationId xmlns:a16="http://schemas.microsoft.com/office/drawing/2014/main" id="{8021BA98-8770-99DA-DDBE-9A096A01FD54}"/>
                    </a:ext>
                  </a:extLst>
                </p:cNvPr>
                <p:cNvGrpSpPr/>
                <p:nvPr/>
              </p:nvGrpSpPr>
              <p:grpSpPr>
                <a:xfrm>
                  <a:off x="6404484" y="703833"/>
                  <a:ext cx="5254751" cy="2924081"/>
                  <a:chOff x="52282" y="1984678"/>
                  <a:chExt cx="5254751" cy="2924081"/>
                </a:xfrm>
              </p:grpSpPr>
              <p:grpSp>
                <p:nvGrpSpPr>
                  <p:cNvPr id="102" name="Group 101">
                    <a:extLst>
                      <a:ext uri="{FF2B5EF4-FFF2-40B4-BE49-F238E27FC236}">
                        <a16:creationId xmlns:a16="http://schemas.microsoft.com/office/drawing/2014/main" id="{74965EDF-8A47-B006-C954-BFD136594EDE}"/>
                      </a:ext>
                    </a:extLst>
                  </p:cNvPr>
                  <p:cNvGrpSpPr/>
                  <p:nvPr/>
                </p:nvGrpSpPr>
                <p:grpSpPr>
                  <a:xfrm>
                    <a:off x="52282" y="2263140"/>
                    <a:ext cx="5254751" cy="2331720"/>
                    <a:chOff x="332232" y="2156083"/>
                    <a:chExt cx="7391399" cy="3322381"/>
                  </a:xfrm>
                </p:grpSpPr>
                <p:sp>
                  <p:nvSpPr>
                    <p:cNvPr id="104" name="Oval 103">
                      <a:extLst>
                        <a:ext uri="{FF2B5EF4-FFF2-40B4-BE49-F238E27FC236}">
                          <a16:creationId xmlns:a16="http://schemas.microsoft.com/office/drawing/2014/main" id="{0C0D553A-7849-C999-82A0-78EF30E91C01}"/>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05" name="Rounded Rectangle 9">
                      <a:extLst>
                        <a:ext uri="{FF2B5EF4-FFF2-40B4-BE49-F238E27FC236}">
                          <a16:creationId xmlns:a16="http://schemas.microsoft.com/office/drawing/2014/main" id="{FBE28E81-0DF3-5277-3ECE-0DD2B8813910}"/>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06" name="Rounded Rectangle 45">
                      <a:extLst>
                        <a:ext uri="{FF2B5EF4-FFF2-40B4-BE49-F238E27FC236}">
                          <a16:creationId xmlns:a16="http://schemas.microsoft.com/office/drawing/2014/main" id="{2C31D0FE-D31F-7079-6403-9BA52AF09C50}"/>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08" name="Rounded Rectangle 47">
                      <a:extLst>
                        <a:ext uri="{FF2B5EF4-FFF2-40B4-BE49-F238E27FC236}">
                          <a16:creationId xmlns:a16="http://schemas.microsoft.com/office/drawing/2014/main" id="{D6654846-1745-A965-A9E4-0580B1BFCEE0}"/>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09" name="Rounded Rectangle 48">
                      <a:extLst>
                        <a:ext uri="{FF2B5EF4-FFF2-40B4-BE49-F238E27FC236}">
                          <a16:creationId xmlns:a16="http://schemas.microsoft.com/office/drawing/2014/main" id="{4793F10F-2AA9-2588-0A52-19254934D927}"/>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110" name="Straight Connector 109">
                      <a:extLst>
                        <a:ext uri="{FF2B5EF4-FFF2-40B4-BE49-F238E27FC236}">
                          <a16:creationId xmlns:a16="http://schemas.microsoft.com/office/drawing/2014/main" id="{EDC00291-7A0B-5B3D-70B7-6F4FF143EBC5}"/>
                        </a:ext>
                      </a:extLst>
                    </p:cNvPr>
                    <p:cNvCxnSpPr>
                      <a:stCxn id="105" idx="3"/>
                      <a:endCxn id="104"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943CAD3C-DB88-7D71-0B1E-73C83666573C}"/>
                        </a:ext>
                      </a:extLst>
                    </p:cNvPr>
                    <p:cNvCxnSpPr>
                      <a:stCxn id="108"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5813B3-B335-E1EA-F051-CE8C96D8DE12}"/>
                        </a:ext>
                      </a:extLst>
                    </p:cNvPr>
                    <p:cNvCxnSpPr>
                      <a:stCxn id="104" idx="5"/>
                      <a:endCxn id="109"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21006A7-B52C-C53D-7895-E0EDC588389A}"/>
                        </a:ext>
                      </a:extLst>
                    </p:cNvPr>
                    <p:cNvCxnSpPr>
                      <a:endCxn id="106"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FD88A5A-6AEB-5C40-AA79-558602E085B0}"/>
                        </a:ext>
                      </a:extLst>
                    </p:cNvPr>
                    <p:cNvSpPr txBox="1"/>
                    <p:nvPr/>
                  </p:nvSpPr>
                  <p:spPr>
                    <a:xfrm>
                      <a:off x="2718235" y="3592763"/>
                      <a:ext cx="1576397" cy="52927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E-VPN</a:t>
                      </a:r>
                    </a:p>
                  </p:txBody>
                </p:sp>
                <p:sp>
                  <p:nvSpPr>
                    <p:cNvPr id="116" name="TextBox 115">
                      <a:extLst>
                        <a:ext uri="{FF2B5EF4-FFF2-40B4-BE49-F238E27FC236}">
                          <a16:creationId xmlns:a16="http://schemas.microsoft.com/office/drawing/2014/main" id="{AF0A154A-1A9F-C6BE-7780-265B9D4DF07A}"/>
                        </a:ext>
                      </a:extLst>
                    </p:cNvPr>
                    <p:cNvSpPr txBox="1"/>
                    <p:nvPr/>
                  </p:nvSpPr>
                  <p:spPr>
                    <a:xfrm>
                      <a:off x="332232" y="2156083"/>
                      <a:ext cx="1866901" cy="5292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117" name="TextBox 116">
                      <a:extLst>
                        <a:ext uri="{FF2B5EF4-FFF2-40B4-BE49-F238E27FC236}">
                          <a16:creationId xmlns:a16="http://schemas.microsoft.com/office/drawing/2014/main" id="{B11BF13A-AEAC-D59F-B4EA-0BC147D9E3DB}"/>
                        </a:ext>
                      </a:extLst>
                    </p:cNvPr>
                    <p:cNvSpPr txBox="1"/>
                    <p:nvPr/>
                  </p:nvSpPr>
                  <p:spPr>
                    <a:xfrm>
                      <a:off x="5542406" y="2241407"/>
                      <a:ext cx="2181225" cy="5292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119" name="Straight Arrow Connector 118">
                      <a:extLst>
                        <a:ext uri="{FF2B5EF4-FFF2-40B4-BE49-F238E27FC236}">
                          <a16:creationId xmlns:a16="http://schemas.microsoft.com/office/drawing/2014/main" id="{A8A8D6C5-A69B-55FD-2B2F-8F90787777A3}"/>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0892506-9C9C-A44C-0A96-F5617E8AEB23}"/>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EBC9AA7E-091E-49F0-455D-607A808276F1}"/>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4" name="TextBox 93">
                    <a:extLst>
                      <a:ext uri="{FF2B5EF4-FFF2-40B4-BE49-F238E27FC236}">
                        <a16:creationId xmlns:a16="http://schemas.microsoft.com/office/drawing/2014/main" id="{1F33B89A-00BE-9E48-050E-87D62D687A1D}"/>
                      </a:ext>
                    </a:extLst>
                  </p:cNvPr>
                  <p:cNvSpPr txBox="1"/>
                  <p:nvPr/>
                </p:nvSpPr>
                <p:spPr>
                  <a:xfrm>
                    <a:off x="2457885" y="1984678"/>
                    <a:ext cx="321892" cy="369332"/>
                  </a:xfrm>
                  <a:prstGeom prst="rect">
                    <a:avLst/>
                  </a:prstGeom>
                  <a:noFill/>
                </p:spPr>
                <p:txBody>
                  <a:bodyPr wrap="square" rtlCol="0">
                    <a:spAutoFit/>
                  </a:bodyPr>
                  <a:lstStyle/>
                  <a:p>
                    <a:r>
                      <a:rPr lang="en-US" sz="1100"/>
                      <a:t>A</a:t>
                    </a:r>
                  </a:p>
                </p:txBody>
              </p:sp>
              <p:sp>
                <p:nvSpPr>
                  <p:cNvPr id="95" name="TextBox 94">
                    <a:extLst>
                      <a:ext uri="{FF2B5EF4-FFF2-40B4-BE49-F238E27FC236}">
                        <a16:creationId xmlns:a16="http://schemas.microsoft.com/office/drawing/2014/main" id="{E727C854-4D36-A653-B4D5-86859E05E194}"/>
                      </a:ext>
                    </a:extLst>
                  </p:cNvPr>
                  <p:cNvSpPr txBox="1"/>
                  <p:nvPr/>
                </p:nvSpPr>
                <p:spPr>
                  <a:xfrm>
                    <a:off x="359041" y="2884186"/>
                    <a:ext cx="321892" cy="369332"/>
                  </a:xfrm>
                  <a:prstGeom prst="rect">
                    <a:avLst/>
                  </a:prstGeom>
                  <a:noFill/>
                </p:spPr>
                <p:txBody>
                  <a:bodyPr wrap="square" rtlCol="0">
                    <a:spAutoFit/>
                  </a:bodyPr>
                  <a:lstStyle/>
                  <a:p>
                    <a:r>
                      <a:rPr lang="en-US" sz="1100"/>
                      <a:t>B</a:t>
                    </a:r>
                  </a:p>
                </p:txBody>
              </p:sp>
              <p:sp>
                <p:nvSpPr>
                  <p:cNvPr id="96" name="TextBox 95">
                    <a:extLst>
                      <a:ext uri="{FF2B5EF4-FFF2-40B4-BE49-F238E27FC236}">
                        <a16:creationId xmlns:a16="http://schemas.microsoft.com/office/drawing/2014/main" id="{ED1FDA7B-D2D1-53DF-D195-8051ABB601D8}"/>
                      </a:ext>
                    </a:extLst>
                  </p:cNvPr>
                  <p:cNvSpPr txBox="1"/>
                  <p:nvPr/>
                </p:nvSpPr>
                <p:spPr>
                  <a:xfrm>
                    <a:off x="1162283" y="4539427"/>
                    <a:ext cx="321892" cy="369332"/>
                  </a:xfrm>
                  <a:prstGeom prst="rect">
                    <a:avLst/>
                  </a:prstGeom>
                  <a:noFill/>
                </p:spPr>
                <p:txBody>
                  <a:bodyPr wrap="square" rtlCol="0">
                    <a:spAutoFit/>
                  </a:bodyPr>
                  <a:lstStyle/>
                  <a:p>
                    <a:r>
                      <a:rPr lang="en-US" sz="1100"/>
                      <a:t>C</a:t>
                    </a:r>
                  </a:p>
                </p:txBody>
              </p:sp>
              <p:sp>
                <p:nvSpPr>
                  <p:cNvPr id="97" name="TextBox 96">
                    <a:extLst>
                      <a:ext uri="{FF2B5EF4-FFF2-40B4-BE49-F238E27FC236}">
                        <a16:creationId xmlns:a16="http://schemas.microsoft.com/office/drawing/2014/main" id="{417758AB-41CA-97EC-46DE-87C03DFDF012}"/>
                      </a:ext>
                    </a:extLst>
                  </p:cNvPr>
                  <p:cNvSpPr txBox="1"/>
                  <p:nvPr/>
                </p:nvSpPr>
                <p:spPr>
                  <a:xfrm>
                    <a:off x="3209413" y="4405694"/>
                    <a:ext cx="321892" cy="369332"/>
                  </a:xfrm>
                  <a:prstGeom prst="rect">
                    <a:avLst/>
                  </a:prstGeom>
                  <a:noFill/>
                </p:spPr>
                <p:txBody>
                  <a:bodyPr wrap="square" rtlCol="0">
                    <a:spAutoFit/>
                  </a:bodyPr>
                  <a:lstStyle/>
                  <a:p>
                    <a:r>
                      <a:rPr lang="en-US" sz="1100"/>
                      <a:t>D</a:t>
                    </a:r>
                  </a:p>
                </p:txBody>
              </p:sp>
            </p:grpSp>
            <p:grpSp>
              <p:nvGrpSpPr>
                <p:cNvPr id="145" name="Group 144">
                  <a:extLst>
                    <a:ext uri="{FF2B5EF4-FFF2-40B4-BE49-F238E27FC236}">
                      <a16:creationId xmlns:a16="http://schemas.microsoft.com/office/drawing/2014/main" id="{CC5B8210-FFB0-49AA-479D-BFF3B6D47029}"/>
                    </a:ext>
                  </a:extLst>
                </p:cNvPr>
                <p:cNvGrpSpPr/>
                <p:nvPr/>
              </p:nvGrpSpPr>
              <p:grpSpPr>
                <a:xfrm>
                  <a:off x="7690899" y="1603028"/>
                  <a:ext cx="1808032" cy="1116258"/>
                  <a:chOff x="7690899" y="1603028"/>
                  <a:chExt cx="1808032" cy="1116258"/>
                </a:xfrm>
              </p:grpSpPr>
              <p:sp>
                <p:nvSpPr>
                  <p:cNvPr id="129" name="Oval 128">
                    <a:extLst>
                      <a:ext uri="{FF2B5EF4-FFF2-40B4-BE49-F238E27FC236}">
                        <a16:creationId xmlns:a16="http://schemas.microsoft.com/office/drawing/2014/main" id="{2017F9F5-D3F4-D7E4-0E44-6C1DB2E62DC9}"/>
                      </a:ext>
                    </a:extLst>
                  </p:cNvPr>
                  <p:cNvSpPr/>
                  <p:nvPr/>
                </p:nvSpPr>
                <p:spPr>
                  <a:xfrm>
                    <a:off x="7931820" y="2539774"/>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30" name="Oval 129">
                    <a:extLst>
                      <a:ext uri="{FF2B5EF4-FFF2-40B4-BE49-F238E27FC236}">
                        <a16:creationId xmlns:a16="http://schemas.microsoft.com/office/drawing/2014/main" id="{5222D93B-D689-7BDC-9178-D628B3C35280}"/>
                      </a:ext>
                    </a:extLst>
                  </p:cNvPr>
                  <p:cNvSpPr/>
                  <p:nvPr/>
                </p:nvSpPr>
                <p:spPr>
                  <a:xfrm>
                    <a:off x="7690899" y="1723636"/>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31" name="Oval 130">
                    <a:extLst>
                      <a:ext uri="{FF2B5EF4-FFF2-40B4-BE49-F238E27FC236}">
                        <a16:creationId xmlns:a16="http://schemas.microsoft.com/office/drawing/2014/main" id="{05378D02-7E14-615D-AC00-8B72AB1F6132}"/>
                      </a:ext>
                    </a:extLst>
                  </p:cNvPr>
                  <p:cNvSpPr/>
                  <p:nvPr/>
                </p:nvSpPr>
                <p:spPr>
                  <a:xfrm>
                    <a:off x="8785222" y="1603028"/>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32" name="Oval 131">
                    <a:extLst>
                      <a:ext uri="{FF2B5EF4-FFF2-40B4-BE49-F238E27FC236}">
                        <a16:creationId xmlns:a16="http://schemas.microsoft.com/office/drawing/2014/main" id="{512B541F-17E6-1EC0-41FC-E936AF4D9216}"/>
                      </a:ext>
                    </a:extLst>
                  </p:cNvPr>
                  <p:cNvSpPr/>
                  <p:nvPr/>
                </p:nvSpPr>
                <p:spPr>
                  <a:xfrm>
                    <a:off x="9329991" y="2465036"/>
                    <a:ext cx="168940" cy="179512"/>
                  </a:xfrm>
                  <a:prstGeom prst="ellipse">
                    <a:avLst/>
                  </a:prstGeom>
                  <a:solidFill>
                    <a:srgbClr val="000000"/>
                  </a:solidFill>
                  <a:ln w="6344" cap="flat">
                    <a:noFill/>
                    <a:prstDash val="solid"/>
                    <a:miter/>
                  </a:ln>
                </p:spPr>
                <p:txBody>
                  <a:bodyPr rtlCol="0" anchor="ctr"/>
                  <a:lstStyle/>
                  <a:p>
                    <a:pPr algn="l"/>
                    <a:endParaRPr lang="en-US" sz="1100"/>
                  </a:p>
                </p:txBody>
              </p:sp>
            </p:grpSp>
          </p:grpSp>
          <p:grpSp>
            <p:nvGrpSpPr>
              <p:cNvPr id="144" name="Group 143">
                <a:extLst>
                  <a:ext uri="{FF2B5EF4-FFF2-40B4-BE49-F238E27FC236}">
                    <a16:creationId xmlns:a16="http://schemas.microsoft.com/office/drawing/2014/main" id="{2C7A5191-8C4D-ECFE-4386-F2DBE390438D}"/>
                  </a:ext>
                </a:extLst>
              </p:cNvPr>
              <p:cNvGrpSpPr/>
              <p:nvPr/>
            </p:nvGrpSpPr>
            <p:grpSpPr>
              <a:xfrm>
                <a:off x="7319" y="2534620"/>
                <a:ext cx="5308924" cy="3448778"/>
                <a:chOff x="7319" y="2534620"/>
                <a:chExt cx="5308924" cy="3448778"/>
              </a:xfrm>
            </p:grpSpPr>
            <p:grpSp>
              <p:nvGrpSpPr>
                <p:cNvPr id="90" name="Group 89">
                  <a:extLst>
                    <a:ext uri="{FF2B5EF4-FFF2-40B4-BE49-F238E27FC236}">
                      <a16:creationId xmlns:a16="http://schemas.microsoft.com/office/drawing/2014/main" id="{35DF78D9-4285-A602-C1AE-B11728EF3B38}"/>
                    </a:ext>
                  </a:extLst>
                </p:cNvPr>
                <p:cNvGrpSpPr/>
                <p:nvPr/>
              </p:nvGrpSpPr>
              <p:grpSpPr>
                <a:xfrm>
                  <a:off x="7319" y="2534620"/>
                  <a:ext cx="5308924" cy="2924081"/>
                  <a:chOff x="52282" y="1984678"/>
                  <a:chExt cx="5308924" cy="2924081"/>
                </a:xfrm>
              </p:grpSpPr>
              <p:grpSp>
                <p:nvGrpSpPr>
                  <p:cNvPr id="34" name="Group 33">
                    <a:extLst>
                      <a:ext uri="{FF2B5EF4-FFF2-40B4-BE49-F238E27FC236}">
                        <a16:creationId xmlns:a16="http://schemas.microsoft.com/office/drawing/2014/main" id="{44630AF8-7279-888E-AE08-86D132BA7DD8}"/>
                      </a:ext>
                    </a:extLst>
                  </p:cNvPr>
                  <p:cNvGrpSpPr/>
                  <p:nvPr/>
                </p:nvGrpSpPr>
                <p:grpSpPr>
                  <a:xfrm>
                    <a:off x="52282" y="2263140"/>
                    <a:ext cx="5308924" cy="2331720"/>
                    <a:chOff x="106455" y="2514600"/>
                    <a:chExt cx="5308924" cy="2331720"/>
                  </a:xfrm>
                </p:grpSpPr>
                <p:grpSp>
                  <p:nvGrpSpPr>
                    <p:cNvPr id="33" name="Group 32">
                      <a:extLst>
                        <a:ext uri="{FF2B5EF4-FFF2-40B4-BE49-F238E27FC236}">
                          <a16:creationId xmlns:a16="http://schemas.microsoft.com/office/drawing/2014/main" id="{10672186-2A46-773D-CFDA-A9E70CF90654}"/>
                        </a:ext>
                      </a:extLst>
                    </p:cNvPr>
                    <p:cNvGrpSpPr/>
                    <p:nvPr/>
                  </p:nvGrpSpPr>
                  <p:grpSpPr>
                    <a:xfrm>
                      <a:off x="106455" y="2514600"/>
                      <a:ext cx="5308924" cy="2331720"/>
                      <a:chOff x="106455" y="2514600"/>
                      <a:chExt cx="5308924" cy="2331720"/>
                    </a:xfrm>
                  </p:grpSpPr>
                  <p:grpSp>
                    <p:nvGrpSpPr>
                      <p:cNvPr id="25" name="Group 24">
                        <a:extLst>
                          <a:ext uri="{FF2B5EF4-FFF2-40B4-BE49-F238E27FC236}">
                            <a16:creationId xmlns:a16="http://schemas.microsoft.com/office/drawing/2014/main" id="{E2CBD97B-FC5A-EC0E-1260-C0BC62275E2A}"/>
                          </a:ext>
                        </a:extLst>
                      </p:cNvPr>
                      <p:cNvGrpSpPr/>
                      <p:nvPr/>
                    </p:nvGrpSpPr>
                    <p:grpSpPr>
                      <a:xfrm>
                        <a:off x="106455" y="2514600"/>
                        <a:ext cx="5254751" cy="2331720"/>
                        <a:chOff x="332232" y="2156083"/>
                        <a:chExt cx="7391399" cy="3322381"/>
                      </a:xfrm>
                    </p:grpSpPr>
                    <p:sp>
                      <p:nvSpPr>
                        <p:cNvPr id="3" name="Oval 2">
                          <a:extLst>
                            <a:ext uri="{FF2B5EF4-FFF2-40B4-BE49-F238E27FC236}">
                              <a16:creationId xmlns:a16="http://schemas.microsoft.com/office/drawing/2014/main" id="{C53C8A4B-4D27-A113-DC60-DB37006CA942}"/>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4" name="Rounded Rectangle 9">
                          <a:extLst>
                            <a:ext uri="{FF2B5EF4-FFF2-40B4-BE49-F238E27FC236}">
                              <a16:creationId xmlns:a16="http://schemas.microsoft.com/office/drawing/2014/main" id="{E6BD0E49-A3D3-CC9E-F677-E3E4FA5B1EEB}"/>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5" name="Rounded Rectangle 45">
                          <a:extLst>
                            <a:ext uri="{FF2B5EF4-FFF2-40B4-BE49-F238E27FC236}">
                              <a16:creationId xmlns:a16="http://schemas.microsoft.com/office/drawing/2014/main" id="{5B808AE2-81F5-FC51-0611-05F992645872}"/>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6" name="Rounded Rectangle 46">
                          <a:extLst>
                            <a:ext uri="{FF2B5EF4-FFF2-40B4-BE49-F238E27FC236}">
                              <a16:creationId xmlns:a16="http://schemas.microsoft.com/office/drawing/2014/main" id="{C16F9FD8-CB2D-C6ED-2CE6-B4DDA1CF71BB}"/>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7" name="Rounded Rectangle 47">
                          <a:extLst>
                            <a:ext uri="{FF2B5EF4-FFF2-40B4-BE49-F238E27FC236}">
                              <a16:creationId xmlns:a16="http://schemas.microsoft.com/office/drawing/2014/main" id="{AA6F2154-1D9C-1016-0C80-875AEA0A9511}"/>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8" name="Rounded Rectangle 48">
                          <a:extLst>
                            <a:ext uri="{FF2B5EF4-FFF2-40B4-BE49-F238E27FC236}">
                              <a16:creationId xmlns:a16="http://schemas.microsoft.com/office/drawing/2014/main" id="{DBCE7269-3779-75E0-8B4E-4F5AF50160D5}"/>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9" name="Straight Connector 8">
                          <a:extLst>
                            <a:ext uri="{FF2B5EF4-FFF2-40B4-BE49-F238E27FC236}">
                              <a16:creationId xmlns:a16="http://schemas.microsoft.com/office/drawing/2014/main" id="{A08C0A93-59B2-2501-6D87-3E876576C494}"/>
                            </a:ext>
                          </a:extLst>
                        </p:cNvPr>
                        <p:cNvCxnSpPr>
                          <a:stCxn id="4" idx="3"/>
                          <a:endCxn id="3"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3CB1E2-10E7-E319-FDE6-6DAC91E3AA37}"/>
                            </a:ext>
                          </a:extLst>
                        </p:cNvPr>
                        <p:cNvCxnSpPr>
                          <a:stCxn id="7"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98B456-6E88-B68A-6E45-A2EADF87C656}"/>
                            </a:ext>
                          </a:extLst>
                        </p:cNvPr>
                        <p:cNvCxnSpPr>
                          <a:stCxn id="6" idx="1"/>
                          <a:endCxn id="3"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942776D-A332-E302-5675-9B04946232DC}"/>
                            </a:ext>
                          </a:extLst>
                        </p:cNvPr>
                        <p:cNvCxnSpPr>
                          <a:stCxn id="3" idx="5"/>
                          <a:endCxn id="8"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EEB4D4B-7458-80F6-5825-9366F130FEE0}"/>
                            </a:ext>
                          </a:extLst>
                        </p:cNvPr>
                        <p:cNvCxnSpPr>
                          <a:endCxn id="5"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07FC1C4-F3DF-FEE1-6A98-C96A811D9E7D}"/>
                            </a:ext>
                          </a:extLst>
                        </p:cNvPr>
                        <p:cNvSpPr txBox="1"/>
                        <p:nvPr/>
                      </p:nvSpPr>
                      <p:spPr>
                        <a:xfrm>
                          <a:off x="2718235" y="3592763"/>
                          <a:ext cx="1576397" cy="52927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E-VPN</a:t>
                          </a:r>
                        </a:p>
                      </p:txBody>
                    </p:sp>
                    <p:sp>
                      <p:nvSpPr>
                        <p:cNvPr id="15" name="TextBox 14">
                          <a:extLst>
                            <a:ext uri="{FF2B5EF4-FFF2-40B4-BE49-F238E27FC236}">
                              <a16:creationId xmlns:a16="http://schemas.microsoft.com/office/drawing/2014/main" id="{3354411A-05FD-EA52-5EBD-4AC05D7ADB84}"/>
                            </a:ext>
                          </a:extLst>
                        </p:cNvPr>
                        <p:cNvSpPr txBox="1"/>
                        <p:nvPr/>
                      </p:nvSpPr>
                      <p:spPr>
                        <a:xfrm>
                          <a:off x="332232" y="2156083"/>
                          <a:ext cx="1866900" cy="5292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16" name="TextBox 15">
                          <a:extLst>
                            <a:ext uri="{FF2B5EF4-FFF2-40B4-BE49-F238E27FC236}">
                              <a16:creationId xmlns:a16="http://schemas.microsoft.com/office/drawing/2014/main" id="{CB8E0850-A53F-B04C-0D2D-AD98A977FC55}"/>
                            </a:ext>
                          </a:extLst>
                        </p:cNvPr>
                        <p:cNvSpPr txBox="1"/>
                        <p:nvPr/>
                      </p:nvSpPr>
                      <p:spPr>
                        <a:xfrm>
                          <a:off x="5542406" y="2241407"/>
                          <a:ext cx="2181225" cy="5292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17" name="Straight Arrow Connector 16">
                          <a:extLst>
                            <a:ext uri="{FF2B5EF4-FFF2-40B4-BE49-F238E27FC236}">
                              <a16:creationId xmlns:a16="http://schemas.microsoft.com/office/drawing/2014/main" id="{415CF26F-0095-4399-237D-93652684D327}"/>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04608FE-4B45-EBEB-2131-DD67F4E22550}"/>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C9D196C-E6EB-A938-C8F6-7C123730E573}"/>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50FAEF0-AB08-2BF4-6289-E47B99A57E08}"/>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F289BE0E-B469-082B-A679-0DA5210864BD}"/>
                          </a:ext>
                        </a:extLst>
                      </p:cNvPr>
                      <p:cNvSpPr txBox="1"/>
                      <p:nvPr/>
                    </p:nvSpPr>
                    <p:spPr>
                      <a:xfrm>
                        <a:off x="4711134" y="3391228"/>
                        <a:ext cx="704245" cy="611808"/>
                      </a:xfrm>
                      <a:prstGeom prst="rect">
                        <a:avLst/>
                      </a:prstGeom>
                      <a:noFill/>
                    </p:spPr>
                    <p:txBody>
                      <a:bodyPr wrap="square" rtlCol="0">
                        <a:spAutoFit/>
                      </a:bodyPr>
                      <a:lstStyle/>
                      <a:p>
                        <a:r>
                          <a:rPr lang="en-US" sz="1100"/>
                          <a:t>DCA Site</a:t>
                        </a:r>
                      </a:p>
                    </p:txBody>
                  </p:sp>
                </p:grpSp>
                <p:cxnSp>
                  <p:nvCxnSpPr>
                    <p:cNvPr id="28" name="Connector: Curved 27">
                      <a:extLst>
                        <a:ext uri="{FF2B5EF4-FFF2-40B4-BE49-F238E27FC236}">
                          <a16:creationId xmlns:a16="http://schemas.microsoft.com/office/drawing/2014/main" id="{9A705221-16E9-B65C-268C-A5C04F6D4ED2}"/>
                        </a:ext>
                      </a:extLst>
                    </p:cNvPr>
                    <p:cNvCxnSpPr>
                      <a:stCxn id="5" idx="0"/>
                      <a:endCxn id="6"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Connector: Curved 29">
                      <a:extLst>
                        <a:ext uri="{FF2B5EF4-FFF2-40B4-BE49-F238E27FC236}">
                          <a16:creationId xmlns:a16="http://schemas.microsoft.com/office/drawing/2014/main" id="{EC5A60CE-0027-0C47-182B-6123443B7683}"/>
                        </a:ext>
                      </a:extLst>
                    </p:cNvPr>
                    <p:cNvCxnSpPr>
                      <a:stCxn id="4" idx="2"/>
                      <a:endCxn id="6"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Connector: Curved 31">
                      <a:extLst>
                        <a:ext uri="{FF2B5EF4-FFF2-40B4-BE49-F238E27FC236}">
                          <a16:creationId xmlns:a16="http://schemas.microsoft.com/office/drawing/2014/main" id="{67EF47DB-6856-9567-85B3-7E3D10B3E389}"/>
                        </a:ext>
                      </a:extLst>
                    </p:cNvPr>
                    <p:cNvCxnSpPr>
                      <a:stCxn id="7" idx="2"/>
                      <a:endCxn id="6"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78" name="TextBox 77">
                    <a:extLst>
                      <a:ext uri="{FF2B5EF4-FFF2-40B4-BE49-F238E27FC236}">
                        <a16:creationId xmlns:a16="http://schemas.microsoft.com/office/drawing/2014/main" id="{74B9C2D3-CE6E-7629-518B-EC3EB8E097BE}"/>
                      </a:ext>
                    </a:extLst>
                  </p:cNvPr>
                  <p:cNvSpPr txBox="1"/>
                  <p:nvPr/>
                </p:nvSpPr>
                <p:spPr>
                  <a:xfrm>
                    <a:off x="2457885" y="1984678"/>
                    <a:ext cx="321892" cy="369332"/>
                  </a:xfrm>
                  <a:prstGeom prst="rect">
                    <a:avLst/>
                  </a:prstGeom>
                  <a:noFill/>
                </p:spPr>
                <p:txBody>
                  <a:bodyPr wrap="square" rtlCol="0">
                    <a:spAutoFit/>
                  </a:bodyPr>
                  <a:lstStyle/>
                  <a:p>
                    <a:r>
                      <a:rPr lang="en-US" sz="1100"/>
                      <a:t>A</a:t>
                    </a:r>
                  </a:p>
                </p:txBody>
              </p:sp>
              <p:sp>
                <p:nvSpPr>
                  <p:cNvPr id="79" name="TextBox 78">
                    <a:extLst>
                      <a:ext uri="{FF2B5EF4-FFF2-40B4-BE49-F238E27FC236}">
                        <a16:creationId xmlns:a16="http://schemas.microsoft.com/office/drawing/2014/main" id="{97377127-DBCA-B710-DFDC-DCF2290F5478}"/>
                      </a:ext>
                    </a:extLst>
                  </p:cNvPr>
                  <p:cNvSpPr txBox="1"/>
                  <p:nvPr/>
                </p:nvSpPr>
                <p:spPr>
                  <a:xfrm>
                    <a:off x="359041" y="2884186"/>
                    <a:ext cx="321892" cy="369332"/>
                  </a:xfrm>
                  <a:prstGeom prst="rect">
                    <a:avLst/>
                  </a:prstGeom>
                  <a:noFill/>
                </p:spPr>
                <p:txBody>
                  <a:bodyPr wrap="square" rtlCol="0">
                    <a:spAutoFit/>
                  </a:bodyPr>
                  <a:lstStyle/>
                  <a:p>
                    <a:r>
                      <a:rPr lang="en-US" sz="1100"/>
                      <a:t>B</a:t>
                    </a:r>
                  </a:p>
                </p:txBody>
              </p:sp>
              <p:sp>
                <p:nvSpPr>
                  <p:cNvPr id="80" name="TextBox 79">
                    <a:extLst>
                      <a:ext uri="{FF2B5EF4-FFF2-40B4-BE49-F238E27FC236}">
                        <a16:creationId xmlns:a16="http://schemas.microsoft.com/office/drawing/2014/main" id="{B1346697-6A24-CA47-381C-D04332D048B7}"/>
                      </a:ext>
                    </a:extLst>
                  </p:cNvPr>
                  <p:cNvSpPr txBox="1"/>
                  <p:nvPr/>
                </p:nvSpPr>
                <p:spPr>
                  <a:xfrm>
                    <a:off x="1162283" y="4539427"/>
                    <a:ext cx="321892" cy="369332"/>
                  </a:xfrm>
                  <a:prstGeom prst="rect">
                    <a:avLst/>
                  </a:prstGeom>
                  <a:noFill/>
                </p:spPr>
                <p:txBody>
                  <a:bodyPr wrap="square" rtlCol="0">
                    <a:spAutoFit/>
                  </a:bodyPr>
                  <a:lstStyle/>
                  <a:p>
                    <a:r>
                      <a:rPr lang="en-US" sz="1100"/>
                      <a:t>C</a:t>
                    </a:r>
                  </a:p>
                </p:txBody>
              </p:sp>
              <p:sp>
                <p:nvSpPr>
                  <p:cNvPr id="81" name="TextBox 80">
                    <a:extLst>
                      <a:ext uri="{FF2B5EF4-FFF2-40B4-BE49-F238E27FC236}">
                        <a16:creationId xmlns:a16="http://schemas.microsoft.com/office/drawing/2014/main" id="{C33DE1AB-26DF-FED0-6477-846FACEF4159}"/>
                      </a:ext>
                    </a:extLst>
                  </p:cNvPr>
                  <p:cNvSpPr txBox="1"/>
                  <p:nvPr/>
                </p:nvSpPr>
                <p:spPr>
                  <a:xfrm>
                    <a:off x="3209413" y="4405694"/>
                    <a:ext cx="321892" cy="369332"/>
                  </a:xfrm>
                  <a:prstGeom prst="rect">
                    <a:avLst/>
                  </a:prstGeom>
                  <a:noFill/>
                </p:spPr>
                <p:txBody>
                  <a:bodyPr wrap="square" rtlCol="0">
                    <a:spAutoFit/>
                  </a:bodyPr>
                  <a:lstStyle/>
                  <a:p>
                    <a:r>
                      <a:rPr lang="en-US" sz="1100"/>
                      <a:t>D</a:t>
                    </a:r>
                  </a:p>
                </p:txBody>
              </p:sp>
            </p:grpSp>
            <p:sp>
              <p:nvSpPr>
                <p:cNvPr id="124" name="Oval 123">
                  <a:extLst>
                    <a:ext uri="{FF2B5EF4-FFF2-40B4-BE49-F238E27FC236}">
                      <a16:creationId xmlns:a16="http://schemas.microsoft.com/office/drawing/2014/main" id="{9488F988-273A-DD9B-02AB-226B8BB34360}"/>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25" name="Oval 124">
                  <a:extLst>
                    <a:ext uri="{FF2B5EF4-FFF2-40B4-BE49-F238E27FC236}">
                      <a16:creationId xmlns:a16="http://schemas.microsoft.com/office/drawing/2014/main" id="{30445289-188E-BEA2-FCF8-633B2AC43B0E}"/>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26" name="Oval 125">
                  <a:extLst>
                    <a:ext uri="{FF2B5EF4-FFF2-40B4-BE49-F238E27FC236}">
                      <a16:creationId xmlns:a16="http://schemas.microsoft.com/office/drawing/2014/main" id="{5EE33721-1EC8-B02D-22F5-E35FAE11DF68}"/>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27" name="Oval 126">
                  <a:extLst>
                    <a:ext uri="{FF2B5EF4-FFF2-40B4-BE49-F238E27FC236}">
                      <a16:creationId xmlns:a16="http://schemas.microsoft.com/office/drawing/2014/main" id="{54CDAD09-58FB-726E-7FE8-421087E98EEB}"/>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28" name="Oval 127">
                  <a:extLst>
                    <a:ext uri="{FF2B5EF4-FFF2-40B4-BE49-F238E27FC236}">
                      <a16:creationId xmlns:a16="http://schemas.microsoft.com/office/drawing/2014/main" id="{40AC4D68-60A1-90E4-34D1-5DF4BBBA7DB5}"/>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33" name="TextBox 132">
                  <a:extLst>
                    <a:ext uri="{FF2B5EF4-FFF2-40B4-BE49-F238E27FC236}">
                      <a16:creationId xmlns:a16="http://schemas.microsoft.com/office/drawing/2014/main" id="{2E0B0C4F-5E35-C96D-3126-45F9BF7C4ACF}"/>
                    </a:ext>
                  </a:extLst>
                </p:cNvPr>
                <p:cNvSpPr txBox="1"/>
                <p:nvPr/>
              </p:nvSpPr>
              <p:spPr>
                <a:xfrm>
                  <a:off x="1630287" y="5371590"/>
                  <a:ext cx="1534163" cy="611808"/>
                </a:xfrm>
                <a:prstGeom prst="rect">
                  <a:avLst/>
                </a:prstGeom>
                <a:noFill/>
              </p:spPr>
              <p:txBody>
                <a:bodyPr wrap="square" rtlCol="0">
                  <a:spAutoFit/>
                </a:bodyPr>
                <a:lstStyle/>
                <a:p>
                  <a:r>
                    <a:rPr lang="en-US" sz="1100"/>
                    <a:t>EVPN Nodes (ARs)</a:t>
                  </a:r>
                </a:p>
              </p:txBody>
            </p:sp>
            <p:cxnSp>
              <p:nvCxnSpPr>
                <p:cNvPr id="135" name="Straight Arrow Connector 134">
                  <a:extLst>
                    <a:ext uri="{FF2B5EF4-FFF2-40B4-BE49-F238E27FC236}">
                      <a16:creationId xmlns:a16="http://schemas.microsoft.com/office/drawing/2014/main" id="{948B5D25-AC2B-A196-890F-1413955763D6}"/>
                    </a:ext>
                  </a:extLst>
                </p:cNvPr>
                <p:cNvCxnSpPr>
                  <a:cxnSpLocks/>
                  <a:stCxn id="133" idx="0"/>
                  <a:endCxn id="128" idx="3"/>
                </p:cNvCxnSpPr>
                <p:nvPr/>
              </p:nvCxnSpPr>
              <p:spPr>
                <a:xfrm flipV="1">
                  <a:off x="2397369" y="4427702"/>
                  <a:ext cx="560197" cy="9438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BEE01604-8B07-A6EB-95F4-04946BDCA4A3}"/>
                    </a:ext>
                  </a:extLst>
                </p:cNvPr>
                <p:cNvCxnSpPr>
                  <a:stCxn id="133" idx="0"/>
                  <a:endCxn id="125" idx="5"/>
                </p:cNvCxnSpPr>
                <p:nvPr/>
              </p:nvCxnSpPr>
              <p:spPr>
                <a:xfrm flipH="1" flipV="1">
                  <a:off x="1701334" y="4536699"/>
                  <a:ext cx="696035" cy="834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734964A9-7BFB-F15D-C6FD-C7D73D6AFEC2}"/>
                    </a:ext>
                  </a:extLst>
                </p:cNvPr>
                <p:cNvCxnSpPr>
                  <a:stCxn id="133" idx="0"/>
                  <a:endCxn id="124" idx="5"/>
                </p:cNvCxnSpPr>
                <p:nvPr/>
              </p:nvCxnSpPr>
              <p:spPr>
                <a:xfrm flipV="1">
                  <a:off x="2397369" y="4084432"/>
                  <a:ext cx="1004862" cy="128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7" name="Group 146">
                <a:extLst>
                  <a:ext uri="{FF2B5EF4-FFF2-40B4-BE49-F238E27FC236}">
                    <a16:creationId xmlns:a16="http://schemas.microsoft.com/office/drawing/2014/main" id="{3D77512C-7828-80C2-E908-27AAAB5F2E7D}"/>
                  </a:ext>
                </a:extLst>
              </p:cNvPr>
              <p:cNvGrpSpPr/>
              <p:nvPr/>
            </p:nvGrpSpPr>
            <p:grpSpPr>
              <a:xfrm>
                <a:off x="7189932" y="4425263"/>
                <a:ext cx="3496830" cy="659976"/>
                <a:chOff x="7189932" y="4425263"/>
                <a:chExt cx="3496830" cy="659976"/>
              </a:xfrm>
            </p:grpSpPr>
            <p:sp>
              <p:nvSpPr>
                <p:cNvPr id="62" name="Rounded Rectangle 46">
                  <a:extLst>
                    <a:ext uri="{FF2B5EF4-FFF2-40B4-BE49-F238E27FC236}">
                      <a16:creationId xmlns:a16="http://schemas.microsoft.com/office/drawing/2014/main" id="{9B978814-4E0A-D94C-E4AA-31C03C4F4490}"/>
                    </a:ext>
                  </a:extLst>
                </p:cNvPr>
                <p:cNvSpPr/>
                <p:nvPr/>
              </p:nvSpPr>
              <p:spPr>
                <a:xfrm>
                  <a:off x="9498104" y="4594860"/>
                  <a:ext cx="487554" cy="30750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70" name="Straight Connector 69">
                  <a:extLst>
                    <a:ext uri="{FF2B5EF4-FFF2-40B4-BE49-F238E27FC236}">
                      <a16:creationId xmlns:a16="http://schemas.microsoft.com/office/drawing/2014/main" id="{B1E00B15-CCA1-0E91-988F-EE7673F347A3}"/>
                    </a:ext>
                  </a:extLst>
                </p:cNvPr>
                <p:cNvCxnSpPr>
                  <a:cxnSpLocks/>
                  <a:stCxn id="141" idx="6"/>
                  <a:endCxn id="62" idx="1"/>
                </p:cNvCxnSpPr>
                <p:nvPr/>
              </p:nvCxnSpPr>
              <p:spPr>
                <a:xfrm>
                  <a:off x="7810778" y="4747544"/>
                  <a:ext cx="1687326" cy="10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5" name="TextBox 74">
                  <a:extLst>
                    <a:ext uri="{FF2B5EF4-FFF2-40B4-BE49-F238E27FC236}">
                      <a16:creationId xmlns:a16="http://schemas.microsoft.com/office/drawing/2014/main" id="{119F196A-0886-3EB0-9C6E-AD2B3D7F97F1}"/>
                    </a:ext>
                  </a:extLst>
                </p:cNvPr>
                <p:cNvSpPr txBox="1"/>
                <p:nvPr/>
              </p:nvSpPr>
              <p:spPr>
                <a:xfrm>
                  <a:off x="9982517" y="4425263"/>
                  <a:ext cx="704245" cy="611808"/>
                </a:xfrm>
                <a:prstGeom prst="rect">
                  <a:avLst/>
                </a:prstGeom>
                <a:noFill/>
              </p:spPr>
              <p:txBody>
                <a:bodyPr wrap="square" rtlCol="0">
                  <a:spAutoFit/>
                </a:bodyPr>
                <a:lstStyle/>
                <a:p>
                  <a:r>
                    <a:rPr lang="en-US" sz="1100"/>
                    <a:t>DCA Site</a:t>
                  </a:r>
                </a:p>
              </p:txBody>
            </p:sp>
            <p:sp>
              <p:nvSpPr>
                <p:cNvPr id="82" name="TextBox 81">
                  <a:extLst>
                    <a:ext uri="{FF2B5EF4-FFF2-40B4-BE49-F238E27FC236}">
                      <a16:creationId xmlns:a16="http://schemas.microsoft.com/office/drawing/2014/main" id="{3265E400-D2AA-8D2C-E023-E062640C880F}"/>
                    </a:ext>
                  </a:extLst>
                </p:cNvPr>
                <p:cNvSpPr txBox="1"/>
                <p:nvPr/>
              </p:nvSpPr>
              <p:spPr>
                <a:xfrm>
                  <a:off x="7189932" y="4568315"/>
                  <a:ext cx="530919" cy="369332"/>
                </a:xfrm>
                <a:prstGeom prst="rect">
                  <a:avLst/>
                </a:prstGeom>
                <a:noFill/>
              </p:spPr>
              <p:txBody>
                <a:bodyPr wrap="square" rtlCol="0">
                  <a:spAutoFit/>
                </a:bodyPr>
                <a:lstStyle/>
                <a:p>
                  <a:r>
                    <a:rPr lang="en-US" sz="1100"/>
                    <a:t>AR</a:t>
                  </a:r>
                </a:p>
              </p:txBody>
            </p:sp>
            <p:sp>
              <p:nvSpPr>
                <p:cNvPr id="85" name="TextBox 84">
                  <a:extLst>
                    <a:ext uri="{FF2B5EF4-FFF2-40B4-BE49-F238E27FC236}">
                      <a16:creationId xmlns:a16="http://schemas.microsoft.com/office/drawing/2014/main" id="{D3D56F97-985E-2B82-651E-9FA21200AAEB}"/>
                    </a:ext>
                  </a:extLst>
                </p:cNvPr>
                <p:cNvSpPr txBox="1"/>
                <p:nvPr/>
              </p:nvSpPr>
              <p:spPr>
                <a:xfrm>
                  <a:off x="8119680" y="4473431"/>
                  <a:ext cx="1198571" cy="611808"/>
                </a:xfrm>
                <a:prstGeom prst="rect">
                  <a:avLst/>
                </a:prstGeom>
                <a:noFill/>
              </p:spPr>
              <p:txBody>
                <a:bodyPr wrap="square" rtlCol="0">
                  <a:spAutoFit/>
                </a:bodyPr>
                <a:lstStyle/>
                <a:p>
                  <a:r>
                    <a:rPr lang="en-US" sz="1100"/>
                    <a:t>Ethernet DCA</a:t>
                  </a:r>
                </a:p>
              </p:txBody>
            </p:sp>
            <p:sp>
              <p:nvSpPr>
                <p:cNvPr id="141" name="Oval 140">
                  <a:extLst>
                    <a:ext uri="{FF2B5EF4-FFF2-40B4-BE49-F238E27FC236}">
                      <a16:creationId xmlns:a16="http://schemas.microsoft.com/office/drawing/2014/main" id="{43771746-EA4F-17CD-180B-CE9D7E25340C}"/>
                    </a:ext>
                  </a:extLst>
                </p:cNvPr>
                <p:cNvSpPr/>
                <p:nvPr/>
              </p:nvSpPr>
              <p:spPr>
                <a:xfrm>
                  <a:off x="7641838" y="4657788"/>
                  <a:ext cx="168940" cy="179512"/>
                </a:xfrm>
                <a:prstGeom prst="ellipse">
                  <a:avLst/>
                </a:prstGeom>
                <a:solidFill>
                  <a:srgbClr val="000000"/>
                </a:solidFill>
                <a:ln w="6344" cap="flat">
                  <a:noFill/>
                  <a:prstDash val="solid"/>
                  <a:miter/>
                </a:ln>
              </p:spPr>
              <p:txBody>
                <a:bodyPr rtlCol="0" anchor="ctr"/>
                <a:lstStyle/>
                <a:p>
                  <a:pPr algn="l"/>
                  <a:endParaRPr lang="en-US" sz="1100"/>
                </a:p>
              </p:txBody>
            </p:sp>
          </p:grpSp>
        </p:grpSp>
      </p:grpSp>
      <p:sp>
        <p:nvSpPr>
          <p:cNvPr id="143" name="TextBox 142">
            <a:extLst>
              <a:ext uri="{FF2B5EF4-FFF2-40B4-BE49-F238E27FC236}">
                <a16:creationId xmlns:a16="http://schemas.microsoft.com/office/drawing/2014/main" id="{3B04AD5C-7C97-7D0B-222A-9C2D82AB8B71}"/>
              </a:ext>
            </a:extLst>
          </p:cNvPr>
          <p:cNvSpPr txBox="1"/>
          <p:nvPr/>
        </p:nvSpPr>
        <p:spPr>
          <a:xfrm>
            <a:off x="512297" y="1042177"/>
            <a:ext cx="2222517" cy="369332"/>
          </a:xfrm>
          <a:prstGeom prst="rect">
            <a:avLst/>
          </a:prstGeom>
          <a:noFill/>
        </p:spPr>
        <p:txBody>
          <a:bodyPr wrap="square" rtlCol="0">
            <a:spAutoFit/>
          </a:bodyPr>
          <a:lstStyle/>
          <a:p>
            <a:r>
              <a:rPr lang="en-US" sz="1600"/>
              <a:t>Option</a:t>
            </a:r>
            <a:r>
              <a:rPr lang="en-US"/>
              <a:t> 3</a:t>
            </a:r>
          </a:p>
        </p:txBody>
      </p:sp>
      <p:sp>
        <p:nvSpPr>
          <p:cNvPr id="150" name="Arrow: Right 149">
            <a:extLst>
              <a:ext uri="{FF2B5EF4-FFF2-40B4-BE49-F238E27FC236}">
                <a16:creationId xmlns:a16="http://schemas.microsoft.com/office/drawing/2014/main" id="{CF902986-5D48-17AE-7827-3845F3335531}"/>
              </a:ext>
            </a:extLst>
          </p:cNvPr>
          <p:cNvSpPr/>
          <p:nvPr/>
        </p:nvSpPr>
        <p:spPr>
          <a:xfrm>
            <a:off x="8095495" y="3514785"/>
            <a:ext cx="790909" cy="307298"/>
          </a:xfrm>
          <a:prstGeom prst="rightArrow">
            <a:avLst/>
          </a:prstGeom>
          <a:solidFill>
            <a:schemeClr val="accent3">
              <a:lumMod val="75000"/>
              <a:lumOff val="25000"/>
            </a:schemeClr>
          </a:solidFill>
          <a:ln w="6344" cap="flat">
            <a:noFill/>
            <a:prstDash val="solid"/>
            <a:miter/>
          </a:ln>
        </p:spPr>
        <p:txBody>
          <a:bodyPr rtlCol="0" anchor="ctr"/>
          <a:lstStyle/>
          <a:p>
            <a:pPr algn="l"/>
            <a:endParaRPr lang="en-US" sz="1100"/>
          </a:p>
        </p:txBody>
      </p:sp>
      <p:grpSp>
        <p:nvGrpSpPr>
          <p:cNvPr id="151" name="Group 150">
            <a:extLst>
              <a:ext uri="{FF2B5EF4-FFF2-40B4-BE49-F238E27FC236}">
                <a16:creationId xmlns:a16="http://schemas.microsoft.com/office/drawing/2014/main" id="{5E16C7EE-1A95-AA7C-8CD5-166BC0A25700}"/>
              </a:ext>
            </a:extLst>
          </p:cNvPr>
          <p:cNvGrpSpPr/>
          <p:nvPr/>
        </p:nvGrpSpPr>
        <p:grpSpPr>
          <a:xfrm>
            <a:off x="8803140" y="2305632"/>
            <a:ext cx="3186255" cy="2547954"/>
            <a:chOff x="7319" y="2534620"/>
            <a:chExt cx="5308924" cy="3363576"/>
          </a:xfrm>
        </p:grpSpPr>
        <p:grpSp>
          <p:nvGrpSpPr>
            <p:cNvPr id="152" name="Group 151">
              <a:extLst>
                <a:ext uri="{FF2B5EF4-FFF2-40B4-BE49-F238E27FC236}">
                  <a16:creationId xmlns:a16="http://schemas.microsoft.com/office/drawing/2014/main" id="{6BAA6F83-B779-7AC5-D9A2-D790BD6998D3}"/>
                </a:ext>
              </a:extLst>
            </p:cNvPr>
            <p:cNvGrpSpPr/>
            <p:nvPr/>
          </p:nvGrpSpPr>
          <p:grpSpPr>
            <a:xfrm>
              <a:off x="7319" y="2534620"/>
              <a:ext cx="5308924" cy="2874474"/>
              <a:chOff x="52282" y="1984678"/>
              <a:chExt cx="5308924" cy="2874474"/>
            </a:xfrm>
          </p:grpSpPr>
          <p:grpSp>
            <p:nvGrpSpPr>
              <p:cNvPr id="162" name="Group 161">
                <a:extLst>
                  <a:ext uri="{FF2B5EF4-FFF2-40B4-BE49-F238E27FC236}">
                    <a16:creationId xmlns:a16="http://schemas.microsoft.com/office/drawing/2014/main" id="{F19CFE8E-5E4E-3A43-10F2-D577F82331D0}"/>
                  </a:ext>
                </a:extLst>
              </p:cNvPr>
              <p:cNvGrpSpPr/>
              <p:nvPr/>
            </p:nvGrpSpPr>
            <p:grpSpPr>
              <a:xfrm>
                <a:off x="52282" y="2263140"/>
                <a:ext cx="5308924" cy="2331720"/>
                <a:chOff x="106455" y="2514600"/>
                <a:chExt cx="5308924" cy="2331720"/>
              </a:xfrm>
            </p:grpSpPr>
            <p:grpSp>
              <p:nvGrpSpPr>
                <p:cNvPr id="167" name="Group 166">
                  <a:extLst>
                    <a:ext uri="{FF2B5EF4-FFF2-40B4-BE49-F238E27FC236}">
                      <a16:creationId xmlns:a16="http://schemas.microsoft.com/office/drawing/2014/main" id="{6C7DDA8A-FC57-143F-0236-F4D7F5DFE3F7}"/>
                    </a:ext>
                  </a:extLst>
                </p:cNvPr>
                <p:cNvGrpSpPr/>
                <p:nvPr/>
              </p:nvGrpSpPr>
              <p:grpSpPr>
                <a:xfrm>
                  <a:off x="106455" y="2514600"/>
                  <a:ext cx="5308924" cy="2331720"/>
                  <a:chOff x="106455" y="2514600"/>
                  <a:chExt cx="5308924" cy="2331720"/>
                </a:xfrm>
              </p:grpSpPr>
              <p:grpSp>
                <p:nvGrpSpPr>
                  <p:cNvPr id="171" name="Group 170">
                    <a:extLst>
                      <a:ext uri="{FF2B5EF4-FFF2-40B4-BE49-F238E27FC236}">
                        <a16:creationId xmlns:a16="http://schemas.microsoft.com/office/drawing/2014/main" id="{7A8034EB-8A61-478D-63E8-7001E655A1CA}"/>
                      </a:ext>
                    </a:extLst>
                  </p:cNvPr>
                  <p:cNvGrpSpPr/>
                  <p:nvPr/>
                </p:nvGrpSpPr>
                <p:grpSpPr>
                  <a:xfrm>
                    <a:off x="106455" y="2514600"/>
                    <a:ext cx="5254751" cy="2331720"/>
                    <a:chOff x="332232" y="2156083"/>
                    <a:chExt cx="7391399" cy="3322381"/>
                  </a:xfrm>
                </p:grpSpPr>
                <p:sp>
                  <p:nvSpPr>
                    <p:cNvPr id="173" name="Oval 172">
                      <a:extLst>
                        <a:ext uri="{FF2B5EF4-FFF2-40B4-BE49-F238E27FC236}">
                          <a16:creationId xmlns:a16="http://schemas.microsoft.com/office/drawing/2014/main" id="{D001D4E0-8B31-EA29-106A-C3C33E6BC755}"/>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74" name="Rounded Rectangle 9">
                      <a:extLst>
                        <a:ext uri="{FF2B5EF4-FFF2-40B4-BE49-F238E27FC236}">
                          <a16:creationId xmlns:a16="http://schemas.microsoft.com/office/drawing/2014/main" id="{3AC96AF7-DFD1-1114-A44E-F0C5B1F27B03}"/>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75" name="Rounded Rectangle 45">
                      <a:extLst>
                        <a:ext uri="{FF2B5EF4-FFF2-40B4-BE49-F238E27FC236}">
                          <a16:creationId xmlns:a16="http://schemas.microsoft.com/office/drawing/2014/main" id="{FB4822E2-001A-2DEA-E828-442EAC6C2438}"/>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76" name="Rounded Rectangle 46">
                      <a:extLst>
                        <a:ext uri="{FF2B5EF4-FFF2-40B4-BE49-F238E27FC236}">
                          <a16:creationId xmlns:a16="http://schemas.microsoft.com/office/drawing/2014/main" id="{9ECF286D-3C79-F359-76B0-9A12D3E6729C}"/>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77" name="Rounded Rectangle 47">
                      <a:extLst>
                        <a:ext uri="{FF2B5EF4-FFF2-40B4-BE49-F238E27FC236}">
                          <a16:creationId xmlns:a16="http://schemas.microsoft.com/office/drawing/2014/main" id="{DF6012DC-2000-331C-749F-B3C09C61219C}"/>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178" name="Rounded Rectangle 48">
                      <a:extLst>
                        <a:ext uri="{FF2B5EF4-FFF2-40B4-BE49-F238E27FC236}">
                          <a16:creationId xmlns:a16="http://schemas.microsoft.com/office/drawing/2014/main" id="{CAB382A7-0D24-64E9-BCD8-0DCC08E58709}"/>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179" name="Straight Connector 178">
                      <a:extLst>
                        <a:ext uri="{FF2B5EF4-FFF2-40B4-BE49-F238E27FC236}">
                          <a16:creationId xmlns:a16="http://schemas.microsoft.com/office/drawing/2014/main" id="{BC896E65-3E46-313B-3B8C-0ED3F6834039}"/>
                        </a:ext>
                      </a:extLst>
                    </p:cNvPr>
                    <p:cNvCxnSpPr>
                      <a:stCxn id="174" idx="3"/>
                      <a:endCxn id="173"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922EC90E-A844-ECE6-2034-D1FB70058A2C}"/>
                        </a:ext>
                      </a:extLst>
                    </p:cNvPr>
                    <p:cNvCxnSpPr>
                      <a:stCxn id="177"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8EB3E755-A61D-5665-7D4C-E85533419DE9}"/>
                        </a:ext>
                      </a:extLst>
                    </p:cNvPr>
                    <p:cNvCxnSpPr>
                      <a:stCxn id="176" idx="1"/>
                      <a:endCxn id="173"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9771666A-E8C7-E31C-D0AC-F22B9CCA675D}"/>
                        </a:ext>
                      </a:extLst>
                    </p:cNvPr>
                    <p:cNvCxnSpPr>
                      <a:stCxn id="173" idx="5"/>
                      <a:endCxn id="178"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D1B06A4E-887B-1E16-EA73-D53DD39A1DFC}"/>
                        </a:ext>
                      </a:extLst>
                    </p:cNvPr>
                    <p:cNvCxnSpPr>
                      <a:endCxn id="175"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63C9E6D2-3A8C-9869-0232-C7B7049AFEFB}"/>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E-VPN</a:t>
                      </a:r>
                    </a:p>
                  </p:txBody>
                </p:sp>
                <p:sp>
                  <p:nvSpPr>
                    <p:cNvPr id="185" name="TextBox 184">
                      <a:extLst>
                        <a:ext uri="{FF2B5EF4-FFF2-40B4-BE49-F238E27FC236}">
                          <a16:creationId xmlns:a16="http://schemas.microsoft.com/office/drawing/2014/main" id="{6C5C7DD0-C528-3325-8740-86D738C6429F}"/>
                        </a:ext>
                      </a:extLst>
                    </p:cNvPr>
                    <p:cNvSpPr txBox="1"/>
                    <p:nvPr/>
                  </p:nvSpPr>
                  <p:spPr>
                    <a:xfrm>
                      <a:off x="332232" y="2156083"/>
                      <a:ext cx="1866900" cy="7503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186" name="TextBox 185">
                      <a:extLst>
                        <a:ext uri="{FF2B5EF4-FFF2-40B4-BE49-F238E27FC236}">
                          <a16:creationId xmlns:a16="http://schemas.microsoft.com/office/drawing/2014/main" id="{87D0107B-FD9B-F955-5DD0-B2E8E51099F6}"/>
                        </a:ext>
                      </a:extLst>
                    </p:cNvPr>
                    <p:cNvSpPr txBox="1"/>
                    <p:nvPr/>
                  </p:nvSpPr>
                  <p:spPr>
                    <a:xfrm>
                      <a:off x="5542406" y="2241406"/>
                      <a:ext cx="2181225" cy="455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187" name="Straight Arrow Connector 186">
                      <a:extLst>
                        <a:ext uri="{FF2B5EF4-FFF2-40B4-BE49-F238E27FC236}">
                          <a16:creationId xmlns:a16="http://schemas.microsoft.com/office/drawing/2014/main" id="{457C598B-4ECA-837B-ECBE-10CB58191512}"/>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FFF6F20C-ED6E-0A08-449E-7CE051ECFBDA}"/>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97D001CB-F604-AC06-3C6B-F2041BB20534}"/>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D4ABAB2B-3574-3213-BB63-0A104D9A1038}"/>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2" name="TextBox 171">
                    <a:extLst>
                      <a:ext uri="{FF2B5EF4-FFF2-40B4-BE49-F238E27FC236}">
                        <a16:creationId xmlns:a16="http://schemas.microsoft.com/office/drawing/2014/main" id="{077D2009-1022-4988-A18C-D3AA0D72A4F3}"/>
                      </a:ext>
                    </a:extLst>
                  </p:cNvPr>
                  <p:cNvSpPr txBox="1"/>
                  <p:nvPr/>
                </p:nvSpPr>
                <p:spPr>
                  <a:xfrm>
                    <a:off x="4711135" y="3391228"/>
                    <a:ext cx="704244" cy="733488"/>
                  </a:xfrm>
                  <a:prstGeom prst="rect">
                    <a:avLst/>
                  </a:prstGeom>
                  <a:noFill/>
                </p:spPr>
                <p:txBody>
                  <a:bodyPr wrap="square" rtlCol="0">
                    <a:spAutoFit/>
                  </a:bodyPr>
                  <a:lstStyle/>
                  <a:p>
                    <a:r>
                      <a:rPr lang="en-US" sz="1100"/>
                      <a:t>DCA Site</a:t>
                    </a:r>
                  </a:p>
                </p:txBody>
              </p:sp>
            </p:grpSp>
            <p:cxnSp>
              <p:nvCxnSpPr>
                <p:cNvPr id="168" name="Connector: Curved 167">
                  <a:extLst>
                    <a:ext uri="{FF2B5EF4-FFF2-40B4-BE49-F238E27FC236}">
                      <a16:creationId xmlns:a16="http://schemas.microsoft.com/office/drawing/2014/main" id="{CD6EE6B5-F8CF-5985-06DC-141D4BBF9484}"/>
                    </a:ext>
                  </a:extLst>
                </p:cNvPr>
                <p:cNvCxnSpPr>
                  <a:stCxn id="175" idx="0"/>
                  <a:endCxn id="176"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9" name="Connector: Curved 168">
                  <a:extLst>
                    <a:ext uri="{FF2B5EF4-FFF2-40B4-BE49-F238E27FC236}">
                      <a16:creationId xmlns:a16="http://schemas.microsoft.com/office/drawing/2014/main" id="{6CDF0F70-F541-3EF3-8F71-D8904DB2A0BB}"/>
                    </a:ext>
                  </a:extLst>
                </p:cNvPr>
                <p:cNvCxnSpPr>
                  <a:stCxn id="174" idx="2"/>
                  <a:endCxn id="176"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0" name="Connector: Curved 169">
                  <a:extLst>
                    <a:ext uri="{FF2B5EF4-FFF2-40B4-BE49-F238E27FC236}">
                      <a16:creationId xmlns:a16="http://schemas.microsoft.com/office/drawing/2014/main" id="{D2637275-E929-1ECD-3617-DA5C7DA551A6}"/>
                    </a:ext>
                  </a:extLst>
                </p:cNvPr>
                <p:cNvCxnSpPr>
                  <a:stCxn id="177" idx="2"/>
                  <a:endCxn id="176"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63" name="TextBox 162">
                <a:extLst>
                  <a:ext uri="{FF2B5EF4-FFF2-40B4-BE49-F238E27FC236}">
                    <a16:creationId xmlns:a16="http://schemas.microsoft.com/office/drawing/2014/main" id="{E5058FD5-C913-B239-AA72-A4F4E701C3F3}"/>
                  </a:ext>
                </a:extLst>
              </p:cNvPr>
              <p:cNvSpPr txBox="1"/>
              <p:nvPr/>
            </p:nvSpPr>
            <p:spPr>
              <a:xfrm>
                <a:off x="2457884" y="1984678"/>
                <a:ext cx="321892" cy="319725"/>
              </a:xfrm>
              <a:prstGeom prst="rect">
                <a:avLst/>
              </a:prstGeom>
              <a:noFill/>
            </p:spPr>
            <p:txBody>
              <a:bodyPr wrap="square" rtlCol="0">
                <a:spAutoFit/>
              </a:bodyPr>
              <a:lstStyle/>
              <a:p>
                <a:r>
                  <a:rPr lang="en-US" sz="1100"/>
                  <a:t>A</a:t>
                </a:r>
              </a:p>
            </p:txBody>
          </p:sp>
          <p:sp>
            <p:nvSpPr>
              <p:cNvPr id="164" name="TextBox 163">
                <a:extLst>
                  <a:ext uri="{FF2B5EF4-FFF2-40B4-BE49-F238E27FC236}">
                    <a16:creationId xmlns:a16="http://schemas.microsoft.com/office/drawing/2014/main" id="{B21F799C-F68B-C271-F9A9-D261180BB0EA}"/>
                  </a:ext>
                </a:extLst>
              </p:cNvPr>
              <p:cNvSpPr txBox="1"/>
              <p:nvPr/>
            </p:nvSpPr>
            <p:spPr>
              <a:xfrm>
                <a:off x="359041" y="2884187"/>
                <a:ext cx="321892" cy="319725"/>
              </a:xfrm>
              <a:prstGeom prst="rect">
                <a:avLst/>
              </a:prstGeom>
              <a:noFill/>
            </p:spPr>
            <p:txBody>
              <a:bodyPr wrap="square" rtlCol="0">
                <a:spAutoFit/>
              </a:bodyPr>
              <a:lstStyle/>
              <a:p>
                <a:r>
                  <a:rPr lang="en-US" sz="1100"/>
                  <a:t>B</a:t>
                </a:r>
              </a:p>
            </p:txBody>
          </p:sp>
          <p:sp>
            <p:nvSpPr>
              <p:cNvPr id="165" name="TextBox 164">
                <a:extLst>
                  <a:ext uri="{FF2B5EF4-FFF2-40B4-BE49-F238E27FC236}">
                    <a16:creationId xmlns:a16="http://schemas.microsoft.com/office/drawing/2014/main" id="{388B041E-9E7F-0F91-E135-C88207AF73DC}"/>
                  </a:ext>
                </a:extLst>
              </p:cNvPr>
              <p:cNvSpPr txBox="1"/>
              <p:nvPr/>
            </p:nvSpPr>
            <p:spPr>
              <a:xfrm>
                <a:off x="1162283" y="4539427"/>
                <a:ext cx="321892" cy="319725"/>
              </a:xfrm>
              <a:prstGeom prst="rect">
                <a:avLst/>
              </a:prstGeom>
              <a:noFill/>
            </p:spPr>
            <p:txBody>
              <a:bodyPr wrap="square" rtlCol="0">
                <a:spAutoFit/>
              </a:bodyPr>
              <a:lstStyle/>
              <a:p>
                <a:r>
                  <a:rPr lang="en-US" sz="1100"/>
                  <a:t>C</a:t>
                </a:r>
              </a:p>
            </p:txBody>
          </p:sp>
          <p:sp>
            <p:nvSpPr>
              <p:cNvPr id="166" name="TextBox 165">
                <a:extLst>
                  <a:ext uri="{FF2B5EF4-FFF2-40B4-BE49-F238E27FC236}">
                    <a16:creationId xmlns:a16="http://schemas.microsoft.com/office/drawing/2014/main" id="{84AB048D-8718-5EEE-1CD5-49E6E1DAA11F}"/>
                  </a:ext>
                </a:extLst>
              </p:cNvPr>
              <p:cNvSpPr txBox="1"/>
              <p:nvPr/>
            </p:nvSpPr>
            <p:spPr>
              <a:xfrm>
                <a:off x="3209413" y="4405693"/>
                <a:ext cx="321892" cy="319725"/>
              </a:xfrm>
              <a:prstGeom prst="rect">
                <a:avLst/>
              </a:prstGeom>
              <a:noFill/>
            </p:spPr>
            <p:txBody>
              <a:bodyPr wrap="square" rtlCol="0">
                <a:spAutoFit/>
              </a:bodyPr>
              <a:lstStyle/>
              <a:p>
                <a:r>
                  <a:rPr lang="en-US" sz="1100"/>
                  <a:t>D</a:t>
                </a:r>
              </a:p>
            </p:txBody>
          </p:sp>
        </p:grpSp>
        <p:sp>
          <p:nvSpPr>
            <p:cNvPr id="153" name="Oval 152">
              <a:extLst>
                <a:ext uri="{FF2B5EF4-FFF2-40B4-BE49-F238E27FC236}">
                  <a16:creationId xmlns:a16="http://schemas.microsoft.com/office/drawing/2014/main" id="{5413731C-51E0-CDB1-7D4B-38B335FC8DC2}"/>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54" name="Oval 153">
              <a:extLst>
                <a:ext uri="{FF2B5EF4-FFF2-40B4-BE49-F238E27FC236}">
                  <a16:creationId xmlns:a16="http://schemas.microsoft.com/office/drawing/2014/main" id="{90839EFE-9D09-62AA-679B-EB40C916A32E}"/>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55" name="Oval 154">
              <a:extLst>
                <a:ext uri="{FF2B5EF4-FFF2-40B4-BE49-F238E27FC236}">
                  <a16:creationId xmlns:a16="http://schemas.microsoft.com/office/drawing/2014/main" id="{8913F84B-86FF-9BC8-9614-5A0B2D80D9A2}"/>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56" name="Oval 155">
              <a:extLst>
                <a:ext uri="{FF2B5EF4-FFF2-40B4-BE49-F238E27FC236}">
                  <a16:creationId xmlns:a16="http://schemas.microsoft.com/office/drawing/2014/main" id="{B5829ACE-3FE9-865C-B1B5-EFC2896E5864}"/>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57" name="Oval 156">
              <a:extLst>
                <a:ext uri="{FF2B5EF4-FFF2-40B4-BE49-F238E27FC236}">
                  <a16:creationId xmlns:a16="http://schemas.microsoft.com/office/drawing/2014/main" id="{B3254664-ADCC-1572-C0FD-B5474B261D04}"/>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58" name="TextBox 157">
              <a:extLst>
                <a:ext uri="{FF2B5EF4-FFF2-40B4-BE49-F238E27FC236}">
                  <a16:creationId xmlns:a16="http://schemas.microsoft.com/office/drawing/2014/main" id="{B56220B5-B31C-7B02-D9E7-4A42A84B28E5}"/>
                </a:ext>
              </a:extLst>
            </p:cNvPr>
            <p:cNvSpPr txBox="1"/>
            <p:nvPr/>
          </p:nvSpPr>
          <p:spPr>
            <a:xfrm>
              <a:off x="1630287" y="5371590"/>
              <a:ext cx="1534162" cy="526606"/>
            </a:xfrm>
            <a:prstGeom prst="rect">
              <a:avLst/>
            </a:prstGeom>
            <a:noFill/>
          </p:spPr>
          <p:txBody>
            <a:bodyPr wrap="square" rtlCol="0">
              <a:spAutoFit/>
            </a:bodyPr>
            <a:lstStyle/>
            <a:p>
              <a:r>
                <a:rPr lang="en-US" sz="1100"/>
                <a:t>EVPN Nodes (ARs)</a:t>
              </a:r>
            </a:p>
          </p:txBody>
        </p:sp>
        <p:cxnSp>
          <p:nvCxnSpPr>
            <p:cNvPr id="159" name="Straight Arrow Connector 158">
              <a:extLst>
                <a:ext uri="{FF2B5EF4-FFF2-40B4-BE49-F238E27FC236}">
                  <a16:creationId xmlns:a16="http://schemas.microsoft.com/office/drawing/2014/main" id="{9DEE1E8F-C4D5-40E6-51FB-5F7CAA520475}"/>
                </a:ext>
              </a:extLst>
            </p:cNvPr>
            <p:cNvCxnSpPr>
              <a:cxnSpLocks/>
              <a:stCxn id="158" idx="0"/>
              <a:endCxn id="157" idx="3"/>
            </p:cNvCxnSpPr>
            <p:nvPr/>
          </p:nvCxnSpPr>
          <p:spPr>
            <a:xfrm flipV="1">
              <a:off x="2397369" y="4427700"/>
              <a:ext cx="560197" cy="9438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0" name="Straight Arrow Connector 159">
              <a:extLst>
                <a:ext uri="{FF2B5EF4-FFF2-40B4-BE49-F238E27FC236}">
                  <a16:creationId xmlns:a16="http://schemas.microsoft.com/office/drawing/2014/main" id="{E4644B6E-0B3F-EBF5-22EF-9E084B3BFB52}"/>
                </a:ext>
              </a:extLst>
            </p:cNvPr>
            <p:cNvCxnSpPr>
              <a:stCxn id="158" idx="0"/>
              <a:endCxn id="154" idx="5"/>
            </p:cNvCxnSpPr>
            <p:nvPr/>
          </p:nvCxnSpPr>
          <p:spPr>
            <a:xfrm flipH="1" flipV="1">
              <a:off x="1701334"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1" name="Straight Arrow Connector 160">
              <a:extLst>
                <a:ext uri="{FF2B5EF4-FFF2-40B4-BE49-F238E27FC236}">
                  <a16:creationId xmlns:a16="http://schemas.microsoft.com/office/drawing/2014/main" id="{44F31185-FDF3-A286-AC3C-633E463348FB}"/>
                </a:ext>
              </a:extLst>
            </p:cNvPr>
            <p:cNvCxnSpPr>
              <a:stCxn id="158" idx="0"/>
              <a:endCxn id="153" idx="5"/>
            </p:cNvCxnSpPr>
            <p:nvPr/>
          </p:nvCxnSpPr>
          <p:spPr>
            <a:xfrm flipV="1">
              <a:off x="2397369" y="4084432"/>
              <a:ext cx="1004860" cy="128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91" name="TextBox 190">
            <a:extLst>
              <a:ext uri="{FF2B5EF4-FFF2-40B4-BE49-F238E27FC236}">
                <a16:creationId xmlns:a16="http://schemas.microsoft.com/office/drawing/2014/main" id="{1F3E5E29-7450-8E22-F9B5-DBC1EA774711}"/>
              </a:ext>
            </a:extLst>
          </p:cNvPr>
          <p:cNvSpPr txBox="1"/>
          <p:nvPr/>
        </p:nvSpPr>
        <p:spPr>
          <a:xfrm>
            <a:off x="9449801" y="1956244"/>
            <a:ext cx="1494650" cy="25391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50" b="1"/>
              <a:t>GLOBAL SIEBEL</a:t>
            </a:r>
          </a:p>
        </p:txBody>
      </p:sp>
      <p:sp>
        <p:nvSpPr>
          <p:cNvPr id="192" name="TextBox 191">
            <a:extLst>
              <a:ext uri="{FF2B5EF4-FFF2-40B4-BE49-F238E27FC236}">
                <a16:creationId xmlns:a16="http://schemas.microsoft.com/office/drawing/2014/main" id="{127E2334-E819-1C68-F190-82816619F9D6}"/>
              </a:ext>
            </a:extLst>
          </p:cNvPr>
          <p:cNvSpPr txBox="1"/>
          <p:nvPr/>
        </p:nvSpPr>
        <p:spPr>
          <a:xfrm>
            <a:off x="4193278" y="3399111"/>
            <a:ext cx="907578" cy="400110"/>
          </a:xfrm>
          <a:prstGeom prst="rect">
            <a:avLst/>
          </a:prstGeom>
          <a:noFill/>
        </p:spPr>
        <p:txBody>
          <a:bodyPr wrap="square" rtlCol="0">
            <a:spAutoFit/>
          </a:bodyPr>
          <a:lstStyle/>
          <a:p>
            <a:r>
              <a:rPr lang="en-US" sz="1000"/>
              <a:t>Stage 1 Migration</a:t>
            </a:r>
          </a:p>
        </p:txBody>
      </p:sp>
      <p:sp>
        <p:nvSpPr>
          <p:cNvPr id="193" name="TextBox 192">
            <a:extLst>
              <a:ext uri="{FF2B5EF4-FFF2-40B4-BE49-F238E27FC236}">
                <a16:creationId xmlns:a16="http://schemas.microsoft.com/office/drawing/2014/main" id="{8DFF56E9-AA0C-E9FB-888C-843698D78A93}"/>
              </a:ext>
            </a:extLst>
          </p:cNvPr>
          <p:cNvSpPr txBox="1"/>
          <p:nvPr/>
        </p:nvSpPr>
        <p:spPr>
          <a:xfrm>
            <a:off x="8077533" y="3199056"/>
            <a:ext cx="907578" cy="400110"/>
          </a:xfrm>
          <a:prstGeom prst="rect">
            <a:avLst/>
          </a:prstGeom>
          <a:noFill/>
        </p:spPr>
        <p:txBody>
          <a:bodyPr wrap="square" rtlCol="0">
            <a:spAutoFit/>
          </a:bodyPr>
          <a:lstStyle/>
          <a:p>
            <a:r>
              <a:rPr lang="en-US" sz="1000"/>
              <a:t>Stage 2 Migration</a:t>
            </a:r>
          </a:p>
        </p:txBody>
      </p:sp>
      <p:sp>
        <p:nvSpPr>
          <p:cNvPr id="194" name="TextBox 193">
            <a:extLst>
              <a:ext uri="{FF2B5EF4-FFF2-40B4-BE49-F238E27FC236}">
                <a16:creationId xmlns:a16="http://schemas.microsoft.com/office/drawing/2014/main" id="{8E4B315F-1598-2960-9FED-0C88A44D6774}"/>
              </a:ext>
            </a:extLst>
          </p:cNvPr>
          <p:cNvSpPr txBox="1"/>
          <p:nvPr/>
        </p:nvSpPr>
        <p:spPr>
          <a:xfrm>
            <a:off x="512296" y="5412222"/>
            <a:ext cx="4553783" cy="1477328"/>
          </a:xfrm>
          <a:prstGeom prst="rect">
            <a:avLst/>
          </a:prstGeom>
          <a:noFill/>
        </p:spPr>
        <p:txBody>
          <a:bodyPr wrap="square" rtlCol="0">
            <a:spAutoFit/>
          </a:bodyPr>
          <a:lstStyle/>
          <a:p>
            <a:r>
              <a:rPr lang="en-US"/>
              <a:t>Stage 1 – enhance Ethernet DCA Product Model to capture AR Details and migrate it as Ethernet DCA Site</a:t>
            </a:r>
          </a:p>
          <a:p>
            <a:r>
              <a:rPr lang="en-US"/>
              <a:t>Stage 2 – Migrate to EVPN DCA post ASA Program EVPN DCA Project</a:t>
            </a:r>
          </a:p>
        </p:txBody>
      </p:sp>
      <p:sp>
        <p:nvSpPr>
          <p:cNvPr id="22" name="TextBox 21">
            <a:extLst>
              <a:ext uri="{FF2B5EF4-FFF2-40B4-BE49-F238E27FC236}">
                <a16:creationId xmlns:a16="http://schemas.microsoft.com/office/drawing/2014/main" id="{004B450E-6BBD-6064-5F8E-6BB1B2254CD4}"/>
              </a:ext>
            </a:extLst>
          </p:cNvPr>
          <p:cNvSpPr txBox="1"/>
          <p:nvPr/>
        </p:nvSpPr>
        <p:spPr>
          <a:xfrm>
            <a:off x="7376529" y="857762"/>
            <a:ext cx="1232002" cy="369332"/>
          </a:xfrm>
          <a:prstGeom prst="rect">
            <a:avLst/>
          </a:prstGeom>
          <a:solidFill>
            <a:schemeClr val="accent6"/>
          </a:solidFill>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r>
              <a:rPr lang="en-US" b="1"/>
              <a:t>Rejected</a:t>
            </a:r>
          </a:p>
        </p:txBody>
      </p:sp>
    </p:spTree>
    <p:extLst>
      <p:ext uri="{BB962C8B-B14F-4D97-AF65-F5344CB8AC3E}">
        <p14:creationId xmlns:p14="http://schemas.microsoft.com/office/powerpoint/2010/main" val="3841661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5021A-DFBC-0E0D-B0FB-434526605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9D0F8-8919-9A42-13D8-53AB6B9820C4}"/>
              </a:ext>
            </a:extLst>
          </p:cNvPr>
          <p:cNvSpPr>
            <a:spLocks noGrp="1"/>
          </p:cNvSpPr>
          <p:nvPr>
            <p:ph type="title"/>
          </p:nvPr>
        </p:nvSpPr>
        <p:spPr/>
        <p:txBody>
          <a:bodyPr/>
          <a:lstStyle/>
          <a:p>
            <a:r>
              <a:rPr lang="en-US"/>
              <a:t>Ethernet VPN DCA Tactical migration approach</a:t>
            </a:r>
          </a:p>
        </p:txBody>
      </p:sp>
      <p:sp>
        <p:nvSpPr>
          <p:cNvPr id="143" name="TextBox 142">
            <a:extLst>
              <a:ext uri="{FF2B5EF4-FFF2-40B4-BE49-F238E27FC236}">
                <a16:creationId xmlns:a16="http://schemas.microsoft.com/office/drawing/2014/main" id="{6CD1BE78-BD28-B76A-2965-250A61793290}"/>
              </a:ext>
            </a:extLst>
          </p:cNvPr>
          <p:cNvSpPr txBox="1"/>
          <p:nvPr/>
        </p:nvSpPr>
        <p:spPr>
          <a:xfrm>
            <a:off x="314564" y="1800228"/>
            <a:ext cx="1519787" cy="338554"/>
          </a:xfrm>
          <a:prstGeom prst="rect">
            <a:avLst/>
          </a:prstGeom>
          <a:noFill/>
        </p:spPr>
        <p:txBody>
          <a:bodyPr wrap="square" lIns="91440" tIns="45720" rIns="91440" bIns="45720" rtlCol="0" anchor="t">
            <a:spAutoFit/>
          </a:bodyPr>
          <a:lstStyle/>
          <a:p>
            <a:r>
              <a:rPr lang="en-US" sz="1600"/>
              <a:t>Option 4</a:t>
            </a:r>
          </a:p>
        </p:txBody>
      </p:sp>
      <p:grpSp>
        <p:nvGrpSpPr>
          <p:cNvPr id="21" name="Group 20">
            <a:extLst>
              <a:ext uri="{FF2B5EF4-FFF2-40B4-BE49-F238E27FC236}">
                <a16:creationId xmlns:a16="http://schemas.microsoft.com/office/drawing/2014/main" id="{499D769E-0BC7-A922-5CB7-CF69DE035DB6}"/>
              </a:ext>
            </a:extLst>
          </p:cNvPr>
          <p:cNvGrpSpPr/>
          <p:nvPr/>
        </p:nvGrpSpPr>
        <p:grpSpPr>
          <a:xfrm>
            <a:off x="0" y="2366038"/>
            <a:ext cx="3630314" cy="2631543"/>
            <a:chOff x="7319" y="2534620"/>
            <a:chExt cx="5308924" cy="3368888"/>
          </a:xfrm>
        </p:grpSpPr>
        <p:grpSp>
          <p:nvGrpSpPr>
            <p:cNvPr id="22" name="Group 21">
              <a:extLst>
                <a:ext uri="{FF2B5EF4-FFF2-40B4-BE49-F238E27FC236}">
                  <a16:creationId xmlns:a16="http://schemas.microsoft.com/office/drawing/2014/main" id="{87F77A71-92B3-E658-EEE9-51F5E015DFB4}"/>
                </a:ext>
              </a:extLst>
            </p:cNvPr>
            <p:cNvGrpSpPr/>
            <p:nvPr/>
          </p:nvGrpSpPr>
          <p:grpSpPr>
            <a:xfrm>
              <a:off x="7319" y="2534620"/>
              <a:ext cx="5308924" cy="2879811"/>
              <a:chOff x="52282" y="1984678"/>
              <a:chExt cx="5308924" cy="2879811"/>
            </a:xfrm>
          </p:grpSpPr>
          <p:grpSp>
            <p:nvGrpSpPr>
              <p:cNvPr id="39" name="Group 38">
                <a:extLst>
                  <a:ext uri="{FF2B5EF4-FFF2-40B4-BE49-F238E27FC236}">
                    <a16:creationId xmlns:a16="http://schemas.microsoft.com/office/drawing/2014/main" id="{864E55E3-9E9E-9DA7-C06B-1BF2DE3E44D5}"/>
                  </a:ext>
                </a:extLst>
              </p:cNvPr>
              <p:cNvGrpSpPr/>
              <p:nvPr/>
            </p:nvGrpSpPr>
            <p:grpSpPr>
              <a:xfrm>
                <a:off x="52282" y="2263140"/>
                <a:ext cx="5308924" cy="2331720"/>
                <a:chOff x="106455" y="2514600"/>
                <a:chExt cx="5308924" cy="2331720"/>
              </a:xfrm>
            </p:grpSpPr>
            <p:grpSp>
              <p:nvGrpSpPr>
                <p:cNvPr id="44" name="Group 43">
                  <a:extLst>
                    <a:ext uri="{FF2B5EF4-FFF2-40B4-BE49-F238E27FC236}">
                      <a16:creationId xmlns:a16="http://schemas.microsoft.com/office/drawing/2014/main" id="{E891E08F-0265-62E6-8A59-F7C1DD161CAF}"/>
                    </a:ext>
                  </a:extLst>
                </p:cNvPr>
                <p:cNvGrpSpPr/>
                <p:nvPr/>
              </p:nvGrpSpPr>
              <p:grpSpPr>
                <a:xfrm>
                  <a:off x="106455" y="2514600"/>
                  <a:ext cx="5308924" cy="2331720"/>
                  <a:chOff x="106455" y="2514600"/>
                  <a:chExt cx="5308924" cy="2331720"/>
                </a:xfrm>
              </p:grpSpPr>
              <p:grpSp>
                <p:nvGrpSpPr>
                  <p:cNvPr id="48" name="Group 47">
                    <a:extLst>
                      <a:ext uri="{FF2B5EF4-FFF2-40B4-BE49-F238E27FC236}">
                        <a16:creationId xmlns:a16="http://schemas.microsoft.com/office/drawing/2014/main" id="{3B9BD2B0-FFA3-92C7-7956-23B8FE959984}"/>
                      </a:ext>
                    </a:extLst>
                  </p:cNvPr>
                  <p:cNvGrpSpPr/>
                  <p:nvPr/>
                </p:nvGrpSpPr>
                <p:grpSpPr>
                  <a:xfrm>
                    <a:off x="106455" y="2514600"/>
                    <a:ext cx="5254751" cy="2331720"/>
                    <a:chOff x="332232" y="2156083"/>
                    <a:chExt cx="7391399" cy="3322381"/>
                  </a:xfrm>
                </p:grpSpPr>
                <p:sp>
                  <p:nvSpPr>
                    <p:cNvPr id="50" name="Oval 49">
                      <a:extLst>
                        <a:ext uri="{FF2B5EF4-FFF2-40B4-BE49-F238E27FC236}">
                          <a16:creationId xmlns:a16="http://schemas.microsoft.com/office/drawing/2014/main" id="{42D724DC-2A8E-C436-132B-6590A580ABC7}"/>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1" name="Rounded Rectangle 9">
                      <a:extLst>
                        <a:ext uri="{FF2B5EF4-FFF2-40B4-BE49-F238E27FC236}">
                          <a16:creationId xmlns:a16="http://schemas.microsoft.com/office/drawing/2014/main" id="{A60D7B6B-C4C4-679E-1CFA-F26CFFED05A2}"/>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2" name="Rounded Rectangle 45">
                      <a:extLst>
                        <a:ext uri="{FF2B5EF4-FFF2-40B4-BE49-F238E27FC236}">
                          <a16:creationId xmlns:a16="http://schemas.microsoft.com/office/drawing/2014/main" id="{CD05619D-C14E-D25F-4960-F9EB74C9864E}"/>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3" name="Rounded Rectangle 46">
                      <a:extLst>
                        <a:ext uri="{FF2B5EF4-FFF2-40B4-BE49-F238E27FC236}">
                          <a16:creationId xmlns:a16="http://schemas.microsoft.com/office/drawing/2014/main" id="{23977D8A-9228-BEF3-E438-9C6E85B5232C}"/>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4" name="Rounded Rectangle 47">
                      <a:extLst>
                        <a:ext uri="{FF2B5EF4-FFF2-40B4-BE49-F238E27FC236}">
                          <a16:creationId xmlns:a16="http://schemas.microsoft.com/office/drawing/2014/main" id="{034090E6-A1F4-3C40-4776-7C50AE46AB6F}"/>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sp>
                  <p:nvSpPr>
                    <p:cNvPr id="55" name="Rounded Rectangle 48">
                      <a:extLst>
                        <a:ext uri="{FF2B5EF4-FFF2-40B4-BE49-F238E27FC236}">
                          <a16:creationId xmlns:a16="http://schemas.microsoft.com/office/drawing/2014/main" id="{2D58D572-C4D3-2465-349C-0339E70C9E11}"/>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FFFFFF"/>
                        </a:solidFill>
                        <a:effectLst/>
                        <a:uLnTx/>
                        <a:uFillTx/>
                        <a:latin typeface="Arial"/>
                        <a:ea typeface="+mn-ea"/>
                        <a:cs typeface="+mn-cs"/>
                      </a:endParaRPr>
                    </a:p>
                  </p:txBody>
                </p:sp>
                <p:cxnSp>
                  <p:nvCxnSpPr>
                    <p:cNvPr id="56" name="Straight Connector 55">
                      <a:extLst>
                        <a:ext uri="{FF2B5EF4-FFF2-40B4-BE49-F238E27FC236}">
                          <a16:creationId xmlns:a16="http://schemas.microsoft.com/office/drawing/2014/main" id="{C5DAFF54-E455-B96C-E035-04CE9C4330EA}"/>
                        </a:ext>
                      </a:extLst>
                    </p:cNvPr>
                    <p:cNvCxnSpPr>
                      <a:stCxn id="51" idx="3"/>
                      <a:endCxn id="50"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9BEA009-A6A2-29D6-C66C-19E64FD5D783}"/>
                        </a:ext>
                      </a:extLst>
                    </p:cNvPr>
                    <p:cNvCxnSpPr>
                      <a:stCxn id="54"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920434E-D314-F8E6-1278-59E5D4F3E388}"/>
                        </a:ext>
                      </a:extLst>
                    </p:cNvPr>
                    <p:cNvCxnSpPr>
                      <a:stCxn id="53" idx="1"/>
                      <a:endCxn id="50"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AF54A50-0B98-D44E-12EC-35D814A69EE9}"/>
                        </a:ext>
                      </a:extLst>
                    </p:cNvPr>
                    <p:cNvCxnSpPr>
                      <a:stCxn id="50" idx="5"/>
                      <a:endCxn id="55"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FD62ED-E8BA-77F8-B4AF-715898863612}"/>
                        </a:ext>
                      </a:extLst>
                    </p:cNvPr>
                    <p:cNvCxnSpPr>
                      <a:endCxn id="52"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238C8332-72A0-9273-1246-95B3A875019C}"/>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E-VPN</a:t>
                      </a:r>
                    </a:p>
                  </p:txBody>
                </p:sp>
                <p:sp>
                  <p:nvSpPr>
                    <p:cNvPr id="63" name="TextBox 62">
                      <a:extLst>
                        <a:ext uri="{FF2B5EF4-FFF2-40B4-BE49-F238E27FC236}">
                          <a16:creationId xmlns:a16="http://schemas.microsoft.com/office/drawing/2014/main" id="{84B181E5-F977-A7D7-B724-B35A751ADF62}"/>
                        </a:ext>
                      </a:extLst>
                    </p:cNvPr>
                    <p:cNvSpPr txBox="1"/>
                    <p:nvPr/>
                  </p:nvSpPr>
                  <p:spPr>
                    <a:xfrm>
                      <a:off x="332232" y="2156083"/>
                      <a:ext cx="1866899" cy="7579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64" name="TextBox 63">
                      <a:extLst>
                        <a:ext uri="{FF2B5EF4-FFF2-40B4-BE49-F238E27FC236}">
                          <a16:creationId xmlns:a16="http://schemas.microsoft.com/office/drawing/2014/main" id="{7DE836C0-FE6D-418A-8D8C-8C77E7E16072}"/>
                        </a:ext>
                      </a:extLst>
                    </p:cNvPr>
                    <p:cNvSpPr txBox="1"/>
                    <p:nvPr/>
                  </p:nvSpPr>
                  <p:spPr>
                    <a:xfrm>
                      <a:off x="5542406" y="2241405"/>
                      <a:ext cx="2181225" cy="4631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69" name="Straight Arrow Connector 68">
                      <a:extLst>
                        <a:ext uri="{FF2B5EF4-FFF2-40B4-BE49-F238E27FC236}">
                          <a16:creationId xmlns:a16="http://schemas.microsoft.com/office/drawing/2014/main" id="{08B95712-D3FE-2394-E222-5D1277375892}"/>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84FB87B-421D-F3D0-B1D8-CC4EDDE084E5}"/>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B9F24CF-EB83-79C9-F2D1-850D86D3CC41}"/>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904D09B-5AC3-BA27-235D-3B768DAA97C4}"/>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AA96A83F-A13D-06D7-562D-0300E7C5535B}"/>
                      </a:ext>
                    </a:extLst>
                  </p:cNvPr>
                  <p:cNvSpPr txBox="1"/>
                  <p:nvPr/>
                </p:nvSpPr>
                <p:spPr>
                  <a:xfrm>
                    <a:off x="4711134" y="3391228"/>
                    <a:ext cx="704245" cy="531919"/>
                  </a:xfrm>
                  <a:prstGeom prst="rect">
                    <a:avLst/>
                  </a:prstGeom>
                  <a:noFill/>
                </p:spPr>
                <p:txBody>
                  <a:bodyPr wrap="square" rtlCol="0">
                    <a:spAutoFit/>
                  </a:bodyPr>
                  <a:lstStyle/>
                  <a:p>
                    <a:r>
                      <a:rPr lang="en-US" sz="1050"/>
                      <a:t>DCA Site</a:t>
                    </a:r>
                  </a:p>
                </p:txBody>
              </p:sp>
            </p:grpSp>
            <p:cxnSp>
              <p:nvCxnSpPr>
                <p:cNvPr id="45" name="Connector: Curved 44">
                  <a:extLst>
                    <a:ext uri="{FF2B5EF4-FFF2-40B4-BE49-F238E27FC236}">
                      <a16:creationId xmlns:a16="http://schemas.microsoft.com/office/drawing/2014/main" id="{C038A67A-AF21-0140-F4D2-2A8C8ABD217D}"/>
                    </a:ext>
                  </a:extLst>
                </p:cNvPr>
                <p:cNvCxnSpPr>
                  <a:stCxn id="52" idx="0"/>
                  <a:endCxn id="53"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Connector: Curved 45">
                  <a:extLst>
                    <a:ext uri="{FF2B5EF4-FFF2-40B4-BE49-F238E27FC236}">
                      <a16:creationId xmlns:a16="http://schemas.microsoft.com/office/drawing/2014/main" id="{A7777458-C5FD-01A2-5A25-9960A66EC424}"/>
                    </a:ext>
                  </a:extLst>
                </p:cNvPr>
                <p:cNvCxnSpPr>
                  <a:stCxn id="51" idx="2"/>
                  <a:endCxn id="53"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Connector: Curved 46">
                  <a:extLst>
                    <a:ext uri="{FF2B5EF4-FFF2-40B4-BE49-F238E27FC236}">
                      <a16:creationId xmlns:a16="http://schemas.microsoft.com/office/drawing/2014/main" id="{76379DA7-02B4-F152-8B96-E026EA4A0E91}"/>
                    </a:ext>
                  </a:extLst>
                </p:cNvPr>
                <p:cNvCxnSpPr>
                  <a:stCxn id="54" idx="2"/>
                  <a:endCxn id="53"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0" name="TextBox 39">
                <a:extLst>
                  <a:ext uri="{FF2B5EF4-FFF2-40B4-BE49-F238E27FC236}">
                    <a16:creationId xmlns:a16="http://schemas.microsoft.com/office/drawing/2014/main" id="{BD6FB897-FC6A-DEDF-DE7D-44F464D3FEE3}"/>
                  </a:ext>
                </a:extLst>
              </p:cNvPr>
              <p:cNvSpPr txBox="1"/>
              <p:nvPr/>
            </p:nvSpPr>
            <p:spPr>
              <a:xfrm>
                <a:off x="2457885" y="1984678"/>
                <a:ext cx="321890" cy="325062"/>
              </a:xfrm>
              <a:prstGeom prst="rect">
                <a:avLst/>
              </a:prstGeom>
              <a:noFill/>
            </p:spPr>
            <p:txBody>
              <a:bodyPr wrap="square" rtlCol="0">
                <a:spAutoFit/>
              </a:bodyPr>
              <a:lstStyle/>
              <a:p>
                <a:r>
                  <a:rPr lang="en-US" sz="1050"/>
                  <a:t>A</a:t>
                </a:r>
              </a:p>
            </p:txBody>
          </p:sp>
          <p:sp>
            <p:nvSpPr>
              <p:cNvPr id="41" name="TextBox 40">
                <a:extLst>
                  <a:ext uri="{FF2B5EF4-FFF2-40B4-BE49-F238E27FC236}">
                    <a16:creationId xmlns:a16="http://schemas.microsoft.com/office/drawing/2014/main" id="{C6C6068B-22B8-165F-3188-E6164D6B1BCC}"/>
                  </a:ext>
                </a:extLst>
              </p:cNvPr>
              <p:cNvSpPr txBox="1"/>
              <p:nvPr/>
            </p:nvSpPr>
            <p:spPr>
              <a:xfrm>
                <a:off x="359040" y="2884185"/>
                <a:ext cx="321890" cy="325062"/>
              </a:xfrm>
              <a:prstGeom prst="rect">
                <a:avLst/>
              </a:prstGeom>
              <a:noFill/>
            </p:spPr>
            <p:txBody>
              <a:bodyPr wrap="square" rtlCol="0">
                <a:spAutoFit/>
              </a:bodyPr>
              <a:lstStyle/>
              <a:p>
                <a:r>
                  <a:rPr lang="en-US" sz="1050"/>
                  <a:t>B</a:t>
                </a:r>
              </a:p>
            </p:txBody>
          </p:sp>
          <p:sp>
            <p:nvSpPr>
              <p:cNvPr id="42" name="TextBox 41">
                <a:extLst>
                  <a:ext uri="{FF2B5EF4-FFF2-40B4-BE49-F238E27FC236}">
                    <a16:creationId xmlns:a16="http://schemas.microsoft.com/office/drawing/2014/main" id="{E08688EA-5583-8B1A-D801-9FAE0C3837BD}"/>
                  </a:ext>
                </a:extLst>
              </p:cNvPr>
              <p:cNvSpPr txBox="1"/>
              <p:nvPr/>
            </p:nvSpPr>
            <p:spPr>
              <a:xfrm>
                <a:off x="1162283" y="4539427"/>
                <a:ext cx="321890" cy="325062"/>
              </a:xfrm>
              <a:prstGeom prst="rect">
                <a:avLst/>
              </a:prstGeom>
              <a:noFill/>
            </p:spPr>
            <p:txBody>
              <a:bodyPr wrap="square" rtlCol="0">
                <a:spAutoFit/>
              </a:bodyPr>
              <a:lstStyle/>
              <a:p>
                <a:r>
                  <a:rPr lang="en-US" sz="1050"/>
                  <a:t>C</a:t>
                </a:r>
              </a:p>
            </p:txBody>
          </p:sp>
          <p:sp>
            <p:nvSpPr>
              <p:cNvPr id="43" name="TextBox 42">
                <a:extLst>
                  <a:ext uri="{FF2B5EF4-FFF2-40B4-BE49-F238E27FC236}">
                    <a16:creationId xmlns:a16="http://schemas.microsoft.com/office/drawing/2014/main" id="{ECA03470-B677-E0AE-A904-421DF0910A1A}"/>
                  </a:ext>
                </a:extLst>
              </p:cNvPr>
              <p:cNvSpPr txBox="1"/>
              <p:nvPr/>
            </p:nvSpPr>
            <p:spPr>
              <a:xfrm>
                <a:off x="3209415" y="4405694"/>
                <a:ext cx="321890" cy="325062"/>
              </a:xfrm>
              <a:prstGeom prst="rect">
                <a:avLst/>
              </a:prstGeom>
              <a:noFill/>
            </p:spPr>
            <p:txBody>
              <a:bodyPr wrap="square" rtlCol="0">
                <a:spAutoFit/>
              </a:bodyPr>
              <a:lstStyle/>
              <a:p>
                <a:r>
                  <a:rPr lang="en-US" sz="1050"/>
                  <a:t>D</a:t>
                </a:r>
              </a:p>
            </p:txBody>
          </p:sp>
        </p:grpSp>
        <p:sp>
          <p:nvSpPr>
            <p:cNvPr id="23" name="Oval 22">
              <a:extLst>
                <a:ext uri="{FF2B5EF4-FFF2-40B4-BE49-F238E27FC236}">
                  <a16:creationId xmlns:a16="http://schemas.microsoft.com/office/drawing/2014/main" id="{816023F5-6C1E-C13C-9DAF-665AD8E7DA8F}"/>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4" name="Oval 23">
              <a:extLst>
                <a:ext uri="{FF2B5EF4-FFF2-40B4-BE49-F238E27FC236}">
                  <a16:creationId xmlns:a16="http://schemas.microsoft.com/office/drawing/2014/main" id="{FB5078BC-A36D-0F74-D751-41D2761E5404}"/>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7" name="Oval 26">
              <a:extLst>
                <a:ext uri="{FF2B5EF4-FFF2-40B4-BE49-F238E27FC236}">
                  <a16:creationId xmlns:a16="http://schemas.microsoft.com/office/drawing/2014/main" id="{87AC1A04-5622-482F-2282-7C7403B70F9C}"/>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29" name="Oval 28">
              <a:extLst>
                <a:ext uri="{FF2B5EF4-FFF2-40B4-BE49-F238E27FC236}">
                  <a16:creationId xmlns:a16="http://schemas.microsoft.com/office/drawing/2014/main" id="{FC7E7A03-92B4-691D-6568-D6A3FBFD77BA}"/>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31" name="Oval 30">
              <a:extLst>
                <a:ext uri="{FF2B5EF4-FFF2-40B4-BE49-F238E27FC236}">
                  <a16:creationId xmlns:a16="http://schemas.microsoft.com/office/drawing/2014/main" id="{5A1D88AB-D44D-08AB-ED61-EC2C292DA9CB}"/>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050"/>
            </a:p>
          </p:txBody>
        </p:sp>
        <p:sp>
          <p:nvSpPr>
            <p:cNvPr id="35" name="TextBox 34">
              <a:extLst>
                <a:ext uri="{FF2B5EF4-FFF2-40B4-BE49-F238E27FC236}">
                  <a16:creationId xmlns:a16="http://schemas.microsoft.com/office/drawing/2014/main" id="{0CBCDD3A-F4FC-96DB-9B4D-A98451FAEA5E}"/>
                </a:ext>
              </a:extLst>
            </p:cNvPr>
            <p:cNvSpPr txBox="1"/>
            <p:nvPr/>
          </p:nvSpPr>
          <p:spPr>
            <a:xfrm>
              <a:off x="1630286" y="5371590"/>
              <a:ext cx="1534162" cy="531918"/>
            </a:xfrm>
            <a:prstGeom prst="rect">
              <a:avLst/>
            </a:prstGeom>
            <a:noFill/>
          </p:spPr>
          <p:txBody>
            <a:bodyPr wrap="square" rtlCol="0">
              <a:spAutoFit/>
            </a:bodyPr>
            <a:lstStyle/>
            <a:p>
              <a:r>
                <a:rPr lang="en-US" sz="1050"/>
                <a:t>EVPN Nodes (ARs)</a:t>
              </a:r>
            </a:p>
          </p:txBody>
        </p:sp>
        <p:cxnSp>
          <p:nvCxnSpPr>
            <p:cNvPr id="36" name="Straight Arrow Connector 35">
              <a:extLst>
                <a:ext uri="{FF2B5EF4-FFF2-40B4-BE49-F238E27FC236}">
                  <a16:creationId xmlns:a16="http://schemas.microsoft.com/office/drawing/2014/main" id="{A32F1725-B912-46F3-C1CA-203ED08ED47D}"/>
                </a:ext>
              </a:extLst>
            </p:cNvPr>
            <p:cNvCxnSpPr>
              <a:cxnSpLocks/>
              <a:stCxn id="35" idx="0"/>
              <a:endCxn id="31" idx="3"/>
            </p:cNvCxnSpPr>
            <p:nvPr/>
          </p:nvCxnSpPr>
          <p:spPr>
            <a:xfrm flipV="1">
              <a:off x="2397368" y="4427701"/>
              <a:ext cx="560198" cy="9438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A33BD1AE-35B9-ECFF-811A-CBCF3D17BC23}"/>
                </a:ext>
              </a:extLst>
            </p:cNvPr>
            <p:cNvCxnSpPr>
              <a:stCxn id="35" idx="0"/>
              <a:endCxn id="24" idx="5"/>
            </p:cNvCxnSpPr>
            <p:nvPr/>
          </p:nvCxnSpPr>
          <p:spPr>
            <a:xfrm flipH="1" flipV="1">
              <a:off x="1701333"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4F39D201-8165-58E9-AC53-215D1058EB01}"/>
                </a:ext>
              </a:extLst>
            </p:cNvPr>
            <p:cNvCxnSpPr>
              <a:stCxn id="35" idx="0"/>
              <a:endCxn id="23" idx="5"/>
            </p:cNvCxnSpPr>
            <p:nvPr/>
          </p:nvCxnSpPr>
          <p:spPr>
            <a:xfrm flipV="1">
              <a:off x="2397368" y="4084432"/>
              <a:ext cx="1004862" cy="1287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8" name="Arrow: Right 97">
            <a:extLst>
              <a:ext uri="{FF2B5EF4-FFF2-40B4-BE49-F238E27FC236}">
                <a16:creationId xmlns:a16="http://schemas.microsoft.com/office/drawing/2014/main" id="{9235E874-F28B-2C29-C751-567FF80E8C45}"/>
              </a:ext>
            </a:extLst>
          </p:cNvPr>
          <p:cNvSpPr/>
          <p:nvPr/>
        </p:nvSpPr>
        <p:spPr>
          <a:xfrm>
            <a:off x="3824795" y="3278986"/>
            <a:ext cx="744082" cy="355940"/>
          </a:xfrm>
          <a:prstGeom prst="rightArrow">
            <a:avLst/>
          </a:prstGeom>
          <a:solidFill>
            <a:schemeClr val="accent3">
              <a:lumMod val="75000"/>
              <a:lumOff val="25000"/>
            </a:schemeClr>
          </a:solidFill>
          <a:ln w="6344" cap="flat">
            <a:noFill/>
            <a:prstDash val="solid"/>
            <a:miter/>
          </a:ln>
        </p:spPr>
        <p:txBody>
          <a:bodyPr rtlCol="0" anchor="ctr"/>
          <a:lstStyle/>
          <a:p>
            <a:pPr algn="l"/>
            <a:endParaRPr lang="en-US" sz="1050"/>
          </a:p>
        </p:txBody>
      </p:sp>
      <p:sp>
        <p:nvSpPr>
          <p:cNvPr id="217" name="TextBox 216">
            <a:extLst>
              <a:ext uri="{FF2B5EF4-FFF2-40B4-BE49-F238E27FC236}">
                <a16:creationId xmlns:a16="http://schemas.microsoft.com/office/drawing/2014/main" id="{F77EC4DE-E1CA-F203-FF2C-5D920DF73912}"/>
              </a:ext>
            </a:extLst>
          </p:cNvPr>
          <p:cNvSpPr txBox="1"/>
          <p:nvPr/>
        </p:nvSpPr>
        <p:spPr>
          <a:xfrm>
            <a:off x="3703320" y="2987022"/>
            <a:ext cx="907578" cy="246221"/>
          </a:xfrm>
          <a:prstGeom prst="rect">
            <a:avLst/>
          </a:prstGeom>
          <a:noFill/>
        </p:spPr>
        <p:txBody>
          <a:bodyPr wrap="square" rtlCol="0">
            <a:spAutoFit/>
          </a:bodyPr>
          <a:lstStyle/>
          <a:p>
            <a:r>
              <a:rPr lang="en-US" sz="1000"/>
              <a:t>Migration</a:t>
            </a:r>
          </a:p>
        </p:txBody>
      </p:sp>
      <p:sp>
        <p:nvSpPr>
          <p:cNvPr id="219" name="TextBox 218">
            <a:extLst>
              <a:ext uri="{FF2B5EF4-FFF2-40B4-BE49-F238E27FC236}">
                <a16:creationId xmlns:a16="http://schemas.microsoft.com/office/drawing/2014/main" id="{F90C5F82-8205-A1D4-5D53-3FF7490568EC}"/>
              </a:ext>
            </a:extLst>
          </p:cNvPr>
          <p:cNvSpPr txBox="1"/>
          <p:nvPr/>
        </p:nvSpPr>
        <p:spPr>
          <a:xfrm>
            <a:off x="242758" y="1351247"/>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ASIA SIEBEL</a:t>
            </a:r>
          </a:p>
        </p:txBody>
      </p:sp>
      <p:grpSp>
        <p:nvGrpSpPr>
          <p:cNvPr id="3" name="Group 2">
            <a:extLst>
              <a:ext uri="{FF2B5EF4-FFF2-40B4-BE49-F238E27FC236}">
                <a16:creationId xmlns:a16="http://schemas.microsoft.com/office/drawing/2014/main" id="{0B22FEC2-9426-4A0C-2197-C3D5E2CF8FE4}"/>
              </a:ext>
            </a:extLst>
          </p:cNvPr>
          <p:cNvGrpSpPr/>
          <p:nvPr/>
        </p:nvGrpSpPr>
        <p:grpSpPr>
          <a:xfrm>
            <a:off x="5066079" y="1870140"/>
            <a:ext cx="3213957" cy="3033984"/>
            <a:chOff x="8742925" y="1819602"/>
            <a:chExt cx="3213957" cy="3033984"/>
          </a:xfrm>
        </p:grpSpPr>
        <p:grpSp>
          <p:nvGrpSpPr>
            <p:cNvPr id="177" name="Group 176">
              <a:extLst>
                <a:ext uri="{FF2B5EF4-FFF2-40B4-BE49-F238E27FC236}">
                  <a16:creationId xmlns:a16="http://schemas.microsoft.com/office/drawing/2014/main" id="{A7F0D389-0F6D-9594-7B0F-1771BA6EE11B}"/>
                </a:ext>
              </a:extLst>
            </p:cNvPr>
            <p:cNvGrpSpPr/>
            <p:nvPr/>
          </p:nvGrpSpPr>
          <p:grpSpPr>
            <a:xfrm>
              <a:off x="8803140" y="2305632"/>
              <a:ext cx="3153742" cy="2547954"/>
              <a:chOff x="7319" y="2534620"/>
              <a:chExt cx="5254751" cy="3363576"/>
            </a:xfrm>
          </p:grpSpPr>
          <p:grpSp>
            <p:nvGrpSpPr>
              <p:cNvPr id="178" name="Group 177">
                <a:extLst>
                  <a:ext uri="{FF2B5EF4-FFF2-40B4-BE49-F238E27FC236}">
                    <a16:creationId xmlns:a16="http://schemas.microsoft.com/office/drawing/2014/main" id="{4A7C6990-EB71-9C68-7C00-CBA0D27EB619}"/>
                  </a:ext>
                </a:extLst>
              </p:cNvPr>
              <p:cNvGrpSpPr/>
              <p:nvPr/>
            </p:nvGrpSpPr>
            <p:grpSpPr>
              <a:xfrm>
                <a:off x="7319" y="2534620"/>
                <a:ext cx="5254751" cy="2874474"/>
                <a:chOff x="52282" y="1984678"/>
                <a:chExt cx="5254751" cy="2874474"/>
              </a:xfrm>
            </p:grpSpPr>
            <p:grpSp>
              <p:nvGrpSpPr>
                <p:cNvPr id="188" name="Group 187">
                  <a:extLst>
                    <a:ext uri="{FF2B5EF4-FFF2-40B4-BE49-F238E27FC236}">
                      <a16:creationId xmlns:a16="http://schemas.microsoft.com/office/drawing/2014/main" id="{52CBC52E-82EA-DF58-6224-E1C490331961}"/>
                    </a:ext>
                  </a:extLst>
                </p:cNvPr>
                <p:cNvGrpSpPr/>
                <p:nvPr/>
              </p:nvGrpSpPr>
              <p:grpSpPr>
                <a:xfrm>
                  <a:off x="52282" y="2263140"/>
                  <a:ext cx="5254751" cy="2331720"/>
                  <a:chOff x="106455" y="2514600"/>
                  <a:chExt cx="5254751" cy="2331720"/>
                </a:xfrm>
              </p:grpSpPr>
              <p:grpSp>
                <p:nvGrpSpPr>
                  <p:cNvPr id="197" name="Group 196">
                    <a:extLst>
                      <a:ext uri="{FF2B5EF4-FFF2-40B4-BE49-F238E27FC236}">
                        <a16:creationId xmlns:a16="http://schemas.microsoft.com/office/drawing/2014/main" id="{162172AB-182B-B78A-16C9-D2E3718D0E0D}"/>
                      </a:ext>
                    </a:extLst>
                  </p:cNvPr>
                  <p:cNvGrpSpPr/>
                  <p:nvPr/>
                </p:nvGrpSpPr>
                <p:grpSpPr>
                  <a:xfrm>
                    <a:off x="106455" y="2514600"/>
                    <a:ext cx="5254751" cy="2331720"/>
                    <a:chOff x="332232" y="2156083"/>
                    <a:chExt cx="7391399" cy="3322381"/>
                  </a:xfrm>
                </p:grpSpPr>
                <p:sp>
                  <p:nvSpPr>
                    <p:cNvPr id="199" name="Oval 198">
                      <a:extLst>
                        <a:ext uri="{FF2B5EF4-FFF2-40B4-BE49-F238E27FC236}">
                          <a16:creationId xmlns:a16="http://schemas.microsoft.com/office/drawing/2014/main" id="{205AA656-3746-2AAB-2387-898433AE2FD6}"/>
                        </a:ext>
                      </a:extLst>
                    </p:cNvPr>
                    <p:cNvSpPr/>
                    <p:nvPr/>
                  </p:nvSpPr>
                  <p:spPr>
                    <a:xfrm>
                      <a:off x="1818132" y="3122676"/>
                      <a:ext cx="3219450" cy="14859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0" name="Rounded Rectangle 9">
                      <a:extLst>
                        <a:ext uri="{FF2B5EF4-FFF2-40B4-BE49-F238E27FC236}">
                          <a16:creationId xmlns:a16="http://schemas.microsoft.com/office/drawing/2014/main" id="{D326BEA7-A55C-D3D2-B463-2CCD0A6B9CE7}"/>
                        </a:ext>
                      </a:extLst>
                    </p:cNvPr>
                    <p:cNvSpPr/>
                    <p:nvPr/>
                  </p:nvSpPr>
                  <p:spPr>
                    <a:xfrm>
                      <a:off x="808482" y="2690938"/>
                      <a:ext cx="685800" cy="43815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1" name="Rounded Rectangle 45">
                      <a:extLst>
                        <a:ext uri="{FF2B5EF4-FFF2-40B4-BE49-F238E27FC236}">
                          <a16:creationId xmlns:a16="http://schemas.microsoft.com/office/drawing/2014/main" id="{6E49D9A1-4ABC-72D7-18B5-D73E6735E7C1}"/>
                        </a:ext>
                      </a:extLst>
                    </p:cNvPr>
                    <p:cNvSpPr/>
                    <p:nvPr/>
                  </p:nvSpPr>
                  <p:spPr>
                    <a:xfrm>
                      <a:off x="1818132" y="504031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2" name="Rounded Rectangle 46">
                      <a:extLst>
                        <a:ext uri="{FF2B5EF4-FFF2-40B4-BE49-F238E27FC236}">
                          <a16:creationId xmlns:a16="http://schemas.microsoft.com/office/drawing/2014/main" id="{D8C3DA90-EDDA-F02D-BE79-501093CE9916}"/>
                        </a:ext>
                      </a:extLst>
                    </p:cNvPr>
                    <p:cNvSpPr/>
                    <p:nvPr/>
                  </p:nvSpPr>
                  <p:spPr>
                    <a:xfrm>
                      <a:off x="6047232" y="3669601"/>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3" name="Rounded Rectangle 47">
                      <a:extLst>
                        <a:ext uri="{FF2B5EF4-FFF2-40B4-BE49-F238E27FC236}">
                          <a16:creationId xmlns:a16="http://schemas.microsoft.com/office/drawing/2014/main" id="{432F21FF-226F-FC57-803E-959293950B3B}"/>
                        </a:ext>
                      </a:extLst>
                    </p:cNvPr>
                    <p:cNvSpPr/>
                    <p:nvPr/>
                  </p:nvSpPr>
                  <p:spPr>
                    <a:xfrm>
                      <a:off x="3608832" y="2300413"/>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sp>
                  <p:nvSpPr>
                    <p:cNvPr id="204" name="Rounded Rectangle 48">
                      <a:extLst>
                        <a:ext uri="{FF2B5EF4-FFF2-40B4-BE49-F238E27FC236}">
                          <a16:creationId xmlns:a16="http://schemas.microsoft.com/office/drawing/2014/main" id="{9FCEA1A0-A74C-5832-4878-1CFA80B1B7F7}"/>
                        </a:ext>
                      </a:extLst>
                    </p:cNvPr>
                    <p:cNvSpPr/>
                    <p:nvPr/>
                  </p:nvSpPr>
                  <p:spPr>
                    <a:xfrm>
                      <a:off x="4694682" y="4796664"/>
                      <a:ext cx="685800" cy="43815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a:ea typeface="+mn-ea"/>
                        <a:cs typeface="+mn-cs"/>
                      </a:endParaRPr>
                    </a:p>
                  </p:txBody>
                </p:sp>
                <p:cxnSp>
                  <p:nvCxnSpPr>
                    <p:cNvPr id="205" name="Straight Connector 204">
                      <a:extLst>
                        <a:ext uri="{FF2B5EF4-FFF2-40B4-BE49-F238E27FC236}">
                          <a16:creationId xmlns:a16="http://schemas.microsoft.com/office/drawing/2014/main" id="{BD4DEF1F-3AB6-15B1-F9D3-DCA02C40E0C7}"/>
                        </a:ext>
                      </a:extLst>
                    </p:cNvPr>
                    <p:cNvCxnSpPr>
                      <a:stCxn id="200" idx="3"/>
                      <a:endCxn id="199" idx="1"/>
                    </p:cNvCxnSpPr>
                    <p:nvPr/>
                  </p:nvCxnSpPr>
                  <p:spPr>
                    <a:xfrm>
                      <a:off x="1494282" y="2910013"/>
                      <a:ext cx="795328" cy="430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64FBBA11-B727-3DF5-496D-F61496EFE178}"/>
                        </a:ext>
                      </a:extLst>
                    </p:cNvPr>
                    <p:cNvCxnSpPr>
                      <a:stCxn id="203" idx="2"/>
                    </p:cNvCxnSpPr>
                    <p:nvPr/>
                  </p:nvCxnSpPr>
                  <p:spPr>
                    <a:xfrm flipH="1">
                      <a:off x="3818382" y="2738563"/>
                      <a:ext cx="133350" cy="4175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F31D69F0-2826-76A7-6BB6-AEBA9CB4FE52}"/>
                        </a:ext>
                      </a:extLst>
                    </p:cNvPr>
                    <p:cNvCxnSpPr>
                      <a:stCxn id="202" idx="1"/>
                      <a:endCxn id="199" idx="6"/>
                    </p:cNvCxnSpPr>
                    <p:nvPr/>
                  </p:nvCxnSpPr>
                  <p:spPr>
                    <a:xfrm flipH="1" flipV="1">
                      <a:off x="5037582" y="3865626"/>
                      <a:ext cx="1009650" cy="23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1E3C2D91-CB29-73AA-C85B-D1EF107B8C06}"/>
                        </a:ext>
                      </a:extLst>
                    </p:cNvPr>
                    <p:cNvCxnSpPr>
                      <a:stCxn id="199" idx="5"/>
                      <a:endCxn id="204" idx="0"/>
                    </p:cNvCxnSpPr>
                    <p:nvPr/>
                  </p:nvCxnSpPr>
                  <p:spPr>
                    <a:xfrm>
                      <a:off x="4566104" y="4390971"/>
                      <a:ext cx="471478" cy="4056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486CA0F7-FED1-1C50-B520-EFB64E922A90}"/>
                        </a:ext>
                      </a:extLst>
                    </p:cNvPr>
                    <p:cNvCxnSpPr>
                      <a:endCxn id="201" idx="0"/>
                    </p:cNvCxnSpPr>
                    <p:nvPr/>
                  </p:nvCxnSpPr>
                  <p:spPr>
                    <a:xfrm flipH="1">
                      <a:off x="2161032" y="4499774"/>
                      <a:ext cx="471478" cy="5405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1FED01FF-E472-D5E9-5899-33D3948A2E96}"/>
                        </a:ext>
                      </a:extLst>
                    </p:cNvPr>
                    <p:cNvSpPr txBox="1"/>
                    <p:nvPr/>
                  </p:nvSpPr>
                  <p:spPr>
                    <a:xfrm>
                      <a:off x="2718235" y="3592763"/>
                      <a:ext cx="157639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E-VPN</a:t>
                      </a:r>
                    </a:p>
                  </p:txBody>
                </p:sp>
                <p:sp>
                  <p:nvSpPr>
                    <p:cNvPr id="211" name="TextBox 210">
                      <a:extLst>
                        <a:ext uri="{FF2B5EF4-FFF2-40B4-BE49-F238E27FC236}">
                          <a16:creationId xmlns:a16="http://schemas.microsoft.com/office/drawing/2014/main" id="{2A0453CE-4BD5-FD5C-8E59-4DDB9AC99928}"/>
                        </a:ext>
                      </a:extLst>
                    </p:cNvPr>
                    <p:cNvSpPr txBox="1"/>
                    <p:nvPr/>
                  </p:nvSpPr>
                  <p:spPr>
                    <a:xfrm>
                      <a:off x="332232" y="2156083"/>
                      <a:ext cx="1866900" cy="7503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a:ea typeface="+mn-ea"/>
                          <a:cs typeface="+mn-cs"/>
                        </a:rPr>
                        <a:t>Primary Site</a:t>
                      </a:r>
                    </a:p>
                  </p:txBody>
                </p:sp>
                <p:sp>
                  <p:nvSpPr>
                    <p:cNvPr id="212" name="TextBox 211">
                      <a:extLst>
                        <a:ext uri="{FF2B5EF4-FFF2-40B4-BE49-F238E27FC236}">
                          <a16:creationId xmlns:a16="http://schemas.microsoft.com/office/drawing/2014/main" id="{226F6A44-4F08-73CF-EF37-CF558470F92C}"/>
                        </a:ext>
                      </a:extLst>
                    </p:cNvPr>
                    <p:cNvSpPr txBox="1"/>
                    <p:nvPr/>
                  </p:nvSpPr>
                  <p:spPr>
                    <a:xfrm>
                      <a:off x="5542406" y="2241406"/>
                      <a:ext cx="2181225" cy="455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a:ea typeface="+mn-ea"/>
                          <a:cs typeface="+mn-cs"/>
                        </a:rPr>
                        <a:t>Access Sites</a:t>
                      </a:r>
                    </a:p>
                  </p:txBody>
                </p:sp>
                <p:cxnSp>
                  <p:nvCxnSpPr>
                    <p:cNvPr id="213" name="Straight Arrow Connector 212">
                      <a:extLst>
                        <a:ext uri="{FF2B5EF4-FFF2-40B4-BE49-F238E27FC236}">
                          <a16:creationId xmlns:a16="http://schemas.microsoft.com/office/drawing/2014/main" id="{49BAD1BE-15E8-E98C-F855-989F4BF64CA5}"/>
                        </a:ext>
                      </a:extLst>
                    </p:cNvPr>
                    <p:cNvCxnSpPr>
                      <a:cxnSpLocks/>
                    </p:cNvCxnSpPr>
                    <p:nvPr/>
                  </p:nvCxnSpPr>
                  <p:spPr>
                    <a:xfrm>
                      <a:off x="6294882" y="2715243"/>
                      <a:ext cx="114300" cy="78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0985CC67-0719-C289-B5BC-3F15B573A82A}"/>
                        </a:ext>
                      </a:extLst>
                    </p:cNvPr>
                    <p:cNvCxnSpPr>
                      <a:cxnSpLocks/>
                    </p:cNvCxnSpPr>
                    <p:nvPr/>
                  </p:nvCxnSpPr>
                  <p:spPr>
                    <a:xfrm flipH="1">
                      <a:off x="4404160" y="2525415"/>
                      <a:ext cx="9572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D1D002D0-9FC9-743B-7B76-F0F7BEBA75AF}"/>
                        </a:ext>
                      </a:extLst>
                    </p:cNvPr>
                    <p:cNvCxnSpPr>
                      <a:cxnSpLocks/>
                    </p:cNvCxnSpPr>
                    <p:nvPr/>
                  </p:nvCxnSpPr>
                  <p:spPr>
                    <a:xfrm flipH="1">
                      <a:off x="2718235" y="2690938"/>
                      <a:ext cx="2986097" cy="2349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B7374160-8E77-ECB8-EF00-B915A34748F7}"/>
                        </a:ext>
                      </a:extLst>
                    </p:cNvPr>
                    <p:cNvCxnSpPr>
                      <a:cxnSpLocks/>
                    </p:cNvCxnSpPr>
                    <p:nvPr/>
                  </p:nvCxnSpPr>
                  <p:spPr>
                    <a:xfrm flipH="1">
                      <a:off x="5209032" y="2690938"/>
                      <a:ext cx="838200" cy="191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94" name="Connector: Curved 193">
                    <a:extLst>
                      <a:ext uri="{FF2B5EF4-FFF2-40B4-BE49-F238E27FC236}">
                        <a16:creationId xmlns:a16="http://schemas.microsoft.com/office/drawing/2014/main" id="{9CEE3DD0-9C7C-A6D6-094E-7CF19C5733D4}"/>
                      </a:ext>
                    </a:extLst>
                  </p:cNvPr>
                  <p:cNvCxnSpPr>
                    <a:stCxn id="201" idx="0"/>
                    <a:endCxn id="202" idx="1"/>
                  </p:cNvCxnSpPr>
                  <p:nvPr/>
                </p:nvCxnSpPr>
                <p:spPr>
                  <a:xfrm rot="5400000" flipH="1" flipV="1">
                    <a:off x="2383881" y="2753292"/>
                    <a:ext cx="808245" cy="2762807"/>
                  </a:xfrm>
                  <a:prstGeom prst="curvedConnector2">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5" name="Connector: Curved 194">
                    <a:extLst>
                      <a:ext uri="{FF2B5EF4-FFF2-40B4-BE49-F238E27FC236}">
                        <a16:creationId xmlns:a16="http://schemas.microsoft.com/office/drawing/2014/main" id="{4B1E03B0-5987-0C1C-0004-A005BD7FF3D8}"/>
                      </a:ext>
                    </a:extLst>
                  </p:cNvPr>
                  <p:cNvCxnSpPr>
                    <a:stCxn id="200" idx="2"/>
                    <a:endCxn id="202" idx="1"/>
                  </p:cNvCxnSpPr>
                  <p:nvPr/>
                </p:nvCxnSpPr>
                <p:spPr>
                  <a:xfrm rot="16200000" flipH="1">
                    <a:off x="2162561" y="1723726"/>
                    <a:ext cx="533096" cy="3480596"/>
                  </a:xfrm>
                  <a:prstGeom prst="curvedConnector2">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6" name="Connector: Curved 195">
                    <a:extLst>
                      <a:ext uri="{FF2B5EF4-FFF2-40B4-BE49-F238E27FC236}">
                        <a16:creationId xmlns:a16="http://schemas.microsoft.com/office/drawing/2014/main" id="{4A3B307A-92D4-F86E-AE53-91D5EE52DEF2}"/>
                      </a:ext>
                    </a:extLst>
                  </p:cNvPr>
                  <p:cNvCxnSpPr>
                    <a:stCxn id="203" idx="2"/>
                    <a:endCxn id="202" idx="1"/>
                  </p:cNvCxnSpPr>
                  <p:nvPr/>
                </p:nvCxnSpPr>
                <p:spPr>
                  <a:xfrm rot="16200000" flipH="1">
                    <a:off x="3020945" y="2582109"/>
                    <a:ext cx="807175" cy="1489749"/>
                  </a:xfrm>
                  <a:prstGeom prst="curved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89" name="TextBox 188">
                  <a:extLst>
                    <a:ext uri="{FF2B5EF4-FFF2-40B4-BE49-F238E27FC236}">
                      <a16:creationId xmlns:a16="http://schemas.microsoft.com/office/drawing/2014/main" id="{26D381B9-4850-FA90-8BD3-F4E6797B2E60}"/>
                    </a:ext>
                  </a:extLst>
                </p:cNvPr>
                <p:cNvSpPr txBox="1"/>
                <p:nvPr/>
              </p:nvSpPr>
              <p:spPr>
                <a:xfrm>
                  <a:off x="2457884" y="1984678"/>
                  <a:ext cx="321892" cy="319725"/>
                </a:xfrm>
                <a:prstGeom prst="rect">
                  <a:avLst/>
                </a:prstGeom>
                <a:noFill/>
              </p:spPr>
              <p:txBody>
                <a:bodyPr wrap="square" rtlCol="0">
                  <a:spAutoFit/>
                </a:bodyPr>
                <a:lstStyle/>
                <a:p>
                  <a:r>
                    <a:rPr lang="en-US" sz="1100"/>
                    <a:t>A</a:t>
                  </a:r>
                </a:p>
              </p:txBody>
            </p:sp>
            <p:sp>
              <p:nvSpPr>
                <p:cNvPr id="190" name="TextBox 189">
                  <a:extLst>
                    <a:ext uri="{FF2B5EF4-FFF2-40B4-BE49-F238E27FC236}">
                      <a16:creationId xmlns:a16="http://schemas.microsoft.com/office/drawing/2014/main" id="{93F1FD1A-B823-5698-F6FD-CD23D452D6A4}"/>
                    </a:ext>
                  </a:extLst>
                </p:cNvPr>
                <p:cNvSpPr txBox="1"/>
                <p:nvPr/>
              </p:nvSpPr>
              <p:spPr>
                <a:xfrm>
                  <a:off x="359041" y="2884187"/>
                  <a:ext cx="321892" cy="319725"/>
                </a:xfrm>
                <a:prstGeom prst="rect">
                  <a:avLst/>
                </a:prstGeom>
                <a:noFill/>
              </p:spPr>
              <p:txBody>
                <a:bodyPr wrap="square" rtlCol="0">
                  <a:spAutoFit/>
                </a:bodyPr>
                <a:lstStyle/>
                <a:p>
                  <a:r>
                    <a:rPr lang="en-US" sz="1100"/>
                    <a:t>B</a:t>
                  </a:r>
                </a:p>
              </p:txBody>
            </p:sp>
            <p:sp>
              <p:nvSpPr>
                <p:cNvPr id="191" name="TextBox 190">
                  <a:extLst>
                    <a:ext uri="{FF2B5EF4-FFF2-40B4-BE49-F238E27FC236}">
                      <a16:creationId xmlns:a16="http://schemas.microsoft.com/office/drawing/2014/main" id="{42454F33-2DF1-9902-5BE0-1B891923FD57}"/>
                    </a:ext>
                  </a:extLst>
                </p:cNvPr>
                <p:cNvSpPr txBox="1"/>
                <p:nvPr/>
              </p:nvSpPr>
              <p:spPr>
                <a:xfrm>
                  <a:off x="1162283" y="4539427"/>
                  <a:ext cx="321892" cy="319725"/>
                </a:xfrm>
                <a:prstGeom prst="rect">
                  <a:avLst/>
                </a:prstGeom>
                <a:noFill/>
              </p:spPr>
              <p:txBody>
                <a:bodyPr wrap="square" rtlCol="0">
                  <a:spAutoFit/>
                </a:bodyPr>
                <a:lstStyle/>
                <a:p>
                  <a:r>
                    <a:rPr lang="en-US" sz="1100"/>
                    <a:t>C</a:t>
                  </a:r>
                </a:p>
              </p:txBody>
            </p:sp>
            <p:sp>
              <p:nvSpPr>
                <p:cNvPr id="192" name="TextBox 191">
                  <a:extLst>
                    <a:ext uri="{FF2B5EF4-FFF2-40B4-BE49-F238E27FC236}">
                      <a16:creationId xmlns:a16="http://schemas.microsoft.com/office/drawing/2014/main" id="{DA190A62-D8C6-220D-E073-9D928847C23F}"/>
                    </a:ext>
                  </a:extLst>
                </p:cNvPr>
                <p:cNvSpPr txBox="1"/>
                <p:nvPr/>
              </p:nvSpPr>
              <p:spPr>
                <a:xfrm>
                  <a:off x="3209413" y="4405693"/>
                  <a:ext cx="321892" cy="319725"/>
                </a:xfrm>
                <a:prstGeom prst="rect">
                  <a:avLst/>
                </a:prstGeom>
                <a:noFill/>
              </p:spPr>
              <p:txBody>
                <a:bodyPr wrap="square" rtlCol="0">
                  <a:spAutoFit/>
                </a:bodyPr>
                <a:lstStyle/>
                <a:p>
                  <a:r>
                    <a:rPr lang="en-US" sz="1100"/>
                    <a:t>D</a:t>
                  </a:r>
                </a:p>
              </p:txBody>
            </p:sp>
          </p:grpSp>
          <p:sp>
            <p:nvSpPr>
              <p:cNvPr id="179" name="Oval 178">
                <a:extLst>
                  <a:ext uri="{FF2B5EF4-FFF2-40B4-BE49-F238E27FC236}">
                    <a16:creationId xmlns:a16="http://schemas.microsoft.com/office/drawing/2014/main" id="{8274A6C9-1B0F-E8D3-9E7C-0D45258670AB}"/>
                  </a:ext>
                </a:extLst>
              </p:cNvPr>
              <p:cNvSpPr/>
              <p:nvPr/>
            </p:nvSpPr>
            <p:spPr>
              <a:xfrm>
                <a:off x="3258031" y="393120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0" name="Oval 179">
                <a:extLst>
                  <a:ext uri="{FF2B5EF4-FFF2-40B4-BE49-F238E27FC236}">
                    <a16:creationId xmlns:a16="http://schemas.microsoft.com/office/drawing/2014/main" id="{92664407-ECD4-5C07-506C-DDD3BD2A5991}"/>
                  </a:ext>
                </a:extLst>
              </p:cNvPr>
              <p:cNvSpPr/>
              <p:nvPr/>
            </p:nvSpPr>
            <p:spPr>
              <a:xfrm>
                <a:off x="1557135" y="4383475"/>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1" name="Oval 180">
                <a:extLst>
                  <a:ext uri="{FF2B5EF4-FFF2-40B4-BE49-F238E27FC236}">
                    <a16:creationId xmlns:a16="http://schemas.microsoft.com/office/drawing/2014/main" id="{0FE452F0-324E-EE7D-357A-CFD8E66C80D4}"/>
                  </a:ext>
                </a:extLst>
              </p:cNvPr>
              <p:cNvSpPr/>
              <p:nvPr/>
            </p:nvSpPr>
            <p:spPr>
              <a:xfrm>
                <a:off x="1290877" y="3561903"/>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2" name="Oval 181">
                <a:extLst>
                  <a:ext uri="{FF2B5EF4-FFF2-40B4-BE49-F238E27FC236}">
                    <a16:creationId xmlns:a16="http://schemas.microsoft.com/office/drawing/2014/main" id="{85B2B2FE-83DE-6B1B-459D-41A4EFE8DAA5}"/>
                  </a:ext>
                </a:extLst>
              </p:cNvPr>
              <p:cNvSpPr/>
              <p:nvPr/>
            </p:nvSpPr>
            <p:spPr>
              <a:xfrm>
                <a:off x="2404461" y="3397779"/>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3" name="Oval 182">
                <a:extLst>
                  <a:ext uri="{FF2B5EF4-FFF2-40B4-BE49-F238E27FC236}">
                    <a16:creationId xmlns:a16="http://schemas.microsoft.com/office/drawing/2014/main" id="{4256E319-9AAC-D01C-D080-BD9796E27A61}"/>
                  </a:ext>
                </a:extLst>
              </p:cNvPr>
              <p:cNvSpPr/>
              <p:nvPr/>
            </p:nvSpPr>
            <p:spPr>
              <a:xfrm>
                <a:off x="2932825" y="4274478"/>
                <a:ext cx="168940" cy="179512"/>
              </a:xfrm>
              <a:prstGeom prst="ellipse">
                <a:avLst/>
              </a:prstGeom>
              <a:solidFill>
                <a:srgbClr val="000000"/>
              </a:solidFill>
              <a:ln w="6344" cap="flat">
                <a:noFill/>
                <a:prstDash val="solid"/>
                <a:miter/>
              </a:ln>
            </p:spPr>
            <p:txBody>
              <a:bodyPr rtlCol="0" anchor="ctr"/>
              <a:lstStyle/>
              <a:p>
                <a:pPr algn="l"/>
                <a:endParaRPr lang="en-US" sz="1100"/>
              </a:p>
            </p:txBody>
          </p:sp>
          <p:sp>
            <p:nvSpPr>
              <p:cNvPr id="184" name="TextBox 183">
                <a:extLst>
                  <a:ext uri="{FF2B5EF4-FFF2-40B4-BE49-F238E27FC236}">
                    <a16:creationId xmlns:a16="http://schemas.microsoft.com/office/drawing/2014/main" id="{A593AE13-1463-3FEB-18EA-D1B9B3663577}"/>
                  </a:ext>
                </a:extLst>
              </p:cNvPr>
              <p:cNvSpPr txBox="1"/>
              <p:nvPr/>
            </p:nvSpPr>
            <p:spPr>
              <a:xfrm>
                <a:off x="1630287" y="5371590"/>
                <a:ext cx="1534162" cy="526606"/>
              </a:xfrm>
              <a:prstGeom prst="rect">
                <a:avLst/>
              </a:prstGeom>
              <a:noFill/>
            </p:spPr>
            <p:txBody>
              <a:bodyPr wrap="square" rtlCol="0">
                <a:spAutoFit/>
              </a:bodyPr>
              <a:lstStyle/>
              <a:p>
                <a:r>
                  <a:rPr lang="en-US" sz="1100"/>
                  <a:t>EVPN Nodes (ARs)</a:t>
                </a:r>
              </a:p>
            </p:txBody>
          </p:sp>
          <p:cxnSp>
            <p:nvCxnSpPr>
              <p:cNvPr id="185" name="Straight Arrow Connector 184">
                <a:extLst>
                  <a:ext uri="{FF2B5EF4-FFF2-40B4-BE49-F238E27FC236}">
                    <a16:creationId xmlns:a16="http://schemas.microsoft.com/office/drawing/2014/main" id="{786105B4-DA0B-6883-951A-7EAFB8109B49}"/>
                  </a:ext>
                </a:extLst>
              </p:cNvPr>
              <p:cNvCxnSpPr>
                <a:cxnSpLocks/>
                <a:stCxn id="184" idx="0"/>
                <a:endCxn id="183" idx="3"/>
              </p:cNvCxnSpPr>
              <p:nvPr/>
            </p:nvCxnSpPr>
            <p:spPr>
              <a:xfrm flipV="1">
                <a:off x="2397369" y="4427700"/>
                <a:ext cx="560197" cy="9438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FB5C56EC-4362-DF93-9331-458402845799}"/>
                  </a:ext>
                </a:extLst>
              </p:cNvPr>
              <p:cNvCxnSpPr>
                <a:stCxn id="184" idx="0"/>
                <a:endCxn id="180" idx="5"/>
              </p:cNvCxnSpPr>
              <p:nvPr/>
            </p:nvCxnSpPr>
            <p:spPr>
              <a:xfrm flipH="1" flipV="1">
                <a:off x="1701334" y="4536697"/>
                <a:ext cx="696035" cy="83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Straight Arrow Connector 186">
                <a:extLst>
                  <a:ext uri="{FF2B5EF4-FFF2-40B4-BE49-F238E27FC236}">
                    <a16:creationId xmlns:a16="http://schemas.microsoft.com/office/drawing/2014/main" id="{1D3A4063-5D02-754B-39FC-906189B4A1D1}"/>
                  </a:ext>
                </a:extLst>
              </p:cNvPr>
              <p:cNvCxnSpPr>
                <a:stCxn id="184" idx="0"/>
                <a:endCxn id="179" idx="5"/>
              </p:cNvCxnSpPr>
              <p:nvPr/>
            </p:nvCxnSpPr>
            <p:spPr>
              <a:xfrm flipV="1">
                <a:off x="2397369" y="4084432"/>
                <a:ext cx="1004860" cy="128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21" name="TextBox 220">
              <a:extLst>
                <a:ext uri="{FF2B5EF4-FFF2-40B4-BE49-F238E27FC236}">
                  <a16:creationId xmlns:a16="http://schemas.microsoft.com/office/drawing/2014/main" id="{44AA38CA-2D35-461E-49F7-017257BFDA28}"/>
                </a:ext>
              </a:extLst>
            </p:cNvPr>
            <p:cNvSpPr txBox="1"/>
            <p:nvPr/>
          </p:nvSpPr>
          <p:spPr>
            <a:xfrm>
              <a:off x="8742925" y="1819602"/>
              <a:ext cx="290840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a:t>GLOBAL SIEBEL</a:t>
              </a:r>
            </a:p>
          </p:txBody>
        </p:sp>
      </p:grpSp>
      <p:sp>
        <p:nvSpPr>
          <p:cNvPr id="222" name="TextBox 221">
            <a:extLst>
              <a:ext uri="{FF2B5EF4-FFF2-40B4-BE49-F238E27FC236}">
                <a16:creationId xmlns:a16="http://schemas.microsoft.com/office/drawing/2014/main" id="{4030D20E-3621-E693-1F01-7FA7B58B92F1}"/>
              </a:ext>
            </a:extLst>
          </p:cNvPr>
          <p:cNvSpPr txBox="1"/>
          <p:nvPr/>
        </p:nvSpPr>
        <p:spPr>
          <a:xfrm>
            <a:off x="8267096" y="719481"/>
            <a:ext cx="3682926" cy="6001643"/>
          </a:xfrm>
          <a:prstGeom prst="rect">
            <a:avLst/>
          </a:prstGeom>
          <a:noFill/>
        </p:spPr>
        <p:txBody>
          <a:bodyPr wrap="square" lIns="91440" tIns="45720" rIns="91440" bIns="45720" rtlCol="0" anchor="t">
            <a:spAutoFit/>
          </a:bodyPr>
          <a:lstStyle/>
          <a:p>
            <a:pPr marL="285750" indent="-285750">
              <a:buFont typeface="Arial"/>
              <a:buChar char="•"/>
            </a:pPr>
            <a:r>
              <a:rPr lang="en-US" sz="1600"/>
              <a:t>Migrate EVPN DCA as a Standard EVPN Service with Network and EVPN Access Orders with Bespoke flag enabled</a:t>
            </a:r>
          </a:p>
          <a:p>
            <a:pPr marL="285750" indent="-285750">
              <a:buFont typeface="Arial"/>
              <a:buChar char="•"/>
            </a:pPr>
            <a:r>
              <a:rPr lang="en-US" sz="1600"/>
              <a:t>DCA Information will be available in Notes or Attachments (assuming it is already available in Notes and Attachments) </a:t>
            </a:r>
          </a:p>
          <a:p>
            <a:pPr marL="285750" indent="-285750">
              <a:buFont typeface="Arial"/>
              <a:buChar char="•"/>
            </a:pPr>
            <a:r>
              <a:rPr lang="en-US" sz="1600">
                <a:cs typeface="Arial"/>
              </a:rPr>
              <a:t>Siebel: Solution Reference = DCA EVPN Site and Special Instructions field to capture DCA Configuration</a:t>
            </a:r>
            <a:endParaRPr lang="en-US" sz="1600" dirty="0">
              <a:cs typeface="Arial"/>
            </a:endParaRPr>
          </a:p>
          <a:p>
            <a:pPr marL="285750" indent="-285750">
              <a:buFont typeface="Arial"/>
              <a:buChar char="•"/>
            </a:pPr>
            <a:r>
              <a:rPr lang="en-US" sz="1600">
                <a:cs typeface="Arial"/>
              </a:rPr>
              <a:t>Inventory will be aligned accordingly </a:t>
            </a:r>
          </a:p>
          <a:p>
            <a:pPr marL="285750" indent="-285750">
              <a:buFont typeface="Arial"/>
              <a:buChar char="•"/>
            </a:pPr>
            <a:r>
              <a:rPr lang="en-US" sz="1600">
                <a:cs typeface="Arial"/>
              </a:rPr>
              <a:t>Proactive Monitoring and Performance Reporting should work as standard EVPN ( SMARTs and Skylight)</a:t>
            </a:r>
          </a:p>
          <a:p>
            <a:pPr marL="285750" indent="-285750">
              <a:buFont typeface="Arial"/>
              <a:buChar char="•"/>
            </a:pPr>
            <a:r>
              <a:rPr lang="en-US" sz="1600">
                <a:cs typeface="Arial"/>
              </a:rPr>
              <a:t>Invoice Text in Kenan will be aligned accordingly ( EVPN DCA Invoice from Asia)</a:t>
            </a:r>
          </a:p>
          <a:p>
            <a:pPr marL="285750" indent="-285750">
              <a:buFont typeface="Arial"/>
              <a:buChar char="•"/>
            </a:pPr>
            <a:r>
              <a:rPr lang="en-US" sz="1600">
                <a:cs typeface="Arial"/>
              </a:rPr>
              <a:t>Migration from Standard EVPN to DCA EVPN should be as part of ASA Program</a:t>
            </a:r>
          </a:p>
          <a:p>
            <a:pPr marL="285750" indent="-285750">
              <a:buFont typeface="Arial"/>
              <a:buChar char="•"/>
            </a:pPr>
            <a:endParaRPr lang="en-US" sz="1600">
              <a:cs typeface="Arial"/>
            </a:endParaRPr>
          </a:p>
        </p:txBody>
      </p:sp>
      <p:sp>
        <p:nvSpPr>
          <p:cNvPr id="4" name="TextBox 3">
            <a:extLst>
              <a:ext uri="{FF2B5EF4-FFF2-40B4-BE49-F238E27FC236}">
                <a16:creationId xmlns:a16="http://schemas.microsoft.com/office/drawing/2014/main" id="{AC9CA41D-6FCA-4D59-69CD-F3D1342DAE1B}"/>
              </a:ext>
            </a:extLst>
          </p:cNvPr>
          <p:cNvSpPr txBox="1"/>
          <p:nvPr/>
        </p:nvSpPr>
        <p:spPr>
          <a:xfrm>
            <a:off x="7823900" y="3371162"/>
            <a:ext cx="193190" cy="261610"/>
          </a:xfrm>
          <a:prstGeom prst="rect">
            <a:avLst/>
          </a:prstGeom>
          <a:noFill/>
        </p:spPr>
        <p:txBody>
          <a:bodyPr wrap="square" rtlCol="0">
            <a:spAutoFit/>
          </a:bodyPr>
          <a:lstStyle/>
          <a:p>
            <a:r>
              <a:rPr lang="en-US" sz="1100"/>
              <a:t>E</a:t>
            </a:r>
          </a:p>
        </p:txBody>
      </p:sp>
      <p:sp>
        <p:nvSpPr>
          <p:cNvPr id="6" name="TextBox 5">
            <a:extLst>
              <a:ext uri="{FF2B5EF4-FFF2-40B4-BE49-F238E27FC236}">
                <a16:creationId xmlns:a16="http://schemas.microsoft.com/office/drawing/2014/main" id="{AB08BF84-105F-6700-488C-C3E980F18BE6}"/>
              </a:ext>
            </a:extLst>
          </p:cNvPr>
          <p:cNvSpPr txBox="1"/>
          <p:nvPr/>
        </p:nvSpPr>
        <p:spPr>
          <a:xfrm>
            <a:off x="6912073" y="175590"/>
            <a:ext cx="1355373" cy="369332"/>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r>
              <a:rPr lang="en-US" b="1"/>
              <a:t>Approved</a:t>
            </a:r>
          </a:p>
        </p:txBody>
      </p:sp>
    </p:spTree>
    <p:extLst>
      <p:ext uri="{BB962C8B-B14F-4D97-AF65-F5344CB8AC3E}">
        <p14:creationId xmlns:p14="http://schemas.microsoft.com/office/powerpoint/2010/main" val="235073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C77A-72E0-E604-05F0-80F635BE0CFC}"/>
              </a:ext>
            </a:extLst>
          </p:cNvPr>
          <p:cNvSpPr>
            <a:spLocks noGrp="1"/>
          </p:cNvSpPr>
          <p:nvPr>
            <p:ph type="title"/>
          </p:nvPr>
        </p:nvSpPr>
        <p:spPr/>
        <p:txBody>
          <a:bodyPr/>
          <a:lstStyle/>
          <a:p>
            <a:r>
              <a:rPr lang="en-US">
                <a:latin typeface="Arial"/>
                <a:cs typeface="Arial"/>
              </a:rPr>
              <a:t>Asia Invoice for EVPN DCA</a:t>
            </a:r>
            <a:endParaRPr lang="en-US"/>
          </a:p>
        </p:txBody>
      </p:sp>
      <p:pic>
        <p:nvPicPr>
          <p:cNvPr id="3" name="Picture 2" descr="A screenshot of a computer&#10;&#10;AI-generated content may be incorrect.">
            <a:extLst>
              <a:ext uri="{FF2B5EF4-FFF2-40B4-BE49-F238E27FC236}">
                <a16:creationId xmlns:a16="http://schemas.microsoft.com/office/drawing/2014/main" id="{01612D8A-7D51-E9AD-8894-6983C56A661A}"/>
              </a:ext>
            </a:extLst>
          </p:cNvPr>
          <p:cNvPicPr>
            <a:picLocks noChangeAspect="1"/>
          </p:cNvPicPr>
          <p:nvPr/>
        </p:nvPicPr>
        <p:blipFill>
          <a:blip r:embed="rId2"/>
          <a:stretch>
            <a:fillRect/>
          </a:stretch>
        </p:blipFill>
        <p:spPr>
          <a:xfrm>
            <a:off x="185047" y="804773"/>
            <a:ext cx="9126310" cy="5693227"/>
          </a:xfrm>
          <a:prstGeom prst="rect">
            <a:avLst/>
          </a:prstGeom>
        </p:spPr>
      </p:pic>
      <p:sp>
        <p:nvSpPr>
          <p:cNvPr id="6" name="Callout: Line with Border and Accent Bar 5">
            <a:extLst>
              <a:ext uri="{FF2B5EF4-FFF2-40B4-BE49-F238E27FC236}">
                <a16:creationId xmlns:a16="http://schemas.microsoft.com/office/drawing/2014/main" id="{EA8B6DFD-C2B9-ADFF-85D3-5AACD9CAAE30}"/>
              </a:ext>
            </a:extLst>
          </p:cNvPr>
          <p:cNvSpPr/>
          <p:nvPr/>
        </p:nvSpPr>
        <p:spPr>
          <a:xfrm>
            <a:off x="6864096" y="1845616"/>
            <a:ext cx="2051304" cy="429768"/>
          </a:xfrm>
          <a:prstGeom prst="accentBorderCallout1">
            <a:avLst>
              <a:gd name="adj1" fmla="val 18750"/>
              <a:gd name="adj2" fmla="val -8333"/>
              <a:gd name="adj3" fmla="val 52926"/>
              <a:gd name="adj4" fmla="val -81422"/>
            </a:avLst>
          </a:prstGeom>
          <a:solidFill>
            <a:schemeClr val="bg1"/>
          </a:solidFill>
          <a:ln w="6344" cap="flat">
            <a:solidFill>
              <a:srgbClr val="000000"/>
            </a:solidFill>
            <a:prstDash val="solid"/>
            <a:miter/>
          </a:ln>
        </p:spPr>
        <p:txBody>
          <a:bodyPr rtlCol="0" anchor="ctr"/>
          <a:lstStyle/>
          <a:p>
            <a:pPr algn="l"/>
            <a:r>
              <a:rPr lang="en-US" sz="1400"/>
              <a:t>It will not be printed</a:t>
            </a:r>
          </a:p>
        </p:txBody>
      </p:sp>
      <p:sp>
        <p:nvSpPr>
          <p:cNvPr id="7" name="Callout: Line with Border and Accent Bar 6">
            <a:extLst>
              <a:ext uri="{FF2B5EF4-FFF2-40B4-BE49-F238E27FC236}">
                <a16:creationId xmlns:a16="http://schemas.microsoft.com/office/drawing/2014/main" id="{B612C7AA-36FB-18C5-F7B6-A45AA2D6F668}"/>
              </a:ext>
            </a:extLst>
          </p:cNvPr>
          <p:cNvSpPr/>
          <p:nvPr/>
        </p:nvSpPr>
        <p:spPr>
          <a:xfrm>
            <a:off x="6220968" y="1325739"/>
            <a:ext cx="2051304" cy="429768"/>
          </a:xfrm>
          <a:prstGeom prst="accentBorderCallout1">
            <a:avLst>
              <a:gd name="adj1" fmla="val 18750"/>
              <a:gd name="adj2" fmla="val -8333"/>
              <a:gd name="adj3" fmla="val 131649"/>
              <a:gd name="adj4" fmla="val -107722"/>
            </a:avLst>
          </a:prstGeom>
          <a:solidFill>
            <a:schemeClr val="bg1"/>
          </a:solidFill>
          <a:ln w="6344" cap="flat">
            <a:solidFill>
              <a:srgbClr val="000000"/>
            </a:solidFill>
            <a:prstDash val="solid"/>
            <a:miter/>
          </a:ln>
        </p:spPr>
        <p:txBody>
          <a:bodyPr lIns="91440" tIns="45720" rIns="91440" bIns="45720" rtlCol="0" anchor="ctr"/>
          <a:lstStyle/>
          <a:p>
            <a:r>
              <a:rPr lang="en-US" sz="1400"/>
              <a:t>Display Solution Reference</a:t>
            </a:r>
          </a:p>
        </p:txBody>
      </p:sp>
      <p:sp>
        <p:nvSpPr>
          <p:cNvPr id="8" name="Rectangle 7">
            <a:extLst>
              <a:ext uri="{FF2B5EF4-FFF2-40B4-BE49-F238E27FC236}">
                <a16:creationId xmlns:a16="http://schemas.microsoft.com/office/drawing/2014/main" id="{7A06B188-581F-131B-1E02-53D4995142DD}"/>
              </a:ext>
            </a:extLst>
          </p:cNvPr>
          <p:cNvSpPr/>
          <p:nvPr/>
        </p:nvSpPr>
        <p:spPr>
          <a:xfrm>
            <a:off x="1225296" y="4462272"/>
            <a:ext cx="3864864" cy="292608"/>
          </a:xfrm>
          <a:prstGeom prst="rect">
            <a:avLst/>
          </a:prstGeom>
          <a:solidFill>
            <a:schemeClr val="bg1"/>
          </a:solidFill>
          <a:ln w="6344" cap="flat">
            <a:noFill/>
            <a:prstDash val="solid"/>
            <a:miter/>
          </a:ln>
        </p:spPr>
        <p:txBody>
          <a:bodyPr rtlCol="0" anchor="ctr"/>
          <a:lstStyle/>
          <a:p>
            <a:pPr algn="l"/>
            <a:endParaRPr lang="en-US"/>
          </a:p>
        </p:txBody>
      </p:sp>
      <p:sp>
        <p:nvSpPr>
          <p:cNvPr id="9" name="Speech Bubble: Rectangle 8">
            <a:extLst>
              <a:ext uri="{FF2B5EF4-FFF2-40B4-BE49-F238E27FC236}">
                <a16:creationId xmlns:a16="http://schemas.microsoft.com/office/drawing/2014/main" id="{51818599-5FCF-3138-FACB-412076A45A4D}"/>
              </a:ext>
            </a:extLst>
          </p:cNvPr>
          <p:cNvSpPr/>
          <p:nvPr/>
        </p:nvSpPr>
        <p:spPr>
          <a:xfrm>
            <a:off x="9464040" y="813887"/>
            <a:ext cx="2651760" cy="2066473"/>
          </a:xfrm>
          <a:prstGeom prst="wedgeRectCallout">
            <a:avLst>
              <a:gd name="adj1" fmla="val -90488"/>
              <a:gd name="adj2" fmla="val -2129"/>
            </a:avLst>
          </a:prstGeom>
          <a:solidFill>
            <a:schemeClr val="bg1"/>
          </a:solidFill>
          <a:ln w="6344" cap="flat">
            <a:noFill/>
            <a:prstDash val="solid"/>
            <a:miter/>
          </a:ln>
        </p:spPr>
        <p:txBody>
          <a:bodyPr lIns="91440" tIns="45720" rIns="91440" bIns="45720" rtlCol="0" anchor="ctr"/>
          <a:lstStyle/>
          <a:p>
            <a:r>
              <a:rPr lang="en-US" sz="1600" dirty="0"/>
              <a:t>There will impact on Invoices for all of the migrated Products. Highlight that there would be PR change required here for all Migrated Products as part of Foundation Billing Design</a:t>
            </a:r>
            <a:endParaRPr lang="en-US" sz="1600" dirty="0">
              <a:cs typeface="Arial"/>
            </a:endParaRPr>
          </a:p>
          <a:p>
            <a:endParaRPr lang="en-US" sz="1600" dirty="0">
              <a:cs typeface="Arial"/>
            </a:endParaRPr>
          </a:p>
        </p:txBody>
      </p:sp>
    </p:spTree>
    <p:extLst>
      <p:ext uri="{BB962C8B-B14F-4D97-AF65-F5344CB8AC3E}">
        <p14:creationId xmlns:p14="http://schemas.microsoft.com/office/powerpoint/2010/main" val="330410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6EF5-10CB-481E-FC49-C90A168FC6B7}"/>
              </a:ext>
            </a:extLst>
          </p:cNvPr>
          <p:cNvSpPr>
            <a:spLocks noGrp="1"/>
          </p:cNvSpPr>
          <p:nvPr>
            <p:ph type="title"/>
          </p:nvPr>
        </p:nvSpPr>
        <p:spPr/>
        <p:txBody>
          <a:bodyPr/>
          <a:lstStyle/>
          <a:p>
            <a:r>
              <a:rPr lang="en-US"/>
              <a:t>SIP </a:t>
            </a:r>
            <a:r>
              <a:rPr lang="en-US" err="1"/>
              <a:t>Trunking</a:t>
            </a:r>
            <a:r>
              <a:rPr lang="en-US"/>
              <a:t> PR Changes</a:t>
            </a:r>
          </a:p>
        </p:txBody>
      </p:sp>
      <p:sp>
        <p:nvSpPr>
          <p:cNvPr id="3" name="Content Placeholder 2">
            <a:extLst>
              <a:ext uri="{FF2B5EF4-FFF2-40B4-BE49-F238E27FC236}">
                <a16:creationId xmlns:a16="http://schemas.microsoft.com/office/drawing/2014/main" id="{49269E9C-21D5-699E-A088-CAFFE6FA196F}"/>
              </a:ext>
            </a:extLst>
          </p:cNvPr>
          <p:cNvSpPr>
            <a:spLocks noGrp="1"/>
          </p:cNvSpPr>
          <p:nvPr>
            <p:ph idx="1"/>
          </p:nvPr>
        </p:nvSpPr>
        <p:spPr/>
        <p:txBody>
          <a:bodyPr/>
          <a:lstStyle/>
          <a:p>
            <a:r>
              <a:rPr lang="en-US"/>
              <a:t>Thanks for joining today's call. Due to budget constraints highlighted by Kaneyama-</a:t>
            </a:r>
            <a:r>
              <a:rPr lang="en-US" err="1"/>
              <a:t>san</a:t>
            </a:r>
            <a:r>
              <a:rPr lang="en-US"/>
              <a:t>, we agreed on below migration approach for Voice Product:</a:t>
            </a:r>
          </a:p>
          <a:p>
            <a:r>
              <a:rPr lang="en-US"/>
              <a:t>Attendees: Kaneyama-</a:t>
            </a:r>
            <a:r>
              <a:rPr lang="en-US" err="1"/>
              <a:t>san</a:t>
            </a:r>
            <a:r>
              <a:rPr lang="en-US"/>
              <a:t>, Anil, Muthu</a:t>
            </a:r>
          </a:p>
          <a:p>
            <a:r>
              <a:rPr lang="en-US"/>
              <a:t> </a:t>
            </a:r>
          </a:p>
          <a:p>
            <a:pPr lvl="0"/>
            <a:r>
              <a:rPr lang="en-US"/>
              <a:t> Asia features which cannot be mapped with EU SIP </a:t>
            </a:r>
            <a:r>
              <a:rPr lang="en-US" err="1"/>
              <a:t>Trunking</a:t>
            </a:r>
            <a:r>
              <a:rPr lang="en-US"/>
              <a:t> features will be migrated under Asia Voice Features, and no development will be done in Global Siebel for these products. </a:t>
            </a:r>
            <a:r>
              <a:rPr lang="en-US" err="1"/>
              <a:t>FreeCONTACT</a:t>
            </a:r>
            <a:r>
              <a:rPr lang="en-US"/>
              <a:t>, </a:t>
            </a:r>
            <a:r>
              <a:rPr lang="en-US" err="1"/>
              <a:t>FreeCONTACT</a:t>
            </a:r>
            <a:r>
              <a:rPr lang="en-US"/>
              <a:t> option, Channels will be migrated under Asia Voice features in Global Siebel.</a:t>
            </a:r>
          </a:p>
          <a:p>
            <a:r>
              <a:rPr lang="en-US"/>
              <a:t> </a:t>
            </a:r>
          </a:p>
          <a:p>
            <a:pPr lvl="0"/>
            <a:r>
              <a:rPr lang="en-US"/>
              <a:t> Asia Features which can be </a:t>
            </a:r>
            <a:r>
              <a:rPr lang="en-US" err="1"/>
              <a:t>maped</a:t>
            </a:r>
            <a:r>
              <a:rPr lang="en-US"/>
              <a:t> with existing EU SIP </a:t>
            </a:r>
            <a:r>
              <a:rPr lang="en-US" err="1"/>
              <a:t>Trunking</a:t>
            </a:r>
            <a:r>
              <a:rPr lang="en-US"/>
              <a:t> features will be migrated under SIP </a:t>
            </a:r>
            <a:r>
              <a:rPr lang="en-US" err="1"/>
              <a:t>Trunking</a:t>
            </a:r>
            <a:r>
              <a:rPr lang="en-US"/>
              <a:t>—&gt; Voice Features. DR CONTACT will be mapped to Partial Number Replacement; </a:t>
            </a:r>
            <a:r>
              <a:rPr lang="en-US" err="1"/>
              <a:t>CityCONTACT</a:t>
            </a:r>
            <a:r>
              <a:rPr lang="en-US"/>
              <a:t> and Global CONTACT will be mapped to Call Forwarding as agreed earlier.</a:t>
            </a:r>
          </a:p>
          <a:p>
            <a:r>
              <a:rPr lang="en-US">
                <a:hlinkClick r:id="rId2"/>
              </a:rPr>
              <a:t>@Kaneyama, Yoshikazu</a:t>
            </a:r>
            <a:r>
              <a:rPr lang="en-US"/>
              <a:t>: Please discuss with Mitchell and let us know the way forward.</a:t>
            </a:r>
          </a:p>
          <a:p>
            <a:endParaRPr lang="en-US"/>
          </a:p>
        </p:txBody>
      </p:sp>
    </p:spTree>
    <p:extLst>
      <p:ext uri="{BB962C8B-B14F-4D97-AF65-F5344CB8AC3E}">
        <p14:creationId xmlns:p14="http://schemas.microsoft.com/office/powerpoint/2010/main" val="384463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AAF9-FC1F-AFF5-0DC1-21F830841E85}"/>
              </a:ext>
            </a:extLst>
          </p:cNvPr>
          <p:cNvSpPr>
            <a:spLocks noGrp="1"/>
          </p:cNvSpPr>
          <p:nvPr>
            <p:ph type="title"/>
          </p:nvPr>
        </p:nvSpPr>
        <p:spPr/>
        <p:txBody>
          <a:bodyPr/>
          <a:lstStyle/>
          <a:p>
            <a:r>
              <a:rPr lang="en-US"/>
              <a:t>SIP </a:t>
            </a:r>
            <a:r>
              <a:rPr lang="en-US" err="1"/>
              <a:t>Trunking</a:t>
            </a:r>
            <a:r>
              <a:rPr lang="en-US"/>
              <a:t> Requirements - </a:t>
            </a:r>
          </a:p>
        </p:txBody>
      </p:sp>
      <p:sp>
        <p:nvSpPr>
          <p:cNvPr id="3" name="Content Placeholder 2">
            <a:extLst>
              <a:ext uri="{FF2B5EF4-FFF2-40B4-BE49-F238E27FC236}">
                <a16:creationId xmlns:a16="http://schemas.microsoft.com/office/drawing/2014/main" id="{F91F464C-6AB0-4813-1823-9DFEA9DB37F0}"/>
              </a:ext>
            </a:extLst>
          </p:cNvPr>
          <p:cNvSpPr>
            <a:spLocks noGrp="1"/>
          </p:cNvSpPr>
          <p:nvPr>
            <p:ph idx="1"/>
          </p:nvPr>
        </p:nvSpPr>
        <p:spPr>
          <a:xfrm>
            <a:off x="513470" y="758952"/>
            <a:ext cx="11364586" cy="5952744"/>
          </a:xfrm>
        </p:spPr>
        <p:txBody>
          <a:bodyPr>
            <a:normAutofit lnSpcReduction="10000"/>
          </a:bodyPr>
          <a:lstStyle/>
          <a:p>
            <a:r>
              <a:rPr lang="en-GB"/>
              <a:t>SIP </a:t>
            </a:r>
            <a:r>
              <a:rPr lang="en-GB" err="1"/>
              <a:t>Truking</a:t>
            </a:r>
            <a:r>
              <a:rPr lang="en-GB"/>
              <a:t>/</a:t>
            </a:r>
            <a:r>
              <a:rPr lang="en-GB" err="1"/>
              <a:t>VLv</a:t>
            </a:r>
            <a:r>
              <a:rPr lang="en-GB"/>
              <a:t>: Channel Option as New Feature – Descoped</a:t>
            </a:r>
          </a:p>
          <a:p>
            <a:r>
              <a:rPr lang="en-GB"/>
              <a:t>SIP </a:t>
            </a:r>
            <a:r>
              <a:rPr lang="en-GB" err="1"/>
              <a:t>Truking</a:t>
            </a:r>
            <a:r>
              <a:rPr lang="en-GB"/>
              <a:t>/</a:t>
            </a:r>
            <a:r>
              <a:rPr lang="en-GB" err="1"/>
              <a:t>VLv</a:t>
            </a:r>
            <a:r>
              <a:rPr lang="en-GB"/>
              <a:t>: </a:t>
            </a:r>
            <a:r>
              <a:rPr lang="en-GB" err="1"/>
              <a:t>FreeContact</a:t>
            </a:r>
            <a:r>
              <a:rPr lang="en-GB"/>
              <a:t>/KVH International </a:t>
            </a:r>
            <a:r>
              <a:rPr lang="en-GB" err="1"/>
              <a:t>FreeCONTACT</a:t>
            </a:r>
            <a:r>
              <a:rPr lang="en-GB"/>
              <a:t> as New Feature – Descoped</a:t>
            </a:r>
          </a:p>
          <a:p>
            <a:r>
              <a:rPr lang="en-GB"/>
              <a:t>SIP </a:t>
            </a:r>
            <a:r>
              <a:rPr lang="en-GB" err="1"/>
              <a:t>Truking</a:t>
            </a:r>
            <a:r>
              <a:rPr lang="en-GB"/>
              <a:t>/</a:t>
            </a:r>
            <a:r>
              <a:rPr lang="en-GB" err="1"/>
              <a:t>VLv</a:t>
            </a:r>
            <a:r>
              <a:rPr lang="en-GB"/>
              <a:t>: </a:t>
            </a:r>
            <a:r>
              <a:rPr lang="en-GB" err="1"/>
              <a:t>FreeContact</a:t>
            </a:r>
            <a:r>
              <a:rPr lang="en-GB"/>
              <a:t> Option Service as New Feature – Descoped</a:t>
            </a:r>
          </a:p>
          <a:p>
            <a:r>
              <a:rPr lang="en-GB"/>
              <a:t>Invoices for Voice migrated orders - </a:t>
            </a:r>
            <a:r>
              <a:rPr lang="en-US"/>
              <a:t>The invoice format for Asia customers is different from Invoice for EU customers. Currently BRM provides a feed to IIS to generate invoices for Asia customers. Post Migration, Kenan should be capable of providing feed to IIS , so that invoice format of Asia customers can b retained.</a:t>
            </a:r>
          </a:p>
          <a:p>
            <a:pPr lvl="1"/>
            <a:r>
              <a:rPr lang="en-US"/>
              <a:t>AC:001 - Kenan should be able to provide data feed for Voice orders to IIS , same as BRM, so that Invoice format for Asia customers can be retained.</a:t>
            </a:r>
          </a:p>
          <a:p>
            <a:r>
              <a:rPr lang="en-GB"/>
              <a:t>APT for Asia Voice orders - </a:t>
            </a:r>
            <a:r>
              <a:rPr lang="en-US"/>
              <a:t>Currently for Asia Voice orders, configuration is done directly on switch by TAC team using scripts. Post migration APT should support Asia country orders and configuration as well</a:t>
            </a:r>
          </a:p>
          <a:p>
            <a:pPr lvl="1"/>
            <a:r>
              <a:rPr lang="en-US"/>
              <a:t>AC:001 - APT should be enhanced/developed to allow configuration of Asia Voice orders</a:t>
            </a:r>
          </a:p>
          <a:p>
            <a:pPr lvl="1"/>
            <a:r>
              <a:rPr lang="en-US"/>
              <a:t>AC:002 - APT should be able to send data to switches for Asia Voice orders.</a:t>
            </a:r>
          </a:p>
          <a:p>
            <a:pPr lvl="1"/>
            <a:r>
              <a:rPr lang="en-US"/>
              <a:t>AC:003 - Features specific to Asia Voice orders should be configurable via APT.</a:t>
            </a:r>
          </a:p>
          <a:p>
            <a:r>
              <a:rPr lang="en-GB"/>
              <a:t>NMTS for Asia Voice Orders - </a:t>
            </a:r>
            <a:r>
              <a:rPr lang="en-US"/>
              <a:t>Asia uses NMTS Asia for Voice numbers management. Post migration NMTS should be able to support numbers related operations for Asia orders</a:t>
            </a:r>
          </a:p>
          <a:p>
            <a:pPr lvl="1"/>
            <a:r>
              <a:rPr lang="en-US"/>
              <a:t>AC:001 - NMTS should be enhanced /developed to support Asia Numbers Management</a:t>
            </a:r>
          </a:p>
          <a:p>
            <a:pPr lvl="1"/>
            <a:r>
              <a:rPr lang="en-US"/>
              <a:t>AC:002 - All the screens like Number Search, Reservation, Allocation, Activation, Cease , porting should support Asian countries.</a:t>
            </a:r>
          </a:p>
          <a:p>
            <a:pPr lvl="1"/>
            <a:r>
              <a:rPr lang="en-US"/>
              <a:t>AC:003 - All existing numbers should be moved from NMTS Asia to NMTS with customer, OCN, status details</a:t>
            </a:r>
          </a:p>
          <a:p>
            <a:pPr marL="0" indent="0">
              <a:buNone/>
            </a:pPr>
            <a:endParaRPr lang="en-US"/>
          </a:p>
        </p:txBody>
      </p:sp>
    </p:spTree>
    <p:extLst>
      <p:ext uri="{BB962C8B-B14F-4D97-AF65-F5344CB8AC3E}">
        <p14:creationId xmlns:p14="http://schemas.microsoft.com/office/powerpoint/2010/main" val="170172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C5392-BDF9-CA9C-9990-91B9F5CB2A50}"/>
              </a:ext>
            </a:extLst>
          </p:cNvPr>
          <p:cNvSpPr>
            <a:spLocks noGrp="1"/>
          </p:cNvSpPr>
          <p:nvPr>
            <p:ph type="title"/>
          </p:nvPr>
        </p:nvSpPr>
        <p:spPr/>
        <p:txBody>
          <a:bodyPr/>
          <a:lstStyle/>
          <a:p>
            <a:r>
              <a:rPr lang="en-US"/>
              <a:t>Asia Invoice for Asia voice features when triggered from Global Siebel</a:t>
            </a:r>
          </a:p>
        </p:txBody>
      </p:sp>
      <p:pic>
        <p:nvPicPr>
          <p:cNvPr id="4" name="Picture 3">
            <a:extLst>
              <a:ext uri="{FF2B5EF4-FFF2-40B4-BE49-F238E27FC236}">
                <a16:creationId xmlns:a16="http://schemas.microsoft.com/office/drawing/2014/main" id="{168CC337-3A03-7932-24A3-77776006E1B2}"/>
              </a:ext>
            </a:extLst>
          </p:cNvPr>
          <p:cNvPicPr>
            <a:picLocks noChangeAspect="1"/>
          </p:cNvPicPr>
          <p:nvPr/>
        </p:nvPicPr>
        <p:blipFill>
          <a:blip r:embed="rId2"/>
          <a:stretch>
            <a:fillRect/>
          </a:stretch>
        </p:blipFill>
        <p:spPr>
          <a:xfrm>
            <a:off x="2071126" y="1823813"/>
            <a:ext cx="8049748" cy="3210373"/>
          </a:xfrm>
          <a:prstGeom prst="rect">
            <a:avLst/>
          </a:prstGeom>
        </p:spPr>
      </p:pic>
    </p:spTree>
    <p:extLst>
      <p:ext uri="{BB962C8B-B14F-4D97-AF65-F5344CB8AC3E}">
        <p14:creationId xmlns:p14="http://schemas.microsoft.com/office/powerpoint/2010/main" val="1442235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23C5-6BB1-2523-0840-1230D5F42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33299-EFD2-30E2-2FC5-1AFE2EA8E353}"/>
              </a:ext>
            </a:extLst>
          </p:cNvPr>
          <p:cNvSpPr>
            <a:spLocks noGrp="1"/>
          </p:cNvSpPr>
          <p:nvPr>
            <p:ph type="title"/>
          </p:nvPr>
        </p:nvSpPr>
        <p:spPr/>
        <p:txBody>
          <a:bodyPr/>
          <a:lstStyle/>
          <a:p>
            <a:r>
              <a:rPr lang="en-US"/>
              <a:t>Asia Invoice for SIP </a:t>
            </a:r>
            <a:r>
              <a:rPr lang="en-US" err="1"/>
              <a:t>Trunking</a:t>
            </a:r>
            <a:r>
              <a:rPr lang="en-US"/>
              <a:t> when triggered from Global Siebel</a:t>
            </a:r>
          </a:p>
        </p:txBody>
      </p:sp>
      <p:pic>
        <p:nvPicPr>
          <p:cNvPr id="5" name="Picture 4">
            <a:extLst>
              <a:ext uri="{FF2B5EF4-FFF2-40B4-BE49-F238E27FC236}">
                <a16:creationId xmlns:a16="http://schemas.microsoft.com/office/drawing/2014/main" id="{BC5CF907-1681-96F1-0B26-C8EC3DD0118F}"/>
              </a:ext>
            </a:extLst>
          </p:cNvPr>
          <p:cNvPicPr>
            <a:picLocks noChangeAspect="1"/>
          </p:cNvPicPr>
          <p:nvPr/>
        </p:nvPicPr>
        <p:blipFill>
          <a:blip r:embed="rId2"/>
          <a:stretch>
            <a:fillRect/>
          </a:stretch>
        </p:blipFill>
        <p:spPr>
          <a:xfrm>
            <a:off x="1981885" y="732252"/>
            <a:ext cx="7630590" cy="5887272"/>
          </a:xfrm>
          <a:prstGeom prst="rect">
            <a:avLst/>
          </a:prstGeom>
        </p:spPr>
      </p:pic>
    </p:spTree>
    <p:extLst>
      <p:ext uri="{BB962C8B-B14F-4D97-AF65-F5344CB8AC3E}">
        <p14:creationId xmlns:p14="http://schemas.microsoft.com/office/powerpoint/2010/main" val="667450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9F8E-5C62-5AB1-9ABB-E4D786C5ABC6}"/>
              </a:ext>
            </a:extLst>
          </p:cNvPr>
          <p:cNvSpPr>
            <a:spLocks noGrp="1"/>
          </p:cNvSpPr>
          <p:nvPr>
            <p:ph type="title"/>
          </p:nvPr>
        </p:nvSpPr>
        <p:spPr/>
        <p:txBody>
          <a:bodyPr/>
          <a:lstStyle/>
          <a:p>
            <a:r>
              <a:rPr lang="en-US">
                <a:latin typeface="Arial"/>
                <a:cs typeface="Arial"/>
              </a:rPr>
              <a:t>APT</a:t>
            </a:r>
            <a:br>
              <a:rPr lang="en-US" dirty="0">
                <a:latin typeface="Arial"/>
                <a:cs typeface="Arial"/>
              </a:rPr>
            </a:br>
            <a:endParaRPr lang="en-US"/>
          </a:p>
        </p:txBody>
      </p:sp>
      <p:sp>
        <p:nvSpPr>
          <p:cNvPr id="3" name="Content Placeholder 2">
            <a:extLst>
              <a:ext uri="{FF2B5EF4-FFF2-40B4-BE49-F238E27FC236}">
                <a16:creationId xmlns:a16="http://schemas.microsoft.com/office/drawing/2014/main" id="{7B8A2943-E92D-5527-EF59-4902E7D5A5F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2923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7AC0E-7362-3B4F-7574-04152B742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308BE-0909-0EF9-5DC6-A81503D2CB61}"/>
              </a:ext>
            </a:extLst>
          </p:cNvPr>
          <p:cNvSpPr>
            <a:spLocks noGrp="1"/>
          </p:cNvSpPr>
          <p:nvPr>
            <p:ph type="title"/>
          </p:nvPr>
        </p:nvSpPr>
        <p:spPr/>
        <p:txBody>
          <a:bodyPr/>
          <a:lstStyle/>
          <a:p>
            <a:r>
              <a:rPr lang="en-US">
                <a:latin typeface="Arial"/>
                <a:cs typeface="Arial"/>
              </a:rPr>
              <a:t>NMTS</a:t>
            </a:r>
            <a:br>
              <a:rPr lang="en-US" dirty="0">
                <a:latin typeface="Arial"/>
                <a:cs typeface="Arial"/>
              </a:rPr>
            </a:br>
            <a:endParaRPr lang="en-US">
              <a:cs typeface="Arial"/>
            </a:endParaRPr>
          </a:p>
        </p:txBody>
      </p:sp>
      <p:sp>
        <p:nvSpPr>
          <p:cNvPr id="3" name="Content Placeholder 2">
            <a:extLst>
              <a:ext uri="{FF2B5EF4-FFF2-40B4-BE49-F238E27FC236}">
                <a16:creationId xmlns:a16="http://schemas.microsoft.com/office/drawing/2014/main" id="{B521671F-2952-5F5C-1E02-0F3FC7031F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91543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E6F7E-5E8D-04F3-1A66-842EACDDB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E12A7-B2A0-F33E-9CEA-7162AE958F22}"/>
              </a:ext>
            </a:extLst>
          </p:cNvPr>
          <p:cNvSpPr>
            <a:spLocks noGrp="1"/>
          </p:cNvSpPr>
          <p:nvPr>
            <p:ph type="title"/>
          </p:nvPr>
        </p:nvSpPr>
        <p:spPr>
          <a:xfrm>
            <a:off x="513470" y="360000"/>
            <a:ext cx="9732940" cy="316275"/>
          </a:xfrm>
        </p:spPr>
        <p:txBody>
          <a:bodyPr>
            <a:normAutofit fontScale="90000"/>
          </a:bodyPr>
          <a:lstStyle/>
          <a:p>
            <a:r>
              <a:rPr lang="en-US"/>
              <a:t>End of Life Services (category 3)</a:t>
            </a:r>
            <a:br>
              <a:rPr lang="en-US"/>
            </a:br>
            <a:endParaRPr lang="en-US"/>
          </a:p>
        </p:txBody>
      </p:sp>
      <p:graphicFrame>
        <p:nvGraphicFramePr>
          <p:cNvPr id="5" name="Table 4">
            <a:extLst>
              <a:ext uri="{FF2B5EF4-FFF2-40B4-BE49-F238E27FC236}">
                <a16:creationId xmlns:a16="http://schemas.microsoft.com/office/drawing/2014/main" id="{CF10202F-F088-42CC-E0F2-8568FB92B3F9}"/>
              </a:ext>
            </a:extLst>
          </p:cNvPr>
          <p:cNvGraphicFramePr>
            <a:graphicFrameLocks noGrp="1"/>
          </p:cNvGraphicFramePr>
          <p:nvPr>
            <p:extLst>
              <p:ext uri="{D42A27DB-BD31-4B8C-83A1-F6EECF244321}">
                <p14:modId xmlns:p14="http://schemas.microsoft.com/office/powerpoint/2010/main" val="4063716175"/>
              </p:ext>
            </p:extLst>
          </p:nvPr>
        </p:nvGraphicFramePr>
        <p:xfrm>
          <a:off x="2449902" y="802257"/>
          <a:ext cx="7729269" cy="5512299"/>
        </p:xfrm>
        <a:graphic>
          <a:graphicData uri="http://schemas.openxmlformats.org/drawingml/2006/table">
            <a:tbl>
              <a:tblPr>
                <a:tableStyleId>{5C22544A-7EE6-4342-B048-85BDC9FD1C3A}</a:tableStyleId>
              </a:tblPr>
              <a:tblGrid>
                <a:gridCol w="2155107">
                  <a:extLst>
                    <a:ext uri="{9D8B030D-6E8A-4147-A177-3AD203B41FA5}">
                      <a16:colId xmlns:a16="http://schemas.microsoft.com/office/drawing/2014/main" val="1301535032"/>
                    </a:ext>
                  </a:extLst>
                </a:gridCol>
                <a:gridCol w="1001363">
                  <a:extLst>
                    <a:ext uri="{9D8B030D-6E8A-4147-A177-3AD203B41FA5}">
                      <a16:colId xmlns:a16="http://schemas.microsoft.com/office/drawing/2014/main" val="2457297327"/>
                    </a:ext>
                  </a:extLst>
                </a:gridCol>
                <a:gridCol w="527892">
                  <a:extLst>
                    <a:ext uri="{9D8B030D-6E8A-4147-A177-3AD203B41FA5}">
                      <a16:colId xmlns:a16="http://schemas.microsoft.com/office/drawing/2014/main" val="3752297353"/>
                    </a:ext>
                  </a:extLst>
                </a:gridCol>
                <a:gridCol w="1044901">
                  <a:extLst>
                    <a:ext uri="{9D8B030D-6E8A-4147-A177-3AD203B41FA5}">
                      <a16:colId xmlns:a16="http://schemas.microsoft.com/office/drawing/2014/main" val="2551292835"/>
                    </a:ext>
                  </a:extLst>
                </a:gridCol>
                <a:gridCol w="1142859">
                  <a:extLst>
                    <a:ext uri="{9D8B030D-6E8A-4147-A177-3AD203B41FA5}">
                      <a16:colId xmlns:a16="http://schemas.microsoft.com/office/drawing/2014/main" val="3423189776"/>
                    </a:ext>
                  </a:extLst>
                </a:gridCol>
                <a:gridCol w="669390">
                  <a:extLst>
                    <a:ext uri="{9D8B030D-6E8A-4147-A177-3AD203B41FA5}">
                      <a16:colId xmlns:a16="http://schemas.microsoft.com/office/drawing/2014/main" val="2144614048"/>
                    </a:ext>
                  </a:extLst>
                </a:gridCol>
                <a:gridCol w="1187757">
                  <a:extLst>
                    <a:ext uri="{9D8B030D-6E8A-4147-A177-3AD203B41FA5}">
                      <a16:colId xmlns:a16="http://schemas.microsoft.com/office/drawing/2014/main" val="90988787"/>
                    </a:ext>
                  </a:extLst>
                </a:gridCol>
              </a:tblGrid>
              <a:tr h="96707">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400" u="none" strike="noStrike">
                          <a:effectLst/>
                        </a:rPr>
                        <a:t>Column Labels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32184846"/>
                  </a:ext>
                </a:extLst>
              </a:tr>
              <a:tr h="96707">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Sum of Revenue (Month)　（EUR）</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400" u="none" strike="noStrike">
                          <a:effectLst/>
                        </a:rPr>
                        <a:t>Sum of Total Count</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Sum of Count (MRC &gt; 0) ,excluding N/A</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Total Sum of Revenue (Month)　（EUR）</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Total Sum of Total Count</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Total Sum of Count (MRC &gt; 0) ,excluding N/A</a:t>
                      </a:r>
                      <a:endParaRPr lang="en-GB"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475480680"/>
                  </a:ext>
                </a:extLst>
              </a:tr>
              <a:tr h="96707">
                <a:tc>
                  <a:txBody>
                    <a:bodyPr/>
                    <a:lstStyle/>
                    <a:p>
                      <a:pPr algn="l" fontAlgn="b">
                        <a:buNone/>
                      </a:pPr>
                      <a:r>
                        <a:rPr lang="en-US" sz="400" u="none" strike="noStrike">
                          <a:effectLst/>
                        </a:rPr>
                        <a:t>Row Labels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632507667"/>
                  </a:ext>
                </a:extLst>
              </a:tr>
              <a:tr h="96707">
                <a:tc>
                  <a:txBody>
                    <a:bodyPr/>
                    <a:lstStyle/>
                    <a:p>
                      <a:pPr algn="l" fontAlgn="b">
                        <a:buNone/>
                      </a:pPr>
                      <a:r>
                        <a:rPr lang="en-GB" sz="400" u="none" strike="noStrike">
                          <a:effectLst/>
                        </a:rPr>
                        <a:t>Colt Dedicated Cloud Access Option</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853263222"/>
                  </a:ext>
                </a:extLst>
              </a:tr>
              <a:tr h="96707">
                <a:tc>
                  <a:txBody>
                    <a:bodyPr/>
                    <a:lstStyle/>
                    <a:p>
                      <a:pPr algn="l" fontAlgn="b">
                        <a:buNone/>
                      </a:pPr>
                      <a:r>
                        <a:rPr lang="en-GB" sz="400" u="none" strike="noStrike">
                          <a:effectLst/>
                        </a:rPr>
                        <a:t>Colt Dedicated Cloud Access option (etherXEN Microsoft Azure Address Pack 1)</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81931344"/>
                  </a:ext>
                </a:extLst>
              </a:tr>
              <a:tr h="96707">
                <a:tc>
                  <a:txBody>
                    <a:bodyPr/>
                    <a:lstStyle/>
                    <a:p>
                      <a:pPr algn="l" fontAlgn="b">
                        <a:buNone/>
                      </a:pPr>
                      <a:r>
                        <a:rPr lang="en-US" sz="400" u="none" strike="noStrike">
                          <a:effectLst/>
                        </a:rPr>
                        <a:t>Colt Ethernet Hub &amp; Spoke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24131.47006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497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24131.47006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497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53452016"/>
                  </a:ext>
                </a:extLst>
              </a:tr>
              <a:tr h="96707">
                <a:tc>
                  <a:txBody>
                    <a:bodyPr/>
                    <a:lstStyle/>
                    <a:p>
                      <a:pPr algn="l" fontAlgn="b">
                        <a:buNone/>
                      </a:pPr>
                      <a:r>
                        <a:rPr lang="en-GB" sz="400" u="none" strike="noStrike">
                          <a:effectLst/>
                        </a:rPr>
                        <a:t>Colt Ethernet Hub and Spoke (Ether-MAN Plus Ethernet Aggregation Channel)</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21499.69776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450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21499.69776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450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3914705"/>
                  </a:ext>
                </a:extLst>
              </a:tr>
              <a:tr h="96707">
                <a:tc>
                  <a:txBody>
                    <a:bodyPr/>
                    <a:lstStyle/>
                    <a:p>
                      <a:pPr algn="l" fontAlgn="b">
                        <a:buNone/>
                      </a:pPr>
                      <a:r>
                        <a:rPr lang="en-GB" sz="400" u="none" strike="noStrike">
                          <a:effectLst/>
                        </a:rPr>
                        <a:t>Colt Ethernet Hub and Spoke (Ether-MAN Plus Ethernet Aggregation Host)</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2631.7723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2631.7723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700429492"/>
                  </a:ext>
                </a:extLst>
              </a:tr>
              <a:tr h="96707">
                <a:tc>
                  <a:txBody>
                    <a:bodyPr/>
                    <a:lstStyle/>
                    <a:p>
                      <a:pPr algn="l" fontAlgn="b">
                        <a:buNone/>
                      </a:pPr>
                      <a:r>
                        <a:rPr lang="en-US" sz="400" u="none" strike="noStrike">
                          <a:effectLst/>
                        </a:rPr>
                        <a:t>Colt Ethernet Line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27115.64445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27115.64445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86072767"/>
                  </a:ext>
                </a:extLst>
              </a:tr>
              <a:tr h="96707">
                <a:tc>
                  <a:txBody>
                    <a:bodyPr/>
                    <a:lstStyle/>
                    <a:p>
                      <a:pPr algn="l" fontAlgn="b">
                        <a:buNone/>
                      </a:pPr>
                      <a:r>
                        <a:rPr lang="en-US" sz="400" u="none" strike="noStrike">
                          <a:effectLst/>
                        </a:rPr>
                        <a:t>Colt Ethernet Line (Ether-MAN Plus Circuit Emulation Service)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459.9582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459.9582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087802731"/>
                  </a:ext>
                </a:extLst>
              </a:tr>
              <a:tr h="96707">
                <a:tc>
                  <a:txBody>
                    <a:bodyPr/>
                    <a:lstStyle/>
                    <a:p>
                      <a:pPr algn="l" fontAlgn="b">
                        <a:buNone/>
                      </a:pPr>
                      <a:r>
                        <a:rPr lang="en-GB" sz="400" u="none" strike="noStrike">
                          <a:effectLst/>
                        </a:rPr>
                        <a:t>Colt Ethernet Line (Ether-MAN Plus Ethernet Private Line)</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26655.68625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26655.68625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87929614"/>
                  </a:ext>
                </a:extLst>
              </a:tr>
              <a:tr h="96707">
                <a:tc>
                  <a:txBody>
                    <a:bodyPr/>
                    <a:lstStyle/>
                    <a:p>
                      <a:pPr algn="l" fontAlgn="b">
                        <a:buNone/>
                      </a:pPr>
                      <a:r>
                        <a:rPr lang="en-US" sz="400" u="none" strike="noStrike">
                          <a:effectLst/>
                        </a:rPr>
                        <a:t>Colt Ethernet Option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272173131"/>
                  </a:ext>
                </a:extLst>
              </a:tr>
              <a:tr h="96707">
                <a:tc>
                  <a:txBody>
                    <a:bodyPr/>
                    <a:lstStyle/>
                    <a:p>
                      <a:pPr algn="l" fontAlgn="b">
                        <a:buNone/>
                      </a:pPr>
                      <a:r>
                        <a:rPr lang="en-US" sz="400" u="none" strike="noStrike">
                          <a:effectLst/>
                        </a:rPr>
                        <a:t>Cloud Address Pack 1</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54556538"/>
                  </a:ext>
                </a:extLst>
              </a:tr>
              <a:tr h="96707">
                <a:tc>
                  <a:txBody>
                    <a:bodyPr/>
                    <a:lstStyle/>
                    <a:p>
                      <a:pPr algn="l" fontAlgn="b">
                        <a:buNone/>
                      </a:pPr>
                      <a:r>
                        <a:rPr lang="en-US" sz="400" u="none" strike="noStrike">
                          <a:effectLst/>
                        </a:rPr>
                        <a:t>Cloud Address Pack 2</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04218908"/>
                  </a:ext>
                </a:extLst>
              </a:tr>
              <a:tr h="96707">
                <a:tc>
                  <a:txBody>
                    <a:bodyPr/>
                    <a:lstStyle/>
                    <a:p>
                      <a:pPr algn="l" fontAlgn="b">
                        <a:buNone/>
                      </a:pPr>
                      <a:r>
                        <a:rPr lang="en-US" sz="400" u="none" strike="noStrike">
                          <a:effectLst/>
                        </a:rPr>
                        <a:t>Colt Ethernet Option (Ether-MAN Managed VPN)</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67818966"/>
                  </a:ext>
                </a:extLst>
              </a:tr>
              <a:tr h="96707">
                <a:tc>
                  <a:txBody>
                    <a:bodyPr/>
                    <a:lstStyle/>
                    <a:p>
                      <a:pPr algn="l" fontAlgn="b">
                        <a:buNone/>
                      </a:pPr>
                      <a:r>
                        <a:rPr lang="en-US" sz="400" u="none" strike="noStrike">
                          <a:effectLst/>
                        </a:rPr>
                        <a:t>M2Net Access</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279</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279</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30735541"/>
                  </a:ext>
                </a:extLst>
              </a:tr>
              <a:tr h="96707">
                <a:tc>
                  <a:txBody>
                    <a:bodyPr/>
                    <a:lstStyle/>
                    <a:p>
                      <a:pPr algn="l" fontAlgn="b">
                        <a:buNone/>
                      </a:pPr>
                      <a:r>
                        <a:rPr lang="en-US" sz="400" u="none" strike="noStrike">
                          <a:effectLst/>
                        </a:rPr>
                        <a:t>Colt Ethernet VPN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22026.1635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22026.1635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2866616"/>
                  </a:ext>
                </a:extLst>
              </a:tr>
              <a:tr h="96707">
                <a:tc>
                  <a:txBody>
                    <a:bodyPr/>
                    <a:lstStyle/>
                    <a:p>
                      <a:pPr algn="l" fontAlgn="b">
                        <a:buNone/>
                      </a:pPr>
                      <a:r>
                        <a:rPr lang="en-US" sz="400" u="none" strike="noStrike">
                          <a:effectLst/>
                        </a:rPr>
                        <a:t>Colt Ethernet VPN (Ether-MAN EX)</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22026.1635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22026.1635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04708121"/>
                  </a:ext>
                </a:extLst>
              </a:tr>
              <a:tr h="96707">
                <a:tc>
                  <a:txBody>
                    <a:bodyPr/>
                    <a:lstStyle/>
                    <a:p>
                      <a:pPr algn="l" fontAlgn="b">
                        <a:buNone/>
                      </a:pPr>
                      <a:r>
                        <a:rPr lang="en-US" sz="400" u="none" strike="noStrike">
                          <a:effectLst/>
                        </a:rPr>
                        <a:t>Colt IP Access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110614.7561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202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128</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110614.7561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202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128</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78215436"/>
                  </a:ext>
                </a:extLst>
              </a:tr>
              <a:tr h="96707">
                <a:tc>
                  <a:txBody>
                    <a:bodyPr/>
                    <a:lstStyle/>
                    <a:p>
                      <a:pPr algn="l" fontAlgn="b">
                        <a:buNone/>
                      </a:pPr>
                      <a:r>
                        <a:rPr lang="en-GB" sz="400" u="none" strike="noStrike">
                          <a:effectLst/>
                        </a:rPr>
                        <a:t>Colt IP Access (Data Center Internet Access (Shared))</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272641104"/>
                  </a:ext>
                </a:extLst>
              </a:tr>
              <a:tr h="96707">
                <a:tc>
                  <a:txBody>
                    <a:bodyPr/>
                    <a:lstStyle/>
                    <a:p>
                      <a:pPr algn="l" fontAlgn="b">
                        <a:buNone/>
                      </a:pPr>
                      <a:r>
                        <a:rPr lang="en-US" sz="400" u="none" strike="noStrike">
                          <a:effectLst/>
                        </a:rPr>
                        <a:t>Colt IP Access (Data Center Internet Access Redundant Port)</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4076.6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4076.6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18</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14178497"/>
                  </a:ext>
                </a:extLst>
              </a:tr>
              <a:tr h="96707">
                <a:tc>
                  <a:txBody>
                    <a:bodyPr/>
                    <a:lstStyle/>
                    <a:p>
                      <a:pPr algn="l" fontAlgn="b">
                        <a:buNone/>
                      </a:pPr>
                      <a:r>
                        <a:rPr lang="en-US" sz="400" u="none" strike="noStrike">
                          <a:effectLst/>
                        </a:rPr>
                        <a:t>Colt IP Access (Data Center Internet Access)</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54777.19245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85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54777.19245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85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06397847"/>
                  </a:ext>
                </a:extLst>
              </a:tr>
              <a:tr h="96707">
                <a:tc>
                  <a:txBody>
                    <a:bodyPr/>
                    <a:lstStyle/>
                    <a:p>
                      <a:pPr algn="l" fontAlgn="b">
                        <a:buNone/>
                      </a:pPr>
                      <a:r>
                        <a:rPr lang="en-GB" sz="400" u="none" strike="noStrike">
                          <a:effectLst/>
                        </a:rPr>
                        <a:t>Colt IP Access (Ether-MAN IP Connectivity)</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301421911"/>
                  </a:ext>
                </a:extLst>
              </a:tr>
              <a:tr h="96707">
                <a:tc>
                  <a:txBody>
                    <a:bodyPr/>
                    <a:lstStyle/>
                    <a:p>
                      <a:pPr algn="l" fontAlgn="b">
                        <a:buNone/>
                      </a:pPr>
                      <a:r>
                        <a:rPr lang="en-GB" sz="400" u="none" strike="noStrike">
                          <a:effectLst/>
                        </a:rPr>
                        <a:t>Colt IP Access (Ether-MAN Plus IP Connectivity)</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13544.34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13544.34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847359544"/>
                  </a:ext>
                </a:extLst>
              </a:tr>
              <a:tr h="96707">
                <a:tc>
                  <a:txBody>
                    <a:bodyPr/>
                    <a:lstStyle/>
                    <a:p>
                      <a:pPr algn="l" fontAlgn="b">
                        <a:buNone/>
                      </a:pPr>
                      <a:r>
                        <a:rPr lang="en-GB" sz="400" u="none" strike="noStrike">
                          <a:effectLst/>
                        </a:rPr>
                        <a:t>Colt IP Access (etherXEN IP Connectivity Dedicated)</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34309.71504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34309.71504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08504306"/>
                  </a:ext>
                </a:extLst>
              </a:tr>
              <a:tr h="96707">
                <a:tc>
                  <a:txBody>
                    <a:bodyPr/>
                    <a:lstStyle/>
                    <a:p>
                      <a:pPr algn="l" fontAlgn="b">
                        <a:buNone/>
                      </a:pPr>
                      <a:r>
                        <a:rPr lang="en-GB" sz="400" u="none" strike="noStrike">
                          <a:effectLst/>
                        </a:rPr>
                        <a:t>Colt IP Access (etherXEN IP Connectivity Shared)</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29804456"/>
                  </a:ext>
                </a:extLst>
              </a:tr>
              <a:tr h="96707">
                <a:tc>
                  <a:txBody>
                    <a:bodyPr/>
                    <a:lstStyle/>
                    <a:p>
                      <a:pPr algn="l" fontAlgn="b">
                        <a:buNone/>
                      </a:pPr>
                      <a:r>
                        <a:rPr lang="en-GB" sz="400" u="none" strike="noStrike">
                          <a:effectLst/>
                        </a:rPr>
                        <a:t>Colt IP Access (etherXEN SG IP Connectivity Dedicated)</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3361.9086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3361.9086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809694136"/>
                  </a:ext>
                </a:extLst>
              </a:tr>
              <a:tr h="96707">
                <a:tc>
                  <a:txBody>
                    <a:bodyPr/>
                    <a:lstStyle/>
                    <a:p>
                      <a:pPr algn="l" fontAlgn="b">
                        <a:buNone/>
                      </a:pPr>
                      <a:r>
                        <a:rPr lang="en-US" sz="400" u="none" strike="noStrike">
                          <a:effectLst/>
                        </a:rPr>
                        <a:t>Colt IPVPN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6183.025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6183.025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89604130"/>
                  </a:ext>
                </a:extLst>
              </a:tr>
              <a:tr h="96707">
                <a:tc>
                  <a:txBody>
                    <a:bodyPr/>
                    <a:lstStyle/>
                    <a:p>
                      <a:pPr algn="l" fontAlgn="b">
                        <a:buNone/>
                      </a:pPr>
                      <a:r>
                        <a:rPr lang="en-US" sz="400" u="none" strike="noStrike">
                          <a:effectLst/>
                        </a:rPr>
                        <a:t>Colt IPVPN (Global PoP MPLS IP-VPN - HK)</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3052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3052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27844349"/>
                  </a:ext>
                </a:extLst>
              </a:tr>
              <a:tr h="96707">
                <a:tc>
                  <a:txBody>
                    <a:bodyPr/>
                    <a:lstStyle/>
                    <a:p>
                      <a:pPr algn="l" fontAlgn="b">
                        <a:buNone/>
                      </a:pPr>
                      <a:r>
                        <a:rPr lang="en-US" sz="400" u="none" strike="noStrike">
                          <a:effectLst/>
                        </a:rPr>
                        <a:t>Colt IPVPN (Global PoP MPLS IP-VPN - Tokyo)</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239.8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239.8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3232777"/>
                  </a:ext>
                </a:extLst>
              </a:tr>
              <a:tr h="96707">
                <a:tc>
                  <a:txBody>
                    <a:bodyPr/>
                    <a:lstStyle/>
                    <a:p>
                      <a:pPr algn="l" fontAlgn="b">
                        <a:buNone/>
                      </a:pPr>
                      <a:r>
                        <a:rPr lang="en-GB" sz="400" u="none" strike="noStrike">
                          <a:effectLst/>
                        </a:rPr>
                        <a:t>Colt IPVPN Access (NetXpress Colt Access)</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523.2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523.2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838820346"/>
                  </a:ext>
                </a:extLst>
              </a:tr>
              <a:tr h="96707">
                <a:tc>
                  <a:txBody>
                    <a:bodyPr/>
                    <a:lstStyle/>
                    <a:p>
                      <a:pPr algn="l" fontAlgn="b">
                        <a:buNone/>
                      </a:pPr>
                      <a:r>
                        <a:rPr lang="en-GB" sz="400" u="none" strike="noStrike">
                          <a:effectLst/>
                        </a:rPr>
                        <a:t>Colt IPVPN Access (NetXpress Flet's Access)</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708.5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708.5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38332347"/>
                  </a:ext>
                </a:extLst>
              </a:tr>
              <a:tr h="96707">
                <a:tc>
                  <a:txBody>
                    <a:bodyPr/>
                    <a:lstStyle/>
                    <a:p>
                      <a:pPr algn="l" fontAlgn="b">
                        <a:buNone/>
                      </a:pPr>
                      <a:r>
                        <a:rPr lang="en-GB" sz="400" u="none" strike="noStrike">
                          <a:effectLst/>
                        </a:rPr>
                        <a:t>Colt IPVPN Layer3 VPN (NetXpress)</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1659.525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1659.525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25481626"/>
                  </a:ext>
                </a:extLst>
              </a:tr>
              <a:tr h="96707">
                <a:tc>
                  <a:txBody>
                    <a:bodyPr/>
                    <a:lstStyle/>
                    <a:p>
                      <a:pPr algn="l" fontAlgn="b">
                        <a:buNone/>
                      </a:pPr>
                      <a:r>
                        <a:rPr lang="en-US" sz="400" u="none" strike="noStrike">
                          <a:effectLst/>
                        </a:rPr>
                        <a:t>Colt VoiceLINE ISDN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25102.5365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392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25102.5365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392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354357835"/>
                  </a:ext>
                </a:extLst>
              </a:tr>
              <a:tr h="96707">
                <a:tc>
                  <a:txBody>
                    <a:bodyPr/>
                    <a:lstStyle/>
                    <a:p>
                      <a:pPr algn="l" fontAlgn="b">
                        <a:buNone/>
                      </a:pPr>
                      <a:r>
                        <a:rPr lang="en-US" sz="400" u="none" strike="noStrike">
                          <a:effectLst/>
                        </a:rPr>
                        <a:t>Colt VoiceLINE ISDN</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25102.5365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392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25102.5365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392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461001209"/>
                  </a:ext>
                </a:extLst>
              </a:tr>
              <a:tr h="96707">
                <a:tc>
                  <a:txBody>
                    <a:bodyPr/>
                    <a:lstStyle/>
                    <a:p>
                      <a:pPr algn="l" fontAlgn="b">
                        <a:buNone/>
                      </a:pPr>
                      <a:r>
                        <a:rPr lang="en-US" sz="400" u="none" strike="noStrike">
                          <a:effectLst/>
                        </a:rPr>
                        <a:t>Internet Access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17214.1302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17214.1302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51679055"/>
                  </a:ext>
                </a:extLst>
              </a:tr>
              <a:tr h="96707">
                <a:tc>
                  <a:txBody>
                    <a:bodyPr/>
                    <a:lstStyle/>
                    <a:p>
                      <a:pPr algn="l" fontAlgn="b">
                        <a:buNone/>
                      </a:pPr>
                      <a:r>
                        <a:rPr lang="en-GB" sz="400" u="none" strike="noStrike">
                          <a:effectLst/>
                        </a:rPr>
                        <a:t>Ethernet Leased Line (Economy) IP Connectivity</a:t>
                      </a:r>
                      <a:endParaRPr lang="en-GB"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2193.08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2193.08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98933931"/>
                  </a:ext>
                </a:extLst>
              </a:tr>
              <a:tr h="96707">
                <a:tc>
                  <a:txBody>
                    <a:bodyPr/>
                    <a:lstStyle/>
                    <a:p>
                      <a:pPr algn="l" fontAlgn="b">
                        <a:buNone/>
                      </a:pPr>
                      <a:r>
                        <a:rPr lang="en-US" sz="400" u="none" strike="noStrike">
                          <a:effectLst/>
                        </a:rPr>
                        <a:t>etherXEN IP Connectivity</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12638.55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12638.55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66995025"/>
                  </a:ext>
                </a:extLst>
              </a:tr>
              <a:tr h="96707">
                <a:tc>
                  <a:txBody>
                    <a:bodyPr/>
                    <a:lstStyle/>
                    <a:p>
                      <a:pPr algn="l" fontAlgn="b">
                        <a:buNone/>
                      </a:pPr>
                      <a:r>
                        <a:rPr lang="en-US" sz="400" u="none" strike="noStrike">
                          <a:effectLst/>
                        </a:rPr>
                        <a:t>SmartGiga IP Connectivity</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2382.5002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2382.5002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605958032"/>
                  </a:ext>
                </a:extLst>
              </a:tr>
              <a:tr h="96707">
                <a:tc>
                  <a:txBody>
                    <a:bodyPr/>
                    <a:lstStyle/>
                    <a:p>
                      <a:pPr algn="l" fontAlgn="b">
                        <a:buNone/>
                      </a:pPr>
                      <a:r>
                        <a:rPr lang="en-US" sz="400" u="none" strike="noStrike">
                          <a:effectLst/>
                        </a:rPr>
                        <a:t>Leased Line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26105.09125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1142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26105.09125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1142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9114906"/>
                  </a:ext>
                </a:extLst>
              </a:tr>
              <a:tr h="96707">
                <a:tc>
                  <a:txBody>
                    <a:bodyPr/>
                    <a:lstStyle/>
                    <a:p>
                      <a:pPr algn="l" fontAlgn="b">
                        <a:buNone/>
                      </a:pPr>
                      <a:r>
                        <a:rPr lang="en-US" sz="400" u="none" strike="noStrike">
                          <a:effectLst/>
                        </a:rPr>
                        <a:t>Access T1 Host Access</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03875497"/>
                  </a:ext>
                </a:extLst>
              </a:tr>
              <a:tr h="96707">
                <a:tc>
                  <a:txBody>
                    <a:bodyPr/>
                    <a:lstStyle/>
                    <a:p>
                      <a:pPr algn="l" fontAlgn="b">
                        <a:buNone/>
                      </a:pPr>
                      <a:r>
                        <a:rPr lang="en-US" sz="400" u="none" strike="noStrike">
                          <a:effectLst/>
                        </a:rPr>
                        <a:t>Ethernet Leased Line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1294.375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1294.375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34515680"/>
                  </a:ext>
                </a:extLst>
              </a:tr>
              <a:tr h="96707">
                <a:tc>
                  <a:txBody>
                    <a:bodyPr/>
                    <a:lstStyle/>
                    <a:p>
                      <a:pPr algn="l" fontAlgn="b">
                        <a:buNone/>
                      </a:pPr>
                      <a:r>
                        <a:rPr lang="en-US" sz="400" u="none" strike="noStrike">
                          <a:effectLst/>
                        </a:rPr>
                        <a:t>High Speed Digital</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6540.13625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6540.13625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65442177"/>
                  </a:ext>
                </a:extLst>
              </a:tr>
              <a:tr h="96707">
                <a:tc>
                  <a:txBody>
                    <a:bodyPr/>
                    <a:lstStyle/>
                    <a:p>
                      <a:pPr algn="l" fontAlgn="b">
                        <a:buNone/>
                      </a:pPr>
                      <a:r>
                        <a:rPr lang="en-US" sz="400" u="none" strike="noStrike">
                          <a:effectLst/>
                        </a:rPr>
                        <a:t>KVH Backbone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1031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1031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01017561"/>
                  </a:ext>
                </a:extLst>
              </a:tr>
              <a:tr h="96707">
                <a:tc>
                  <a:txBody>
                    <a:bodyPr/>
                    <a:lstStyle/>
                    <a:p>
                      <a:pPr algn="l" fontAlgn="b">
                        <a:buNone/>
                      </a:pPr>
                      <a:r>
                        <a:rPr lang="en-US" sz="400" u="none" strike="noStrike">
                          <a:effectLst/>
                        </a:rPr>
                        <a:t>Leased Line (GP)</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968678591"/>
                  </a:ext>
                </a:extLst>
              </a:tr>
              <a:tr h="96707">
                <a:tc>
                  <a:txBody>
                    <a:bodyPr/>
                    <a:lstStyle/>
                    <a:p>
                      <a:pPr algn="l" fontAlgn="b">
                        <a:buNone/>
                      </a:pPr>
                      <a:r>
                        <a:rPr lang="en-US" sz="400" u="none" strike="noStrike">
                          <a:effectLst/>
                        </a:rPr>
                        <a:t>Leased Line (KF)</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16853.58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16853.58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96246004"/>
                  </a:ext>
                </a:extLst>
              </a:tr>
              <a:tr h="96707">
                <a:tc>
                  <a:txBody>
                    <a:bodyPr/>
                    <a:lstStyle/>
                    <a:p>
                      <a:pPr algn="l" fontAlgn="b">
                        <a:buNone/>
                      </a:pPr>
                      <a:r>
                        <a:rPr lang="en-US" sz="400" u="none" strike="noStrike">
                          <a:effectLst/>
                        </a:rPr>
                        <a:t>Ultra Speed Digital</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1417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1417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55682091"/>
                  </a:ext>
                </a:extLst>
              </a:tr>
              <a:tr h="96707">
                <a:tc>
                  <a:txBody>
                    <a:bodyPr/>
                    <a:lstStyle/>
                    <a:p>
                      <a:pPr algn="l" fontAlgn="b">
                        <a:buNone/>
                      </a:pPr>
                      <a:r>
                        <a:rPr lang="en-US" sz="400" u="none" strike="noStrike">
                          <a:effectLst/>
                        </a:rPr>
                        <a:t>Leased Line Option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021111906"/>
                  </a:ext>
                </a:extLst>
              </a:tr>
              <a:tr h="96707">
                <a:tc>
                  <a:txBody>
                    <a:bodyPr/>
                    <a:lstStyle/>
                    <a:p>
                      <a:pPr algn="l" fontAlgn="b">
                        <a:buNone/>
                      </a:pPr>
                      <a:r>
                        <a:rPr lang="en-US" sz="400" u="none" strike="noStrike">
                          <a:effectLst/>
                        </a:rPr>
                        <a:t>Auto Reversion Service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73614306"/>
                  </a:ext>
                </a:extLst>
              </a:tr>
              <a:tr h="96707">
                <a:tc>
                  <a:txBody>
                    <a:bodyPr/>
                    <a:lstStyle/>
                    <a:p>
                      <a:pPr algn="l" fontAlgn="b">
                        <a:buNone/>
                      </a:pPr>
                      <a:r>
                        <a:rPr lang="en-US" sz="400" u="none" strike="noStrike">
                          <a:effectLst/>
                        </a:rPr>
                        <a:t>External Cabling</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695602319"/>
                  </a:ext>
                </a:extLst>
              </a:tr>
              <a:tr h="96707">
                <a:tc>
                  <a:txBody>
                    <a:bodyPr/>
                    <a:lstStyle/>
                    <a:p>
                      <a:pPr algn="l" fontAlgn="b">
                        <a:buNone/>
                      </a:pPr>
                      <a:r>
                        <a:rPr lang="en-US" sz="400" u="none" strike="noStrike">
                          <a:effectLst/>
                        </a:rPr>
                        <a:t>Jumbo Frame Transparency Service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756838505"/>
                  </a:ext>
                </a:extLst>
              </a:tr>
              <a:tr h="96707">
                <a:tc>
                  <a:txBody>
                    <a:bodyPr/>
                    <a:lstStyle/>
                    <a:p>
                      <a:pPr algn="l" fontAlgn="b">
                        <a:buNone/>
                      </a:pPr>
                      <a:r>
                        <a:rPr lang="en-US" sz="400" u="none" strike="noStrike">
                          <a:effectLst/>
                        </a:rPr>
                        <a:t>Rental TA Service T1</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680929520"/>
                  </a:ext>
                </a:extLst>
              </a:tr>
              <a:tr h="96707">
                <a:tc>
                  <a:txBody>
                    <a:bodyPr/>
                    <a:lstStyle/>
                    <a:p>
                      <a:pPr algn="l" fontAlgn="b">
                        <a:buNone/>
                      </a:pPr>
                      <a:r>
                        <a:rPr lang="en-US" sz="400" u="none" strike="noStrike">
                          <a:effectLst/>
                        </a:rPr>
                        <a:t>Mailscan MX Service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830031"/>
                  </a:ext>
                </a:extLst>
              </a:tr>
              <a:tr h="96707">
                <a:tc>
                  <a:txBody>
                    <a:bodyPr/>
                    <a:lstStyle/>
                    <a:p>
                      <a:pPr algn="l" fontAlgn="b">
                        <a:buNone/>
                      </a:pPr>
                      <a:r>
                        <a:rPr lang="en-US" sz="400" u="none" strike="noStrike">
                          <a:effectLst/>
                        </a:rPr>
                        <a:t>Mailscan MX Service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885325951"/>
                  </a:ext>
                </a:extLst>
              </a:tr>
              <a:tr h="96707">
                <a:tc>
                  <a:txBody>
                    <a:bodyPr/>
                    <a:lstStyle/>
                    <a:p>
                      <a:pPr algn="l" fontAlgn="b">
                        <a:buNone/>
                      </a:pPr>
                      <a:r>
                        <a:rPr lang="en-US" sz="400" u="none" strike="noStrike">
                          <a:effectLst/>
                        </a:rPr>
                        <a:t>Managed Voice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492612436"/>
                  </a:ext>
                </a:extLst>
              </a:tr>
              <a:tr h="96707">
                <a:tc>
                  <a:txBody>
                    <a:bodyPr/>
                    <a:lstStyle/>
                    <a:p>
                      <a:pPr algn="l" fontAlgn="b">
                        <a:buNone/>
                      </a:pPr>
                      <a:r>
                        <a:rPr lang="en-US" sz="400" u="none" strike="noStrike">
                          <a:effectLst/>
                        </a:rPr>
                        <a:t>Managed Voice Service</a:t>
                      </a:r>
                      <a:endParaRPr lang="en-US" sz="400" b="0" i="0" u="none" strike="noStrike">
                        <a:solidFill>
                          <a:srgbClr val="000000"/>
                        </a:solidFill>
                        <a:effectLst/>
                        <a:latin typeface="Aptos Narrow" panose="020B0004020202020204" pitchFamily="34" charset="0"/>
                      </a:endParaRPr>
                    </a:p>
                  </a:txBody>
                  <a:tcPr marL="34353"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71447556"/>
                  </a:ext>
                </a:extLst>
              </a:tr>
              <a:tr h="96707">
                <a:tc>
                  <a:txBody>
                    <a:bodyPr/>
                    <a:lstStyle/>
                    <a:p>
                      <a:pPr algn="l" fontAlgn="b">
                        <a:buNone/>
                      </a:pPr>
                      <a:r>
                        <a:rPr lang="en-US" sz="400" u="none" strike="noStrike">
                          <a:effectLst/>
                        </a:rPr>
                        <a:t>Grand Total</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258520.0671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2911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673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258520.0671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2911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673</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16493857"/>
                  </a:ext>
                </a:extLst>
              </a:tr>
            </a:tbl>
          </a:graphicData>
        </a:graphic>
      </p:graphicFrame>
    </p:spTree>
    <p:extLst>
      <p:ext uri="{BB962C8B-B14F-4D97-AF65-F5344CB8AC3E}">
        <p14:creationId xmlns:p14="http://schemas.microsoft.com/office/powerpoint/2010/main" val="660283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10CC9-A7D8-F048-8FFE-1CF5D664D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4B741-49AB-E204-14DD-AFE43CD7495D}"/>
              </a:ext>
            </a:extLst>
          </p:cNvPr>
          <p:cNvSpPr>
            <a:spLocks noGrp="1"/>
          </p:cNvSpPr>
          <p:nvPr>
            <p:ph type="title"/>
          </p:nvPr>
        </p:nvSpPr>
        <p:spPr>
          <a:xfrm>
            <a:off x="513470" y="360000"/>
            <a:ext cx="9732940" cy="316275"/>
          </a:xfrm>
        </p:spPr>
        <p:txBody>
          <a:bodyPr>
            <a:normAutofit fontScale="90000"/>
          </a:bodyPr>
          <a:lstStyle/>
          <a:p>
            <a:r>
              <a:rPr lang="en-US"/>
              <a:t>End of Life Services (List of services that can be moved from category 3 to 4)</a:t>
            </a:r>
            <a:br>
              <a:rPr lang="en-US"/>
            </a:br>
            <a:endParaRPr lang="en-US"/>
          </a:p>
        </p:txBody>
      </p:sp>
      <p:graphicFrame>
        <p:nvGraphicFramePr>
          <p:cNvPr id="3" name="Table 2">
            <a:extLst>
              <a:ext uri="{FF2B5EF4-FFF2-40B4-BE49-F238E27FC236}">
                <a16:creationId xmlns:a16="http://schemas.microsoft.com/office/drawing/2014/main" id="{4E9853F9-9974-1805-F9AC-209489B97C2D}"/>
              </a:ext>
            </a:extLst>
          </p:cNvPr>
          <p:cNvGraphicFramePr>
            <a:graphicFrameLocks noGrp="1"/>
          </p:cNvGraphicFramePr>
          <p:nvPr>
            <p:extLst>
              <p:ext uri="{D42A27DB-BD31-4B8C-83A1-F6EECF244321}">
                <p14:modId xmlns:p14="http://schemas.microsoft.com/office/powerpoint/2010/main" val="1110102316"/>
              </p:ext>
            </p:extLst>
          </p:nvPr>
        </p:nvGraphicFramePr>
        <p:xfrm>
          <a:off x="267419" y="767751"/>
          <a:ext cx="11430001" cy="5814198"/>
        </p:xfrm>
        <a:graphic>
          <a:graphicData uri="http://schemas.openxmlformats.org/drawingml/2006/table">
            <a:tbl>
              <a:tblPr>
                <a:tableStyleId>{5C22544A-7EE6-4342-B048-85BDC9FD1C3A}</a:tableStyleId>
              </a:tblPr>
              <a:tblGrid>
                <a:gridCol w="6451741">
                  <a:extLst>
                    <a:ext uri="{9D8B030D-6E8A-4147-A177-3AD203B41FA5}">
                      <a16:colId xmlns:a16="http://schemas.microsoft.com/office/drawing/2014/main" val="2136219250"/>
                    </a:ext>
                  </a:extLst>
                </a:gridCol>
                <a:gridCol w="1020912">
                  <a:extLst>
                    <a:ext uri="{9D8B030D-6E8A-4147-A177-3AD203B41FA5}">
                      <a16:colId xmlns:a16="http://schemas.microsoft.com/office/drawing/2014/main" val="3824341766"/>
                    </a:ext>
                  </a:extLst>
                </a:gridCol>
                <a:gridCol w="2020773">
                  <a:extLst>
                    <a:ext uri="{9D8B030D-6E8A-4147-A177-3AD203B41FA5}">
                      <a16:colId xmlns:a16="http://schemas.microsoft.com/office/drawing/2014/main" val="4210055703"/>
                    </a:ext>
                  </a:extLst>
                </a:gridCol>
                <a:gridCol w="1936575">
                  <a:extLst>
                    <a:ext uri="{9D8B030D-6E8A-4147-A177-3AD203B41FA5}">
                      <a16:colId xmlns:a16="http://schemas.microsoft.com/office/drawing/2014/main" val="167814665"/>
                    </a:ext>
                  </a:extLst>
                </a:gridCol>
              </a:tblGrid>
              <a:tr h="162789">
                <a:tc>
                  <a:txBody>
                    <a:bodyPr/>
                    <a:lstStyle/>
                    <a:p>
                      <a:pPr algn="l" fontAlgn="b">
                        <a:buNone/>
                      </a:pPr>
                      <a:r>
                        <a:rPr lang="en-US" sz="700" u="none" strike="noStrike">
                          <a:effectLst/>
                        </a:rPr>
                        <a:t>Row Labels</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700" u="none" strike="noStrike">
                          <a:effectLst/>
                        </a:rPr>
                        <a:t>Sum of Total Count</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700" u="none" strike="noStrike">
                          <a:effectLst/>
                        </a:rPr>
                        <a:t>Sum of Count (MRC &gt; 0) ,excluding N/A</a:t>
                      </a:r>
                      <a:endParaRPr lang="en-GB" sz="7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700" u="none" strike="noStrike">
                          <a:effectLst/>
                        </a:rPr>
                        <a:t>Sum of Revenue (Month)　（EUR）</a:t>
                      </a:r>
                      <a:endParaRPr lang="en-GB"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44851453"/>
                  </a:ext>
                </a:extLst>
              </a:tr>
              <a:tr h="162789">
                <a:tc>
                  <a:txBody>
                    <a:bodyPr/>
                    <a:lstStyle/>
                    <a:p>
                      <a:pPr algn="l" fontAlgn="b">
                        <a:buNone/>
                      </a:pPr>
                      <a:r>
                        <a:rPr lang="en-US" sz="700" u="none" strike="noStrike">
                          <a:effectLst/>
                        </a:rPr>
                        <a:t>Colt Ethernet Option</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279</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821791725"/>
                  </a:ext>
                </a:extLst>
              </a:tr>
              <a:tr h="162789">
                <a:tc>
                  <a:txBody>
                    <a:bodyPr/>
                    <a:lstStyle/>
                    <a:p>
                      <a:pPr algn="l" fontAlgn="b">
                        <a:buNone/>
                      </a:pPr>
                      <a:r>
                        <a:rPr lang="en-US" sz="700" u="none" strike="noStrike">
                          <a:effectLst/>
                        </a:rPr>
                        <a:t>M2Net Access</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279</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37891745"/>
                  </a:ext>
                </a:extLst>
              </a:tr>
              <a:tr h="162789">
                <a:tc>
                  <a:txBody>
                    <a:bodyPr/>
                    <a:lstStyle/>
                    <a:p>
                      <a:pPr algn="l" fontAlgn="b">
                        <a:buNone/>
                      </a:pPr>
                      <a:r>
                        <a:rPr lang="en-US" sz="700" u="none" strike="noStrike">
                          <a:effectLst/>
                        </a:rPr>
                        <a:t>EoL/Internal use/NRC</a:t>
                      </a:r>
                      <a:endParaRPr lang="en-US"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279</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10274007"/>
                  </a:ext>
                </a:extLst>
              </a:tr>
              <a:tr h="162789">
                <a:tc>
                  <a:txBody>
                    <a:bodyPr/>
                    <a:lstStyle/>
                    <a:p>
                      <a:pPr algn="l" fontAlgn="b">
                        <a:buNone/>
                      </a:pPr>
                      <a:r>
                        <a:rPr lang="en-US" sz="700" u="none" strike="noStrike">
                          <a:effectLst/>
                        </a:rPr>
                        <a:t>Colt VoiceLINE ISDN</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392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302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25102.5365</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31763719"/>
                  </a:ext>
                </a:extLst>
              </a:tr>
              <a:tr h="162789">
                <a:tc>
                  <a:txBody>
                    <a:bodyPr/>
                    <a:lstStyle/>
                    <a:p>
                      <a:pPr algn="l" fontAlgn="b">
                        <a:buNone/>
                      </a:pPr>
                      <a:r>
                        <a:rPr lang="en-US" sz="700" u="none" strike="noStrike">
                          <a:effectLst/>
                        </a:rPr>
                        <a:t>Colt VoiceLINE ISDN</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392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302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25102.5365</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48126680"/>
                  </a:ext>
                </a:extLst>
              </a:tr>
              <a:tr h="162789">
                <a:tc>
                  <a:txBody>
                    <a:bodyPr/>
                    <a:lstStyle/>
                    <a:p>
                      <a:pPr algn="l" fontAlgn="b">
                        <a:buNone/>
                      </a:pPr>
                      <a:r>
                        <a:rPr lang="en-GB" sz="700" u="none" strike="noStrike">
                          <a:effectLst/>
                        </a:rPr>
                        <a:t>EOL End of Oct 2026</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392</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302</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25102.5365</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980232936"/>
                  </a:ext>
                </a:extLst>
              </a:tr>
              <a:tr h="162789">
                <a:tc>
                  <a:txBody>
                    <a:bodyPr/>
                    <a:lstStyle/>
                    <a:p>
                      <a:pPr algn="l" fontAlgn="b">
                        <a:buNone/>
                      </a:pPr>
                      <a:r>
                        <a:rPr lang="en-US" sz="700" u="none" strike="noStrike">
                          <a:effectLst/>
                        </a:rPr>
                        <a:t>Leased Line</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1142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32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26105.09125</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80661944"/>
                  </a:ext>
                </a:extLst>
              </a:tr>
              <a:tr h="162789">
                <a:tc>
                  <a:txBody>
                    <a:bodyPr/>
                    <a:lstStyle/>
                    <a:p>
                      <a:pPr algn="l" fontAlgn="b">
                        <a:buNone/>
                      </a:pPr>
                      <a:r>
                        <a:rPr lang="en-US" sz="700" u="none" strike="noStrike">
                          <a:effectLst/>
                        </a:rPr>
                        <a:t>Access T1 Host Access</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5</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55044836"/>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5</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90382882"/>
                  </a:ext>
                </a:extLst>
              </a:tr>
              <a:tr h="162789">
                <a:tc>
                  <a:txBody>
                    <a:bodyPr/>
                    <a:lstStyle/>
                    <a:p>
                      <a:pPr algn="l" fontAlgn="b">
                        <a:buNone/>
                      </a:pPr>
                      <a:r>
                        <a:rPr lang="en-US" sz="700" u="none" strike="noStrike">
                          <a:effectLst/>
                        </a:rPr>
                        <a:t>Ethernet Leased Line</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34</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1294.375</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7207720"/>
                  </a:ext>
                </a:extLst>
              </a:tr>
              <a:tr h="162789">
                <a:tc>
                  <a:txBody>
                    <a:bodyPr/>
                    <a:lstStyle/>
                    <a:p>
                      <a:pPr algn="l" fontAlgn="b">
                        <a:buNone/>
                      </a:pPr>
                      <a:r>
                        <a:rPr lang="en-GB" sz="700" u="none" strike="noStrike">
                          <a:effectLst/>
                        </a:rPr>
                        <a:t>EONS: EOL(2026/9/30) (After Sep.30, it will change to Category 4) (LE0400381:included SDH termination project)</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34</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1294.375</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18922014"/>
                  </a:ext>
                </a:extLst>
              </a:tr>
              <a:tr h="162789">
                <a:tc>
                  <a:txBody>
                    <a:bodyPr/>
                    <a:lstStyle/>
                    <a:p>
                      <a:pPr algn="l" fontAlgn="b">
                        <a:buNone/>
                      </a:pPr>
                      <a:r>
                        <a:rPr lang="en-US" sz="700" u="none" strike="noStrike">
                          <a:effectLst/>
                        </a:rPr>
                        <a:t>High Speed Digital</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53</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16</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6540.13625</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770782290"/>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53</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16</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6540.13625</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09031625"/>
                  </a:ext>
                </a:extLst>
              </a:tr>
              <a:tr h="162789">
                <a:tc>
                  <a:txBody>
                    <a:bodyPr/>
                    <a:lstStyle/>
                    <a:p>
                      <a:pPr algn="l" fontAlgn="b">
                        <a:buNone/>
                      </a:pPr>
                      <a:r>
                        <a:rPr lang="en-US" sz="700" u="none" strike="noStrike">
                          <a:effectLst/>
                        </a:rPr>
                        <a:t>KVH Backbone</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1031</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12267908"/>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1031</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9030369"/>
                  </a:ext>
                </a:extLst>
              </a:tr>
              <a:tr h="162789">
                <a:tc>
                  <a:txBody>
                    <a:bodyPr/>
                    <a:lstStyle/>
                    <a:p>
                      <a:pPr algn="l" fontAlgn="b">
                        <a:buNone/>
                      </a:pPr>
                      <a:r>
                        <a:rPr lang="en-US" sz="700" u="none" strike="noStrike">
                          <a:effectLst/>
                        </a:rPr>
                        <a:t>Leased Line (GP)</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1</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672304872"/>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1</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92292137"/>
                  </a:ext>
                </a:extLst>
              </a:tr>
              <a:tr h="162789">
                <a:tc>
                  <a:txBody>
                    <a:bodyPr/>
                    <a:lstStyle/>
                    <a:p>
                      <a:pPr algn="l" fontAlgn="b">
                        <a:buNone/>
                      </a:pPr>
                      <a:r>
                        <a:rPr lang="en-US" sz="700" u="none" strike="noStrike">
                          <a:effectLst/>
                        </a:rPr>
                        <a:t>Leased Line (KF)</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14</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13</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16853.58</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276074671"/>
                  </a:ext>
                </a:extLst>
              </a:tr>
              <a:tr h="162789">
                <a:tc>
                  <a:txBody>
                    <a:bodyPr/>
                    <a:lstStyle/>
                    <a:p>
                      <a:pPr algn="l" fontAlgn="b">
                        <a:buNone/>
                      </a:pPr>
                      <a:r>
                        <a:rPr lang="en-GB" sz="700" u="none" strike="noStrike">
                          <a:effectLst/>
                        </a:rPr>
                        <a:t>EONS: EOL(2026/9/30) &lt;KDDI Resales&gt;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14</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13</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16853.58</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22544371"/>
                  </a:ext>
                </a:extLst>
              </a:tr>
              <a:tr h="162789">
                <a:tc>
                  <a:txBody>
                    <a:bodyPr/>
                    <a:lstStyle/>
                    <a:p>
                      <a:pPr algn="l" fontAlgn="b">
                        <a:buNone/>
                      </a:pPr>
                      <a:r>
                        <a:rPr lang="en-US" sz="700" u="none" strike="noStrike">
                          <a:effectLst/>
                        </a:rPr>
                        <a:t>Ultra Speed Digital</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4</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1417</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90603518"/>
                  </a:ext>
                </a:extLst>
              </a:tr>
              <a:tr h="279372">
                <a:tc>
                  <a:txBody>
                    <a:bodyPr/>
                    <a:lstStyle/>
                    <a:p>
                      <a:pPr algn="l" fontAlgn="b">
                        <a:buNone/>
                      </a:pPr>
                      <a:r>
                        <a:rPr lang="en-GB" sz="700" u="none" strike="noStrike">
                          <a:effectLst/>
                        </a:rPr>
                        <a:t>EONS: EOL(2026/9/30) (After Sep.30, it will change to Category 4) (T3P400385, T5P400074:included SDH termination project))</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4</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2</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1417</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81630998"/>
                  </a:ext>
                </a:extLst>
              </a:tr>
              <a:tr h="162789">
                <a:tc>
                  <a:txBody>
                    <a:bodyPr/>
                    <a:lstStyle/>
                    <a:p>
                      <a:pPr algn="l" fontAlgn="b">
                        <a:buNone/>
                      </a:pPr>
                      <a:r>
                        <a:rPr lang="en-US" sz="700" u="none" strike="noStrike">
                          <a:effectLst/>
                        </a:rPr>
                        <a:t>Leased Line Option</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16</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68414305"/>
                  </a:ext>
                </a:extLst>
              </a:tr>
              <a:tr h="162789">
                <a:tc>
                  <a:txBody>
                    <a:bodyPr/>
                    <a:lstStyle/>
                    <a:p>
                      <a:pPr algn="l" fontAlgn="b">
                        <a:buNone/>
                      </a:pPr>
                      <a:r>
                        <a:rPr lang="en-US" sz="700" u="none" strike="noStrike">
                          <a:effectLst/>
                        </a:rPr>
                        <a:t>Auto Reversion Service</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3</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28854483"/>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3</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998698194"/>
                  </a:ext>
                </a:extLst>
              </a:tr>
              <a:tr h="162789">
                <a:tc>
                  <a:txBody>
                    <a:bodyPr/>
                    <a:lstStyle/>
                    <a:p>
                      <a:pPr algn="l" fontAlgn="b">
                        <a:buNone/>
                      </a:pPr>
                      <a:r>
                        <a:rPr lang="en-US" sz="700" u="none" strike="noStrike">
                          <a:effectLst/>
                        </a:rPr>
                        <a:t>External Cabling</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1</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98728327"/>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1</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00834889"/>
                  </a:ext>
                </a:extLst>
              </a:tr>
              <a:tr h="162789">
                <a:tc>
                  <a:txBody>
                    <a:bodyPr/>
                    <a:lstStyle/>
                    <a:p>
                      <a:pPr algn="l" fontAlgn="b">
                        <a:buNone/>
                      </a:pPr>
                      <a:r>
                        <a:rPr lang="en-US" sz="700" u="none" strike="noStrike">
                          <a:effectLst/>
                        </a:rPr>
                        <a:t>Jumbo Frame Transparency Service</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10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049227691"/>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10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84193903"/>
                  </a:ext>
                </a:extLst>
              </a:tr>
              <a:tr h="162789">
                <a:tc>
                  <a:txBody>
                    <a:bodyPr/>
                    <a:lstStyle/>
                    <a:p>
                      <a:pPr algn="l" fontAlgn="b">
                        <a:buNone/>
                      </a:pPr>
                      <a:r>
                        <a:rPr lang="en-US" sz="700" u="none" strike="noStrike">
                          <a:effectLst/>
                        </a:rPr>
                        <a:t>Rental TA Service T1</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2</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33670252"/>
                  </a:ext>
                </a:extLst>
              </a:tr>
              <a:tr h="162789">
                <a:tc>
                  <a:txBody>
                    <a:bodyPr/>
                    <a:lstStyle/>
                    <a:p>
                      <a:pPr algn="l" fontAlgn="b">
                        <a:buNone/>
                      </a:pPr>
                      <a:r>
                        <a:rPr lang="en-GB" sz="700" u="none" strike="noStrike">
                          <a:effectLst/>
                        </a:rPr>
                        <a:t>EONS: EOL(2026/9/30) (After Sep.30, it will change to Category 4)</a:t>
                      </a:r>
                      <a:endParaRPr lang="en-GB"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2</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202044332"/>
                  </a:ext>
                </a:extLst>
              </a:tr>
              <a:tr h="162789">
                <a:tc>
                  <a:txBody>
                    <a:bodyPr/>
                    <a:lstStyle/>
                    <a:p>
                      <a:pPr algn="l" fontAlgn="b">
                        <a:buNone/>
                      </a:pPr>
                      <a:r>
                        <a:rPr lang="en-US" sz="700" u="none" strike="noStrike">
                          <a:effectLst/>
                        </a:rPr>
                        <a:t>Managed Voice</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880792092"/>
                  </a:ext>
                </a:extLst>
              </a:tr>
              <a:tr h="162789">
                <a:tc>
                  <a:txBody>
                    <a:bodyPr/>
                    <a:lstStyle/>
                    <a:p>
                      <a:pPr algn="l" fontAlgn="b">
                        <a:buNone/>
                      </a:pPr>
                      <a:r>
                        <a:rPr lang="en-US" sz="700" u="none" strike="noStrike">
                          <a:effectLst/>
                        </a:rPr>
                        <a:t>Managed Voice Service</a:t>
                      </a:r>
                      <a:endParaRPr lang="en-US" sz="700" b="1" i="0" u="none" strike="noStrike">
                        <a:solidFill>
                          <a:srgbClr val="000000"/>
                        </a:solidFill>
                        <a:effectLst/>
                        <a:latin typeface="Aptos Narrow" panose="020B0004020202020204" pitchFamily="34" charset="0"/>
                      </a:endParaRPr>
                    </a:p>
                  </a:txBody>
                  <a:tcPr marL="55946" marR="0" marT="0" marB="0" anchor="b"/>
                </a:tc>
                <a:tc>
                  <a:txBody>
                    <a:bodyPr/>
                    <a:lstStyle/>
                    <a:p>
                      <a:pPr algn="r" fontAlgn="b">
                        <a:buNone/>
                      </a:pPr>
                      <a:r>
                        <a:rPr lang="en-US" sz="700" u="none" strike="noStrike">
                          <a:effectLst/>
                        </a:rPr>
                        <a:t>1</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5356937"/>
                  </a:ext>
                </a:extLst>
              </a:tr>
              <a:tr h="162789">
                <a:tc>
                  <a:txBody>
                    <a:bodyPr/>
                    <a:lstStyle/>
                    <a:p>
                      <a:pPr algn="l" fontAlgn="b">
                        <a:buNone/>
                      </a:pPr>
                      <a:r>
                        <a:rPr lang="en-US" sz="700" u="none" strike="noStrike">
                          <a:effectLst/>
                        </a:rPr>
                        <a:t>EOL</a:t>
                      </a:r>
                      <a:endParaRPr lang="en-US" sz="700" b="0" i="0" u="none" strike="noStrike">
                        <a:solidFill>
                          <a:srgbClr val="000000"/>
                        </a:solidFill>
                        <a:effectLst/>
                        <a:latin typeface="Aptos Narrow" panose="020B0004020202020204" pitchFamily="34" charset="0"/>
                      </a:endParaRPr>
                    </a:p>
                  </a:txBody>
                  <a:tcPr marL="111892" marR="0" marT="0" marB="0" anchor="b"/>
                </a:tc>
                <a:tc>
                  <a:txBody>
                    <a:bodyPr/>
                    <a:lstStyle/>
                    <a:p>
                      <a:pPr algn="r" fontAlgn="b">
                        <a:buNone/>
                      </a:pPr>
                      <a:r>
                        <a:rPr lang="en-US" sz="700" u="none" strike="noStrike">
                          <a:effectLst/>
                        </a:rPr>
                        <a:t>1</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0</a:t>
                      </a:r>
                      <a:endParaRPr lang="en-US" sz="7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84611218"/>
                  </a:ext>
                </a:extLst>
              </a:tr>
              <a:tr h="162789">
                <a:tc>
                  <a:txBody>
                    <a:bodyPr/>
                    <a:lstStyle/>
                    <a:p>
                      <a:pPr algn="l" fontAlgn="b">
                        <a:buNone/>
                      </a:pPr>
                      <a:r>
                        <a:rPr lang="en-US" sz="700" u="none" strike="noStrike">
                          <a:effectLst/>
                        </a:rPr>
                        <a:t>Grand Total</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1830</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334</a:t>
                      </a:r>
                      <a:endParaRPr lang="en-US" sz="7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700" u="none" strike="noStrike">
                          <a:effectLst/>
                        </a:rPr>
                        <a:t>51207.62775</a:t>
                      </a:r>
                      <a:endParaRPr lang="en-US" sz="7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897391874"/>
                  </a:ext>
                </a:extLst>
              </a:tr>
            </a:tbl>
          </a:graphicData>
        </a:graphic>
      </p:graphicFrame>
    </p:spTree>
    <p:extLst>
      <p:ext uri="{BB962C8B-B14F-4D97-AF65-F5344CB8AC3E}">
        <p14:creationId xmlns:p14="http://schemas.microsoft.com/office/powerpoint/2010/main" val="408463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4A1D-0ABD-9FE6-0E88-F5EA9341D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5E9A9-9760-4215-156D-B30FBF5DF04B}"/>
              </a:ext>
            </a:extLst>
          </p:cNvPr>
          <p:cNvSpPr>
            <a:spLocks noGrp="1"/>
          </p:cNvSpPr>
          <p:nvPr>
            <p:ph type="title"/>
          </p:nvPr>
        </p:nvSpPr>
        <p:spPr>
          <a:xfrm>
            <a:off x="513470" y="360000"/>
            <a:ext cx="9732940" cy="316275"/>
          </a:xfrm>
        </p:spPr>
        <p:txBody>
          <a:bodyPr>
            <a:normAutofit fontScale="90000"/>
          </a:bodyPr>
          <a:lstStyle/>
          <a:p>
            <a:r>
              <a:rPr lang="en-US"/>
              <a:t>End of Life Services (List of services that can stay in category 3)</a:t>
            </a:r>
            <a:br>
              <a:rPr lang="en-US"/>
            </a:br>
            <a:endParaRPr lang="en-US"/>
          </a:p>
        </p:txBody>
      </p:sp>
      <p:graphicFrame>
        <p:nvGraphicFramePr>
          <p:cNvPr id="4" name="Table 3">
            <a:extLst>
              <a:ext uri="{FF2B5EF4-FFF2-40B4-BE49-F238E27FC236}">
                <a16:creationId xmlns:a16="http://schemas.microsoft.com/office/drawing/2014/main" id="{315C02DF-1716-14DE-ACB6-AE4766491990}"/>
              </a:ext>
            </a:extLst>
          </p:cNvPr>
          <p:cNvGraphicFramePr>
            <a:graphicFrameLocks noGrp="1"/>
          </p:cNvGraphicFramePr>
          <p:nvPr>
            <p:extLst>
              <p:ext uri="{D42A27DB-BD31-4B8C-83A1-F6EECF244321}">
                <p14:modId xmlns:p14="http://schemas.microsoft.com/office/powerpoint/2010/main" val="1299042141"/>
              </p:ext>
            </p:extLst>
          </p:nvPr>
        </p:nvGraphicFramePr>
        <p:xfrm>
          <a:off x="69011" y="676275"/>
          <a:ext cx="11792310" cy="6181691"/>
        </p:xfrm>
        <a:graphic>
          <a:graphicData uri="http://schemas.openxmlformats.org/drawingml/2006/table">
            <a:tbl>
              <a:tblPr>
                <a:tableStyleId>{5C22544A-7EE6-4342-B048-85BDC9FD1C3A}</a:tableStyleId>
              </a:tblPr>
              <a:tblGrid>
                <a:gridCol w="5037827">
                  <a:extLst>
                    <a:ext uri="{9D8B030D-6E8A-4147-A177-3AD203B41FA5}">
                      <a16:colId xmlns:a16="http://schemas.microsoft.com/office/drawing/2014/main" val="418549340"/>
                    </a:ext>
                  </a:extLst>
                </a:gridCol>
                <a:gridCol w="1949570">
                  <a:extLst>
                    <a:ext uri="{9D8B030D-6E8A-4147-A177-3AD203B41FA5}">
                      <a16:colId xmlns:a16="http://schemas.microsoft.com/office/drawing/2014/main" val="1657865813"/>
                    </a:ext>
                  </a:extLst>
                </a:gridCol>
                <a:gridCol w="1828800">
                  <a:extLst>
                    <a:ext uri="{9D8B030D-6E8A-4147-A177-3AD203B41FA5}">
                      <a16:colId xmlns:a16="http://schemas.microsoft.com/office/drawing/2014/main" val="3604790916"/>
                    </a:ext>
                  </a:extLst>
                </a:gridCol>
                <a:gridCol w="2976113">
                  <a:extLst>
                    <a:ext uri="{9D8B030D-6E8A-4147-A177-3AD203B41FA5}">
                      <a16:colId xmlns:a16="http://schemas.microsoft.com/office/drawing/2014/main" val="1868614591"/>
                    </a:ext>
                  </a:extLst>
                </a:gridCol>
              </a:tblGrid>
              <a:tr h="168590">
                <a:tc>
                  <a:txBody>
                    <a:bodyPr/>
                    <a:lstStyle/>
                    <a:p>
                      <a:pPr algn="l" fontAlgn="b">
                        <a:buNone/>
                      </a:pPr>
                      <a:r>
                        <a:rPr lang="en-US" sz="400" u="none" strike="noStrike">
                          <a:effectLst/>
                        </a:rPr>
                        <a:t>Row Labels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400" u="none" strike="noStrike">
                          <a:effectLst/>
                        </a:rPr>
                        <a:t>Sum of Total Count</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Sum of Count (MRC &gt; 0) ,excluding N/A</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GB" sz="400" u="none" strike="noStrike">
                          <a:effectLst/>
                        </a:rPr>
                        <a:t>Sum of Revenue (Month)　（EUR）</a:t>
                      </a:r>
                      <a:endParaRPr lang="en-GB"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22251709"/>
                  </a:ext>
                </a:extLst>
              </a:tr>
              <a:tr h="91666">
                <a:tc>
                  <a:txBody>
                    <a:bodyPr/>
                    <a:lstStyle/>
                    <a:p>
                      <a:pPr algn="l" fontAlgn="b">
                        <a:buNone/>
                      </a:pPr>
                      <a:r>
                        <a:rPr lang="en-GB" sz="400" u="none" strike="noStrike">
                          <a:effectLst/>
                        </a:rPr>
                        <a:t>Colt Dedicated Cloud Access Option</a:t>
                      </a:r>
                      <a:endParaRPr lang="en-GB"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63754625"/>
                  </a:ext>
                </a:extLst>
              </a:tr>
              <a:tr h="91666">
                <a:tc>
                  <a:txBody>
                    <a:bodyPr/>
                    <a:lstStyle/>
                    <a:p>
                      <a:pPr algn="l" fontAlgn="b">
                        <a:buNone/>
                      </a:pPr>
                      <a:r>
                        <a:rPr lang="en-GB" sz="400" u="none" strike="noStrike">
                          <a:effectLst/>
                        </a:rPr>
                        <a:t>Colt Dedicated Cloud Access option (etherXEN Microsoft Azure Address Pack 1)</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29249413"/>
                  </a:ext>
                </a:extLst>
              </a:tr>
              <a:tr h="168590">
                <a:tc>
                  <a:txBody>
                    <a:bodyPr/>
                    <a:lstStyle/>
                    <a:p>
                      <a:pPr algn="l" fontAlgn="b">
                        <a:buNone/>
                      </a:pPr>
                      <a:r>
                        <a:rPr lang="en-GB" sz="400" u="none" strike="noStrike">
                          <a:effectLst/>
                        </a:rPr>
                        <a:t>Address Pack is standard in Global Siebel, however the naming is different and need modification. But this does not have MRC so it could be kept as read only for future reference. </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89503814"/>
                  </a:ext>
                </a:extLst>
              </a:tr>
              <a:tr h="91666">
                <a:tc>
                  <a:txBody>
                    <a:bodyPr/>
                    <a:lstStyle/>
                    <a:p>
                      <a:pPr algn="l" fontAlgn="b">
                        <a:buNone/>
                      </a:pPr>
                      <a:r>
                        <a:rPr lang="en-US" sz="400" u="none" strike="noStrike">
                          <a:effectLst/>
                        </a:rPr>
                        <a:t>Colt Ethernet Hub &amp; Spoke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497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24131.47006</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371523704"/>
                  </a:ext>
                </a:extLst>
              </a:tr>
              <a:tr h="91666">
                <a:tc>
                  <a:txBody>
                    <a:bodyPr/>
                    <a:lstStyle/>
                    <a:p>
                      <a:pPr algn="l" fontAlgn="b">
                        <a:buNone/>
                      </a:pPr>
                      <a:r>
                        <a:rPr lang="en-GB" sz="400" u="none" strike="noStrike">
                          <a:effectLst/>
                        </a:rPr>
                        <a:t>Colt Ethernet Hub and Spoke (Ether-MAN Plus Ethernet Aggregation Channel)</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450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21499.69776</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652024948"/>
                  </a:ext>
                </a:extLst>
              </a:tr>
              <a:tr h="91666">
                <a:tc>
                  <a:txBody>
                    <a:bodyPr/>
                    <a:lstStyle/>
                    <a:p>
                      <a:pPr algn="l" fontAlgn="b">
                        <a:buNone/>
                      </a:pPr>
                      <a:r>
                        <a:rPr lang="en-GB" sz="400" u="none" strike="noStrike">
                          <a:effectLst/>
                        </a:rPr>
                        <a:t>EOS since 2015/1/31 EoL project need to be triggered</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450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21499.69776</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51209376"/>
                  </a:ext>
                </a:extLst>
              </a:tr>
              <a:tr h="91666">
                <a:tc>
                  <a:txBody>
                    <a:bodyPr/>
                    <a:lstStyle/>
                    <a:p>
                      <a:pPr algn="l" fontAlgn="b">
                        <a:buNone/>
                      </a:pPr>
                      <a:r>
                        <a:rPr lang="en-GB" sz="400" u="none" strike="noStrike">
                          <a:effectLst/>
                        </a:rPr>
                        <a:t>Colt Ethernet Hub and Spoke (Ether-MAN Plus Ethernet Aggregation Host)</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47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2631.7723</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50760252"/>
                  </a:ext>
                </a:extLst>
              </a:tr>
              <a:tr h="91666">
                <a:tc>
                  <a:txBody>
                    <a:bodyPr/>
                    <a:lstStyle/>
                    <a:p>
                      <a:pPr algn="l" fontAlgn="b">
                        <a:buNone/>
                      </a:pPr>
                      <a:r>
                        <a:rPr lang="en-GB" sz="400" u="none" strike="noStrike">
                          <a:effectLst/>
                        </a:rPr>
                        <a:t>EOS since 2015/1/31 EoL project need to be triggered</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47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2631.7723</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618290478"/>
                  </a:ext>
                </a:extLst>
              </a:tr>
              <a:tr h="91666">
                <a:tc>
                  <a:txBody>
                    <a:bodyPr/>
                    <a:lstStyle/>
                    <a:p>
                      <a:pPr algn="l" fontAlgn="b">
                        <a:buNone/>
                      </a:pPr>
                      <a:r>
                        <a:rPr lang="en-US" sz="400" u="none" strike="noStrike">
                          <a:effectLst/>
                        </a:rPr>
                        <a:t>Colt Ethernet Line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176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27115.64445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83529517"/>
                  </a:ext>
                </a:extLst>
              </a:tr>
              <a:tr h="91666">
                <a:tc>
                  <a:txBody>
                    <a:bodyPr/>
                    <a:lstStyle/>
                    <a:p>
                      <a:pPr algn="l" fontAlgn="b">
                        <a:buNone/>
                      </a:pPr>
                      <a:r>
                        <a:rPr lang="en-US" sz="400" u="none" strike="noStrike">
                          <a:effectLst/>
                        </a:rPr>
                        <a:t>Colt Ethernet Line (Ether-MAN Plus Circuit Emulation Service)</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459.9582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61647722"/>
                  </a:ext>
                </a:extLst>
              </a:tr>
              <a:tr h="91666">
                <a:tc>
                  <a:txBody>
                    <a:bodyPr/>
                    <a:lstStyle/>
                    <a:p>
                      <a:pPr algn="l" fontAlgn="b">
                        <a:buNone/>
                      </a:pPr>
                      <a:r>
                        <a:rPr lang="en-GB" sz="400" u="none" strike="noStrike">
                          <a:effectLst/>
                        </a:rPr>
                        <a:t>EOS since 2015/1/31 EoL project need to be triggered</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459.9582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704747526"/>
                  </a:ext>
                </a:extLst>
              </a:tr>
              <a:tr h="91666">
                <a:tc>
                  <a:txBody>
                    <a:bodyPr/>
                    <a:lstStyle/>
                    <a:p>
                      <a:pPr algn="l" fontAlgn="b">
                        <a:buNone/>
                      </a:pPr>
                      <a:r>
                        <a:rPr lang="en-GB" sz="400" u="none" strike="noStrike">
                          <a:effectLst/>
                        </a:rPr>
                        <a:t>Colt Ethernet Line (Ether-MAN Plus Ethernet Private Line)</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174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26655.68625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34336295"/>
                  </a:ext>
                </a:extLst>
              </a:tr>
              <a:tr h="91666">
                <a:tc>
                  <a:txBody>
                    <a:bodyPr/>
                    <a:lstStyle/>
                    <a:p>
                      <a:pPr algn="l" fontAlgn="b">
                        <a:buNone/>
                      </a:pPr>
                      <a:r>
                        <a:rPr lang="en-GB" sz="400" u="none" strike="noStrike">
                          <a:effectLst/>
                        </a:rPr>
                        <a:t>EOS since 2015/1/31 EoL project need to be triggered</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174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26655.68625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70300176"/>
                  </a:ext>
                </a:extLst>
              </a:tr>
              <a:tr h="91666">
                <a:tc>
                  <a:txBody>
                    <a:bodyPr/>
                    <a:lstStyle/>
                    <a:p>
                      <a:pPr algn="l" fontAlgn="b">
                        <a:buNone/>
                      </a:pPr>
                      <a:r>
                        <a:rPr lang="en-US" sz="400" u="none" strike="noStrike">
                          <a:effectLst/>
                        </a:rPr>
                        <a:t>Colt Ethernet Option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554541263"/>
                  </a:ext>
                </a:extLst>
              </a:tr>
              <a:tr h="91666">
                <a:tc>
                  <a:txBody>
                    <a:bodyPr/>
                    <a:lstStyle/>
                    <a:p>
                      <a:pPr algn="l" fontAlgn="b">
                        <a:buNone/>
                      </a:pPr>
                      <a:r>
                        <a:rPr lang="en-US" sz="400" u="none" strike="noStrike">
                          <a:effectLst/>
                        </a:rPr>
                        <a:t>Cloud Address Pack 1</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15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13268585"/>
                  </a:ext>
                </a:extLst>
              </a:tr>
              <a:tr h="91666">
                <a:tc>
                  <a:txBody>
                    <a:bodyPr/>
                    <a:lstStyle/>
                    <a:p>
                      <a:pPr algn="l" fontAlgn="b">
                        <a:buNone/>
                      </a:pPr>
                      <a:r>
                        <a:rPr lang="en-GB" sz="400" u="none" strike="noStrike">
                          <a:effectLst/>
                        </a:rPr>
                        <a:t>Same option exist but in DCA</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15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9105877"/>
                  </a:ext>
                </a:extLst>
              </a:tr>
              <a:tr h="91666">
                <a:tc>
                  <a:txBody>
                    <a:bodyPr/>
                    <a:lstStyle/>
                    <a:p>
                      <a:pPr algn="l" fontAlgn="b">
                        <a:buNone/>
                      </a:pPr>
                      <a:r>
                        <a:rPr lang="en-US" sz="400" u="none" strike="noStrike">
                          <a:effectLst/>
                        </a:rPr>
                        <a:t>Cloud Address Pack 2</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23620570"/>
                  </a:ext>
                </a:extLst>
              </a:tr>
              <a:tr h="91666">
                <a:tc>
                  <a:txBody>
                    <a:bodyPr/>
                    <a:lstStyle/>
                    <a:p>
                      <a:pPr algn="l" fontAlgn="b">
                        <a:buNone/>
                      </a:pPr>
                      <a:r>
                        <a:rPr lang="en-GB" sz="400" u="none" strike="noStrike">
                          <a:effectLst/>
                        </a:rPr>
                        <a:t>Same option exist but in DCA</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586093"/>
                  </a:ext>
                </a:extLst>
              </a:tr>
              <a:tr h="91666">
                <a:tc>
                  <a:txBody>
                    <a:bodyPr/>
                    <a:lstStyle/>
                    <a:p>
                      <a:pPr algn="l" fontAlgn="b">
                        <a:buNone/>
                      </a:pPr>
                      <a:r>
                        <a:rPr lang="en-US" sz="400" u="none" strike="noStrike">
                          <a:effectLst/>
                        </a:rPr>
                        <a:t>Colt Ethernet Option (Ether-MAN Managed VPN)</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471828"/>
                  </a:ext>
                </a:extLst>
              </a:tr>
              <a:tr h="91666">
                <a:tc>
                  <a:txBody>
                    <a:bodyPr/>
                    <a:lstStyle/>
                    <a:p>
                      <a:pPr algn="l" fontAlgn="b">
                        <a:buNone/>
                      </a:pPr>
                      <a:r>
                        <a:rPr lang="en-GB" sz="400" u="none" strike="noStrike">
                          <a:effectLst/>
                        </a:rPr>
                        <a:t>EOS since 2015/1/31 EoL project need to be triggered</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3</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71172736"/>
                  </a:ext>
                </a:extLst>
              </a:tr>
              <a:tr h="91666">
                <a:tc>
                  <a:txBody>
                    <a:bodyPr/>
                    <a:lstStyle/>
                    <a:p>
                      <a:pPr algn="l" fontAlgn="b">
                        <a:buNone/>
                      </a:pPr>
                      <a:r>
                        <a:rPr lang="en-US" sz="400" u="none" strike="noStrike">
                          <a:effectLst/>
                        </a:rPr>
                        <a:t>Colt Ethernet VPN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22026.1635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88512162"/>
                  </a:ext>
                </a:extLst>
              </a:tr>
              <a:tr h="91666">
                <a:tc>
                  <a:txBody>
                    <a:bodyPr/>
                    <a:lstStyle/>
                    <a:p>
                      <a:pPr algn="l" fontAlgn="b">
                        <a:buNone/>
                      </a:pPr>
                      <a:r>
                        <a:rPr lang="en-US" sz="400" u="none" strike="noStrike">
                          <a:effectLst/>
                        </a:rPr>
                        <a:t>Colt Ethernet VPN (Ether-MAN EX)</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152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22026.1635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840007635"/>
                  </a:ext>
                </a:extLst>
              </a:tr>
              <a:tr h="91666">
                <a:tc>
                  <a:txBody>
                    <a:bodyPr/>
                    <a:lstStyle/>
                    <a:p>
                      <a:pPr algn="l" fontAlgn="b">
                        <a:buNone/>
                      </a:pPr>
                      <a:r>
                        <a:rPr lang="en-GB" sz="400" u="none" strike="noStrike">
                          <a:effectLst/>
                        </a:rPr>
                        <a:t>EOS since 2015/1/31 EoL project need to be triggered</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152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22026.1635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525945112"/>
                  </a:ext>
                </a:extLst>
              </a:tr>
              <a:tr h="91666">
                <a:tc>
                  <a:txBody>
                    <a:bodyPr/>
                    <a:lstStyle/>
                    <a:p>
                      <a:pPr algn="l" fontAlgn="b">
                        <a:buNone/>
                      </a:pPr>
                      <a:r>
                        <a:rPr lang="en-US" sz="400" u="none" strike="noStrike">
                          <a:effectLst/>
                        </a:rPr>
                        <a:t>Colt IP Access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202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128</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110614.7561</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05929638"/>
                  </a:ext>
                </a:extLst>
              </a:tr>
              <a:tr h="91666">
                <a:tc>
                  <a:txBody>
                    <a:bodyPr/>
                    <a:lstStyle/>
                    <a:p>
                      <a:pPr algn="l" fontAlgn="b">
                        <a:buNone/>
                      </a:pPr>
                      <a:r>
                        <a:rPr lang="en-GB" sz="400" u="none" strike="noStrike">
                          <a:effectLst/>
                        </a:rPr>
                        <a:t>Colt IP Access (Data Center Internet Access (Shared))</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67010031"/>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08212047"/>
                  </a:ext>
                </a:extLst>
              </a:tr>
              <a:tr h="91666">
                <a:tc>
                  <a:txBody>
                    <a:bodyPr/>
                    <a:lstStyle/>
                    <a:p>
                      <a:pPr algn="l" fontAlgn="b">
                        <a:buNone/>
                      </a:pPr>
                      <a:r>
                        <a:rPr lang="en-US" sz="400" u="none" strike="noStrike">
                          <a:effectLst/>
                        </a:rPr>
                        <a:t>Colt IP Access (Data Center Internet Access Redundant Port)</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38</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18</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4076.6</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01275780"/>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38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18</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4076.6</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06295613"/>
                  </a:ext>
                </a:extLst>
              </a:tr>
              <a:tr h="91666">
                <a:tc>
                  <a:txBody>
                    <a:bodyPr/>
                    <a:lstStyle/>
                    <a:p>
                      <a:pPr algn="l" fontAlgn="b">
                        <a:buNone/>
                      </a:pPr>
                      <a:r>
                        <a:rPr lang="en-US" sz="400" u="none" strike="noStrike">
                          <a:effectLst/>
                        </a:rPr>
                        <a:t>Colt IP Access (Data Center Internet Access)</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85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54777.19245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842336020"/>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85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57</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54777.19245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97526040"/>
                  </a:ext>
                </a:extLst>
              </a:tr>
              <a:tr h="91666">
                <a:tc>
                  <a:txBody>
                    <a:bodyPr/>
                    <a:lstStyle/>
                    <a:p>
                      <a:pPr algn="l" fontAlgn="b">
                        <a:buNone/>
                      </a:pPr>
                      <a:r>
                        <a:rPr lang="en-GB" sz="400" u="none" strike="noStrike">
                          <a:effectLst/>
                        </a:rPr>
                        <a:t>Colt IP Access (Ether-MAN IP Connectivity)</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42060224"/>
                  </a:ext>
                </a:extLst>
              </a:tr>
              <a:tr h="91666">
                <a:tc>
                  <a:txBody>
                    <a:bodyPr/>
                    <a:lstStyle/>
                    <a:p>
                      <a:pPr algn="l" fontAlgn="b">
                        <a:buNone/>
                      </a:pPr>
                      <a:r>
                        <a:rPr lang="en-GB" sz="400" u="none" strike="noStrike">
                          <a:effectLst/>
                        </a:rPr>
                        <a:t>End of New Sales 2015/01/31</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63413187"/>
                  </a:ext>
                </a:extLst>
              </a:tr>
              <a:tr h="91666">
                <a:tc>
                  <a:txBody>
                    <a:bodyPr/>
                    <a:lstStyle/>
                    <a:p>
                      <a:pPr algn="l" fontAlgn="b">
                        <a:buNone/>
                      </a:pPr>
                      <a:r>
                        <a:rPr lang="en-GB" sz="400" u="none" strike="noStrike">
                          <a:effectLst/>
                        </a:rPr>
                        <a:t>Colt IP Access (Ether-MAN Plus IP Connectivity)</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13544.34</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48709952"/>
                  </a:ext>
                </a:extLst>
              </a:tr>
              <a:tr h="91666">
                <a:tc>
                  <a:txBody>
                    <a:bodyPr/>
                    <a:lstStyle/>
                    <a:p>
                      <a:pPr algn="l" fontAlgn="b">
                        <a:buNone/>
                      </a:pPr>
                      <a:r>
                        <a:rPr lang="en-GB" sz="400" u="none" strike="noStrike">
                          <a:effectLst/>
                        </a:rPr>
                        <a:t>End of New Sales 2015/01/31</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13544.34</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34791192"/>
                  </a:ext>
                </a:extLst>
              </a:tr>
              <a:tr h="91666">
                <a:tc>
                  <a:txBody>
                    <a:bodyPr/>
                    <a:lstStyle/>
                    <a:p>
                      <a:pPr algn="l" fontAlgn="b">
                        <a:buNone/>
                      </a:pPr>
                      <a:r>
                        <a:rPr lang="en-GB" sz="400" u="none" strike="noStrike">
                          <a:effectLst/>
                        </a:rPr>
                        <a:t>Colt IP Access (etherXEN IP Connectivity Dedicated)</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41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34309.71504</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29372916"/>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41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34309.71504</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59461474"/>
                  </a:ext>
                </a:extLst>
              </a:tr>
              <a:tr h="91666">
                <a:tc>
                  <a:txBody>
                    <a:bodyPr/>
                    <a:lstStyle/>
                    <a:p>
                      <a:pPr algn="l" fontAlgn="b">
                        <a:buNone/>
                      </a:pPr>
                      <a:r>
                        <a:rPr lang="en-GB" sz="400" u="none" strike="noStrike">
                          <a:effectLst/>
                        </a:rPr>
                        <a:t>Colt IP Access (etherXEN IP Connectivity Shared)</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04008880"/>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272.5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62584985"/>
                  </a:ext>
                </a:extLst>
              </a:tr>
              <a:tr h="91666">
                <a:tc>
                  <a:txBody>
                    <a:bodyPr/>
                    <a:lstStyle/>
                    <a:p>
                      <a:pPr algn="l" fontAlgn="b">
                        <a:buNone/>
                      </a:pPr>
                      <a:r>
                        <a:rPr lang="en-GB" sz="400" u="none" strike="noStrike">
                          <a:effectLst/>
                        </a:rPr>
                        <a:t>Colt IP Access (etherXEN SG IP Connectivity Dedicated)</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3361.9086</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77139923"/>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4</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3361.9086</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13921303"/>
                  </a:ext>
                </a:extLst>
              </a:tr>
              <a:tr h="91666">
                <a:tc>
                  <a:txBody>
                    <a:bodyPr/>
                    <a:lstStyle/>
                    <a:p>
                      <a:pPr algn="l" fontAlgn="b">
                        <a:buNone/>
                      </a:pPr>
                      <a:r>
                        <a:rPr lang="en-US" sz="400" u="none" strike="noStrike">
                          <a:effectLst/>
                        </a:rPr>
                        <a:t>Colt IPVPN</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6183.025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787558200"/>
                  </a:ext>
                </a:extLst>
              </a:tr>
              <a:tr h="91666">
                <a:tc>
                  <a:txBody>
                    <a:bodyPr/>
                    <a:lstStyle/>
                    <a:p>
                      <a:pPr algn="l" fontAlgn="b">
                        <a:buNone/>
                      </a:pPr>
                      <a:r>
                        <a:rPr lang="en-US" sz="400" u="none" strike="noStrike">
                          <a:effectLst/>
                        </a:rPr>
                        <a:t>Colt IPVPN (Global PoP MPLS IP-VPN - HK)</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3052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648460019"/>
                  </a:ext>
                </a:extLst>
              </a:tr>
              <a:tr h="91666">
                <a:tc>
                  <a:txBody>
                    <a:bodyPr/>
                    <a:lstStyle/>
                    <a:p>
                      <a:pPr algn="l" fontAlgn="b">
                        <a:buNone/>
                      </a:pPr>
                      <a:r>
                        <a:rPr lang="en-US" sz="400" u="none" strike="noStrike">
                          <a:effectLst/>
                        </a:rPr>
                        <a:t>EOS</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3052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24814953"/>
                  </a:ext>
                </a:extLst>
              </a:tr>
              <a:tr h="91666">
                <a:tc>
                  <a:txBody>
                    <a:bodyPr/>
                    <a:lstStyle/>
                    <a:p>
                      <a:pPr algn="l" fontAlgn="b">
                        <a:buNone/>
                      </a:pPr>
                      <a:r>
                        <a:rPr lang="en-US" sz="400" u="none" strike="noStrike">
                          <a:effectLst/>
                        </a:rPr>
                        <a:t>Colt IPVPN (Global PoP MPLS IP-VPN - Tokyo)</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239.8</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67457480"/>
                  </a:ext>
                </a:extLst>
              </a:tr>
              <a:tr h="91666">
                <a:tc>
                  <a:txBody>
                    <a:bodyPr/>
                    <a:lstStyle/>
                    <a:p>
                      <a:pPr algn="l" fontAlgn="b">
                        <a:buNone/>
                      </a:pPr>
                      <a:r>
                        <a:rPr lang="en-US" sz="400" u="none" strike="noStrike">
                          <a:effectLst/>
                        </a:rPr>
                        <a:t>EOS</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239.8</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23472316"/>
                  </a:ext>
                </a:extLst>
              </a:tr>
              <a:tr h="91666">
                <a:tc>
                  <a:txBody>
                    <a:bodyPr/>
                    <a:lstStyle/>
                    <a:p>
                      <a:pPr algn="l" fontAlgn="b">
                        <a:buNone/>
                      </a:pPr>
                      <a:r>
                        <a:rPr lang="en-GB" sz="400" u="none" strike="noStrike">
                          <a:effectLst/>
                        </a:rPr>
                        <a:t>Colt IPVPN Access (NetXpress Colt Access)</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523.2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14851761"/>
                  </a:ext>
                </a:extLst>
              </a:tr>
              <a:tr h="91666">
                <a:tc>
                  <a:txBody>
                    <a:bodyPr/>
                    <a:lstStyle/>
                    <a:p>
                      <a:pPr algn="l" fontAlgn="b">
                        <a:buNone/>
                      </a:pPr>
                      <a:r>
                        <a:rPr lang="en-US" sz="400" u="none" strike="noStrike">
                          <a:effectLst/>
                        </a:rPr>
                        <a:t>EOS</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523.2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53020088"/>
                  </a:ext>
                </a:extLst>
              </a:tr>
              <a:tr h="91666">
                <a:tc>
                  <a:txBody>
                    <a:bodyPr/>
                    <a:lstStyle/>
                    <a:p>
                      <a:pPr algn="l" fontAlgn="b">
                        <a:buNone/>
                      </a:pPr>
                      <a:r>
                        <a:rPr lang="en-GB" sz="400" u="none" strike="noStrike">
                          <a:effectLst/>
                        </a:rPr>
                        <a:t>Colt IPVPN Access (NetXpress Flet's Access)</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708.5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16547309"/>
                  </a:ext>
                </a:extLst>
              </a:tr>
              <a:tr h="91666">
                <a:tc>
                  <a:txBody>
                    <a:bodyPr/>
                    <a:lstStyle/>
                    <a:p>
                      <a:pPr algn="l" fontAlgn="b">
                        <a:buNone/>
                      </a:pPr>
                      <a:r>
                        <a:rPr lang="en-US" sz="400" u="none" strike="noStrike">
                          <a:effectLst/>
                        </a:rPr>
                        <a:t>EOS</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6</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708.5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393655764"/>
                  </a:ext>
                </a:extLst>
              </a:tr>
              <a:tr h="91666">
                <a:tc>
                  <a:txBody>
                    <a:bodyPr/>
                    <a:lstStyle/>
                    <a:p>
                      <a:pPr algn="l" fontAlgn="b">
                        <a:buNone/>
                      </a:pPr>
                      <a:r>
                        <a:rPr lang="en-GB" sz="400" u="none" strike="noStrike">
                          <a:effectLst/>
                        </a:rPr>
                        <a:t>Colt IPVPN Layer3 VPN (NetXpress)</a:t>
                      </a:r>
                      <a:endParaRPr lang="en-GB"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1659.525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59006283"/>
                  </a:ext>
                </a:extLst>
              </a:tr>
              <a:tr h="91666">
                <a:tc>
                  <a:txBody>
                    <a:bodyPr/>
                    <a:lstStyle/>
                    <a:p>
                      <a:pPr algn="l" fontAlgn="b">
                        <a:buNone/>
                      </a:pPr>
                      <a:r>
                        <a:rPr lang="en-US" sz="400" u="none" strike="noStrike">
                          <a:effectLst/>
                        </a:rPr>
                        <a:t>EOS</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1659.525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28532177"/>
                  </a:ext>
                </a:extLst>
              </a:tr>
              <a:tr h="91666">
                <a:tc>
                  <a:txBody>
                    <a:bodyPr/>
                    <a:lstStyle/>
                    <a:p>
                      <a:pPr algn="l" fontAlgn="b">
                        <a:buNone/>
                      </a:pPr>
                      <a:r>
                        <a:rPr lang="en-US" sz="400" u="none" strike="noStrike">
                          <a:effectLst/>
                        </a:rPr>
                        <a:t>Internet Access</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13</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15021.0502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85442877"/>
                  </a:ext>
                </a:extLst>
              </a:tr>
              <a:tr h="91666">
                <a:tc>
                  <a:txBody>
                    <a:bodyPr/>
                    <a:lstStyle/>
                    <a:p>
                      <a:pPr algn="l" fontAlgn="b">
                        <a:buNone/>
                      </a:pPr>
                      <a:r>
                        <a:rPr lang="en-US" sz="400" u="none" strike="noStrike">
                          <a:effectLst/>
                        </a:rPr>
                        <a:t>etherXEN IP Connectivity</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11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12638.55</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44140016"/>
                  </a:ext>
                </a:extLst>
              </a:tr>
              <a:tr h="91666">
                <a:tc>
                  <a:txBody>
                    <a:bodyPr/>
                    <a:lstStyle/>
                    <a:p>
                      <a:pPr algn="l" fontAlgn="b">
                        <a:buNone/>
                      </a:pPr>
                      <a:r>
                        <a:rPr lang="en-GB" sz="400" u="none" strike="noStrike">
                          <a:effectLst/>
                        </a:rPr>
                        <a:t>End of New Sales 2017/04/16</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11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11</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12638.55</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835426737"/>
                  </a:ext>
                </a:extLst>
              </a:tr>
              <a:tr h="91666">
                <a:tc>
                  <a:txBody>
                    <a:bodyPr/>
                    <a:lstStyle/>
                    <a:p>
                      <a:pPr algn="l" fontAlgn="b">
                        <a:buNone/>
                      </a:pPr>
                      <a:r>
                        <a:rPr lang="en-US" sz="400" u="none" strike="noStrike">
                          <a:effectLst/>
                        </a:rPr>
                        <a:t>SmartGiga IP Connectivity</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2382.5002</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52370494"/>
                  </a:ext>
                </a:extLst>
              </a:tr>
              <a:tr h="91666">
                <a:tc>
                  <a:txBody>
                    <a:bodyPr/>
                    <a:lstStyle/>
                    <a:p>
                      <a:pPr algn="l" fontAlgn="b">
                        <a:buNone/>
                      </a:pPr>
                      <a:r>
                        <a:rPr lang="en-US" sz="400" u="none" strike="noStrike">
                          <a:effectLst/>
                        </a:rPr>
                        <a:t>EoNS announcement needed.</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2382.5002</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272190789"/>
                  </a:ext>
                </a:extLst>
              </a:tr>
              <a:tr h="91666">
                <a:tc>
                  <a:txBody>
                    <a:bodyPr/>
                    <a:lstStyle/>
                    <a:p>
                      <a:pPr algn="l" fontAlgn="b">
                        <a:buNone/>
                      </a:pPr>
                      <a:r>
                        <a:rPr lang="en-US" sz="400" u="none" strike="noStrike">
                          <a:effectLst/>
                        </a:rPr>
                        <a:t>Mailscan MX Service</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957017230"/>
                  </a:ext>
                </a:extLst>
              </a:tr>
              <a:tr h="91666">
                <a:tc>
                  <a:txBody>
                    <a:bodyPr/>
                    <a:lstStyle/>
                    <a:p>
                      <a:pPr algn="l" fontAlgn="b">
                        <a:buNone/>
                      </a:pPr>
                      <a:r>
                        <a:rPr lang="en-US" sz="400" u="none" strike="noStrike">
                          <a:effectLst/>
                        </a:rPr>
                        <a:t>Mailscan MX Service</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r" fontAlgn="b">
                        <a:buNone/>
                      </a:pPr>
                      <a:r>
                        <a:rPr lang="en-US" sz="400" u="none" strike="noStrike">
                          <a:effectLst/>
                        </a:rPr>
                        <a:t>5</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726706829"/>
                  </a:ext>
                </a:extLst>
              </a:tr>
              <a:tr h="252885">
                <a:tc>
                  <a:txBody>
                    <a:bodyPr/>
                    <a:lstStyle/>
                    <a:p>
                      <a:pPr algn="l" fontAlgn="b">
                        <a:buNone/>
                      </a:pPr>
                      <a:r>
                        <a:rPr lang="en-GB" sz="400" u="none" strike="noStrike">
                          <a:effectLst/>
                        </a:rPr>
                        <a:t>Can be migrated into existing MDF in Global Siebel.</a:t>
                      </a:r>
                      <a:br>
                        <a:rPr lang="en-GB" sz="400" u="none" strike="noStrike">
                          <a:effectLst/>
                        </a:rPr>
                      </a:br>
                      <a:r>
                        <a:rPr lang="en-GB" sz="400" u="none" strike="noStrike">
                          <a:effectLst/>
                        </a:rPr>
                        <a:t>Need to check Asia Siebel for further analysis.</a:t>
                      </a:r>
                      <a:br>
                        <a:rPr lang="en-GB" sz="400" u="none" strike="noStrike">
                          <a:effectLst/>
                        </a:rPr>
                      </a:br>
                      <a:r>
                        <a:rPr lang="en-GB" sz="400" u="none" strike="noStrike">
                          <a:effectLst/>
                        </a:rPr>
                        <a:t>Can be handled by adding an attribute or value, not a new line item.</a:t>
                      </a:r>
                      <a:endParaRPr lang="en-GB" sz="400" b="0" i="0" u="none" strike="noStrike">
                        <a:solidFill>
                          <a:srgbClr val="000000"/>
                        </a:solidFill>
                        <a:effectLst/>
                        <a:latin typeface="Aptos Narrow" panose="020B0004020202020204" pitchFamily="34" charset="0"/>
                      </a:endParaRPr>
                    </a:p>
                  </a:txBody>
                  <a:tcPr marL="59662" marR="0" marT="0" marB="0" anchor="b"/>
                </a:tc>
                <a:tc>
                  <a:txBody>
                    <a:bodyPr/>
                    <a:lstStyle/>
                    <a:p>
                      <a:pPr algn="r" fontAlgn="b">
                        <a:buNone/>
                      </a:pPr>
                      <a:r>
                        <a:rPr lang="en-US" sz="400" u="none" strike="noStrike">
                          <a:effectLst/>
                        </a:rPr>
                        <a:t>5</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0</a:t>
                      </a: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6886251"/>
                  </a:ext>
                </a:extLst>
              </a:tr>
              <a:tr h="91666">
                <a:tc>
                  <a:txBody>
                    <a:bodyPr/>
                    <a:lstStyle/>
                    <a:p>
                      <a:pPr algn="l" fontAlgn="b">
                        <a:buNone/>
                      </a:pPr>
                      <a:r>
                        <a:rPr lang="en-US" sz="400" u="none" strike="noStrike">
                          <a:effectLst/>
                        </a:rPr>
                        <a:t>(blank)</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69574288"/>
                  </a:ext>
                </a:extLst>
              </a:tr>
              <a:tr h="91666">
                <a:tc>
                  <a:txBody>
                    <a:bodyPr/>
                    <a:lstStyle/>
                    <a:p>
                      <a:pPr algn="l" fontAlgn="b">
                        <a:buNone/>
                      </a:pPr>
                      <a:r>
                        <a:rPr lang="en-US" sz="400" u="none" strike="noStrike">
                          <a:effectLst/>
                        </a:rPr>
                        <a:t>(blank)</a:t>
                      </a:r>
                      <a:endParaRPr lang="en-US" sz="400" b="1" i="0" u="none" strike="noStrike">
                        <a:solidFill>
                          <a:srgbClr val="000000"/>
                        </a:solidFill>
                        <a:effectLst/>
                        <a:latin typeface="Aptos Narrow" panose="020B0004020202020204" pitchFamily="34" charset="0"/>
                      </a:endParaRPr>
                    </a:p>
                  </a:txBody>
                  <a:tcPr marL="29831"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4348632"/>
                  </a:ext>
                </a:extLst>
              </a:tr>
              <a:tr h="91666">
                <a:tc>
                  <a:txBody>
                    <a:bodyPr/>
                    <a:lstStyle/>
                    <a:p>
                      <a:pPr algn="l" fontAlgn="b">
                        <a:buNone/>
                      </a:pPr>
                      <a:r>
                        <a:rPr lang="en-US" sz="400" u="none" strike="noStrike">
                          <a:effectLst/>
                        </a:rPr>
                        <a:t>(blank)</a:t>
                      </a:r>
                      <a:endParaRPr lang="en-US" sz="400" b="0" i="0" u="none" strike="noStrike">
                        <a:solidFill>
                          <a:srgbClr val="000000"/>
                        </a:solidFill>
                        <a:effectLst/>
                        <a:latin typeface="Aptos Narrow" panose="020B0004020202020204" pitchFamily="34" charset="0"/>
                      </a:endParaRPr>
                    </a:p>
                  </a:txBody>
                  <a:tcPr marL="59662" marR="0" marT="0" marB="0" anchor="b"/>
                </a:tc>
                <a:tc>
                  <a:txBody>
                    <a:bodyPr/>
                    <a:lstStyle/>
                    <a:p>
                      <a:pPr algn="l" fontAlgn="b">
                        <a:buNone/>
                      </a:pP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4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65000442"/>
                  </a:ext>
                </a:extLst>
              </a:tr>
              <a:tr h="91666">
                <a:tc>
                  <a:txBody>
                    <a:bodyPr/>
                    <a:lstStyle/>
                    <a:p>
                      <a:pPr algn="l" fontAlgn="b">
                        <a:buNone/>
                      </a:pPr>
                      <a:r>
                        <a:rPr lang="en-US" sz="400" u="none" strike="noStrike">
                          <a:effectLst/>
                        </a:rPr>
                        <a:t>Grand Total</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1080</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338</a:t>
                      </a:r>
                      <a:endParaRPr lang="en-US" sz="400" b="1" i="0" u="none" strike="noStrike">
                        <a:solidFill>
                          <a:srgbClr val="000000"/>
                        </a:solidFill>
                        <a:effectLst/>
                        <a:latin typeface="Aptos Narrow" panose="020B0004020202020204" pitchFamily="34" charset="0"/>
                      </a:endParaRPr>
                    </a:p>
                  </a:txBody>
                  <a:tcPr marL="0" marR="0" marT="0" marB="0" anchor="b"/>
                </a:tc>
                <a:tc>
                  <a:txBody>
                    <a:bodyPr/>
                    <a:lstStyle/>
                    <a:p>
                      <a:pPr algn="r" fontAlgn="b">
                        <a:buNone/>
                      </a:pPr>
                      <a:r>
                        <a:rPr lang="en-US" sz="400" u="none" strike="noStrike">
                          <a:effectLst/>
                        </a:rPr>
                        <a:t>205119.3593</a:t>
                      </a:r>
                      <a:endParaRPr lang="en-US" sz="400" b="1"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73861819"/>
                  </a:ext>
                </a:extLst>
              </a:tr>
            </a:tbl>
          </a:graphicData>
        </a:graphic>
      </p:graphicFrame>
    </p:spTree>
    <p:extLst>
      <p:ext uri="{BB962C8B-B14F-4D97-AF65-F5344CB8AC3E}">
        <p14:creationId xmlns:p14="http://schemas.microsoft.com/office/powerpoint/2010/main" val="1251828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36023-649C-6CC5-6E31-52AB215EDE0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27389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71808-F2E3-EFD6-5F56-CBD7019F28BA}"/>
              </a:ext>
            </a:extLst>
          </p:cNvPr>
          <p:cNvSpPr>
            <a:spLocks noGrp="1"/>
          </p:cNvSpPr>
          <p:nvPr>
            <p:ph type="ctrTitle"/>
          </p:nvPr>
        </p:nvSpPr>
        <p:spPr/>
        <p:txBody>
          <a:bodyPr>
            <a:normAutofit/>
          </a:bodyPr>
          <a:lstStyle/>
          <a:p>
            <a:r>
              <a:rPr lang="en-US" sz="12000"/>
              <a:t>Thank</a:t>
            </a:r>
            <a:br>
              <a:rPr lang="en-US" sz="12000"/>
            </a:br>
            <a:r>
              <a:rPr lang="en-US" sz="12000"/>
              <a:t>you</a:t>
            </a:r>
          </a:p>
        </p:txBody>
      </p:sp>
      <p:sp>
        <p:nvSpPr>
          <p:cNvPr id="3" name="Subtitle 2">
            <a:extLst>
              <a:ext uri="{FF2B5EF4-FFF2-40B4-BE49-F238E27FC236}">
                <a16:creationId xmlns:a16="http://schemas.microsoft.com/office/drawing/2014/main" id="{E28C7345-36F7-321D-3A5F-B39726B628E7}"/>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5839FB67-78AB-B218-D93B-A484BA8A5D13}"/>
              </a:ext>
            </a:extLst>
          </p:cNvPr>
          <p:cNvSpPr>
            <a:spLocks noGrp="1"/>
          </p:cNvSpPr>
          <p:nvPr>
            <p:ph type="sldNum" sz="quarter" idx="4"/>
          </p:nvPr>
        </p:nvSpPr>
        <p:spPr/>
        <p:txBody>
          <a:bodyPr/>
          <a:lstStyle/>
          <a:p>
            <a:fld id="{B21680B0-85BD-AB42-BDDD-92217BDBB353}" type="slidenum">
              <a:rPr lang="en-GB" smtClean="0"/>
              <a:pPr/>
              <a:t>33</a:t>
            </a:fld>
            <a:endParaRPr lang="en-GB"/>
          </a:p>
        </p:txBody>
      </p:sp>
    </p:spTree>
    <p:extLst>
      <p:ext uri="{BB962C8B-B14F-4D97-AF65-F5344CB8AC3E}">
        <p14:creationId xmlns:p14="http://schemas.microsoft.com/office/powerpoint/2010/main" val="427254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5BC028-F10C-5C00-49E2-CAC4D229C0FA}"/>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363359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E9A28-F0BB-80DB-21BC-E3DF046D6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86EBB-9559-B6EB-51B4-7431A68A148E}"/>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494006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3F0E-DD3E-D600-3169-F174DE22869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A4E2C89-766D-63E9-E480-6DB1B18703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9950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DB87F5B-3CF6-F6F0-EFE0-F61392402934}"/>
              </a:ext>
            </a:extLst>
          </p:cNvPr>
          <p:cNvSpPr>
            <a:spLocks noGrp="1"/>
          </p:cNvSpPr>
          <p:nvPr>
            <p:ph type="body" idx="1"/>
          </p:nvPr>
        </p:nvSpPr>
        <p:spPr>
          <a:xfrm>
            <a:off x="1080000" y="4888234"/>
            <a:ext cx="3499034" cy="1336469"/>
          </a:xfrm>
        </p:spPr>
        <p:txBody>
          <a:bodyPr/>
          <a:lstStyle/>
          <a:p>
            <a:pPr marL="0" indent="0">
              <a:buNone/>
            </a:pPr>
            <a:r>
              <a:rPr lang="en-GB">
                <a:solidFill>
                  <a:schemeClr val="accent4"/>
                </a:solidFill>
              </a:rPr>
              <a:t>Lowercase subhead text for more specific content outline.</a:t>
            </a:r>
          </a:p>
        </p:txBody>
      </p:sp>
      <p:sp>
        <p:nvSpPr>
          <p:cNvPr id="3" name="Title 2">
            <a:extLst>
              <a:ext uri="{FF2B5EF4-FFF2-40B4-BE49-F238E27FC236}">
                <a16:creationId xmlns:a16="http://schemas.microsoft.com/office/drawing/2014/main" id="{E067EF4E-C715-3834-D367-D8136AB99378}"/>
              </a:ext>
            </a:extLst>
          </p:cNvPr>
          <p:cNvSpPr>
            <a:spLocks noGrp="1"/>
          </p:cNvSpPr>
          <p:nvPr>
            <p:ph type="title"/>
          </p:nvPr>
        </p:nvSpPr>
        <p:spPr>
          <a:xfrm>
            <a:off x="1080000" y="1878806"/>
            <a:ext cx="5974509" cy="2927838"/>
          </a:xfrm>
        </p:spPr>
        <p:txBody>
          <a:bodyPr>
            <a:noAutofit/>
          </a:bodyPr>
          <a:lstStyle/>
          <a:p>
            <a:r>
              <a:rPr lang="en-GB" sz="8800">
                <a:solidFill>
                  <a:schemeClr val="tx1"/>
                </a:solidFill>
              </a:rPr>
              <a:t>Lorem</a:t>
            </a:r>
            <a:br>
              <a:rPr lang="en-GB" sz="8800">
                <a:solidFill>
                  <a:schemeClr val="tx1"/>
                </a:solidFill>
              </a:rPr>
            </a:br>
            <a:r>
              <a:rPr lang="en-GB" sz="8800">
                <a:solidFill>
                  <a:schemeClr val="tx1"/>
                </a:solidFill>
              </a:rPr>
              <a:t>ipsum</a:t>
            </a:r>
            <a:r>
              <a:rPr lang="en-GB" sz="8800">
                <a:solidFill>
                  <a:schemeClr val="accent1"/>
                </a:solidFill>
              </a:rPr>
              <a:t>.</a:t>
            </a:r>
          </a:p>
        </p:txBody>
      </p:sp>
      <p:grpSp>
        <p:nvGrpSpPr>
          <p:cNvPr id="15" name="Group 14">
            <a:extLst>
              <a:ext uri="{FF2B5EF4-FFF2-40B4-BE49-F238E27FC236}">
                <a16:creationId xmlns:a16="http://schemas.microsoft.com/office/drawing/2014/main" id="{C1C70BFA-6F19-55CF-5C02-B51919A3F38F}"/>
              </a:ext>
            </a:extLst>
          </p:cNvPr>
          <p:cNvGrpSpPr>
            <a:grpSpLocks/>
          </p:cNvGrpSpPr>
          <p:nvPr/>
        </p:nvGrpSpPr>
        <p:grpSpPr>
          <a:xfrm>
            <a:off x="5217583" y="4864925"/>
            <a:ext cx="2850116" cy="1219644"/>
            <a:chOff x="5217583" y="4868100"/>
            <a:chExt cx="2850116" cy="1219644"/>
          </a:xfrm>
          <a:solidFill>
            <a:srgbClr val="FFFFFF"/>
          </a:solidFill>
        </p:grpSpPr>
        <p:sp>
          <p:nvSpPr>
            <p:cNvPr id="16" name="Freeform 15">
              <a:extLst>
                <a:ext uri="{FF2B5EF4-FFF2-40B4-BE49-F238E27FC236}">
                  <a16:creationId xmlns:a16="http://schemas.microsoft.com/office/drawing/2014/main" id="{F1B8C37A-D8ED-C700-9769-48FBA1221FE6}"/>
                </a:ext>
              </a:extLst>
            </p:cNvPr>
            <p:cNvSpPr>
              <a:spLocks/>
            </p:cNvSpPr>
            <p:nvPr userDrawn="1"/>
          </p:nvSpPr>
          <p:spPr>
            <a:xfrm>
              <a:off x="5217583"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71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71"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9A918E3-C8D4-29D8-4076-4385D59556E4}"/>
                </a:ext>
              </a:extLst>
            </p:cNvPr>
            <p:cNvSpPr>
              <a:spLocks/>
            </p:cNvSpPr>
            <p:nvPr userDrawn="1"/>
          </p:nvSpPr>
          <p:spPr>
            <a:xfrm>
              <a:off x="5787657" y="4868100"/>
              <a:ext cx="569820" cy="1219644"/>
            </a:xfrm>
            <a:custGeom>
              <a:avLst/>
              <a:gdLst>
                <a:gd name="connsiteX0" fmla="*/ 0 w 569820"/>
                <a:gd name="connsiteY0" fmla="*/ 0 h 1219644"/>
                <a:gd name="connsiteX1" fmla="*/ 252450 w 569820"/>
                <a:gd name="connsiteY1" fmla="*/ 609790 h 1219644"/>
                <a:gd name="connsiteX2" fmla="*/ 0 w 569820"/>
                <a:gd name="connsiteY2" fmla="*/ 1219645 h 1219644"/>
                <a:gd name="connsiteX3" fmla="*/ 317371 w 569820"/>
                <a:gd name="connsiteY3" fmla="*/ 1219645 h 1219644"/>
                <a:gd name="connsiteX4" fmla="*/ 569820 w 569820"/>
                <a:gd name="connsiteY4" fmla="*/ 609790 h 1219644"/>
                <a:gd name="connsiteX5" fmla="*/ 317371 w 569820"/>
                <a:gd name="connsiteY5" fmla="*/ 0 h 1219644"/>
                <a:gd name="connsiteX6" fmla="*/ 0 w 569820"/>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820" h="1219644">
                  <a:moveTo>
                    <a:pt x="0" y="0"/>
                  </a:moveTo>
                  <a:lnTo>
                    <a:pt x="252450" y="609790"/>
                  </a:lnTo>
                  <a:lnTo>
                    <a:pt x="0" y="1219645"/>
                  </a:lnTo>
                  <a:lnTo>
                    <a:pt x="317371" y="1219645"/>
                  </a:lnTo>
                  <a:lnTo>
                    <a:pt x="569820" y="609790"/>
                  </a:lnTo>
                  <a:lnTo>
                    <a:pt x="317371" y="0"/>
                  </a:lnTo>
                  <a:lnTo>
                    <a:pt x="0" y="0"/>
                  </a:lnTo>
                  <a:close/>
                </a:path>
              </a:pathLst>
            </a:custGeom>
            <a:grpFill/>
            <a:ln w="6341"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000FC192-DF39-1661-F671-4D08D8272B64}"/>
                </a:ext>
              </a:extLst>
            </p:cNvPr>
            <p:cNvSpPr>
              <a:spLocks/>
            </p:cNvSpPr>
            <p:nvPr userDrawn="1"/>
          </p:nvSpPr>
          <p:spPr>
            <a:xfrm>
              <a:off x="6357794" y="4868100"/>
              <a:ext cx="569756" cy="1219644"/>
            </a:xfrm>
            <a:custGeom>
              <a:avLst/>
              <a:gdLst>
                <a:gd name="connsiteX0" fmla="*/ 252386 w 569756"/>
                <a:gd name="connsiteY0" fmla="*/ 0 h 1219644"/>
                <a:gd name="connsiteX1" fmla="*/ 0 w 569756"/>
                <a:gd name="connsiteY1" fmla="*/ 0 h 1219644"/>
                <a:gd name="connsiteX2" fmla="*/ 126161 w 569756"/>
                <a:gd name="connsiteY2" fmla="*/ 304864 h 1219644"/>
                <a:gd name="connsiteX3" fmla="*/ 252386 w 569756"/>
                <a:gd name="connsiteY3" fmla="*/ 609790 h 1219644"/>
                <a:gd name="connsiteX4" fmla="*/ 0 w 569756"/>
                <a:gd name="connsiteY4" fmla="*/ 1219645 h 1219644"/>
                <a:gd name="connsiteX5" fmla="*/ 317307 w 569756"/>
                <a:gd name="connsiteY5" fmla="*/ 1219645 h 1219644"/>
                <a:gd name="connsiteX6" fmla="*/ 569757 w 569756"/>
                <a:gd name="connsiteY6" fmla="*/ 609790 h 1219644"/>
                <a:gd name="connsiteX7" fmla="*/ 317307 w 569756"/>
                <a:gd name="connsiteY7" fmla="*/ 0 h 1219644"/>
                <a:gd name="connsiteX8" fmla="*/ 252386 w 569756"/>
                <a:gd name="connsiteY8"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756" h="1219644">
                  <a:moveTo>
                    <a:pt x="252386" y="0"/>
                  </a:moveTo>
                  <a:lnTo>
                    <a:pt x="0" y="0"/>
                  </a:lnTo>
                  <a:lnTo>
                    <a:pt x="126161" y="304864"/>
                  </a:lnTo>
                  <a:lnTo>
                    <a:pt x="252386" y="609790"/>
                  </a:lnTo>
                  <a:lnTo>
                    <a:pt x="0" y="1219645"/>
                  </a:lnTo>
                  <a:lnTo>
                    <a:pt x="317307" y="1219645"/>
                  </a:lnTo>
                  <a:lnTo>
                    <a:pt x="569757" y="609790"/>
                  </a:lnTo>
                  <a:lnTo>
                    <a:pt x="317307" y="0"/>
                  </a:lnTo>
                  <a:lnTo>
                    <a:pt x="252386" y="0"/>
                  </a:lnTo>
                  <a:close/>
                </a:path>
              </a:pathLst>
            </a:custGeom>
            <a:grpFill/>
            <a:ln w="6341"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82830B49-DF15-1329-5F76-8F18AF0CA8E9}"/>
                </a:ext>
              </a:extLst>
            </p:cNvPr>
            <p:cNvSpPr>
              <a:spLocks/>
            </p:cNvSpPr>
            <p:nvPr userDrawn="1"/>
          </p:nvSpPr>
          <p:spPr>
            <a:xfrm>
              <a:off x="6927869" y="4868100"/>
              <a:ext cx="569756" cy="1219644"/>
            </a:xfrm>
            <a:custGeom>
              <a:avLst/>
              <a:gdLst>
                <a:gd name="connsiteX0" fmla="*/ 0 w 569756"/>
                <a:gd name="connsiteY0" fmla="*/ 0 h 1219644"/>
                <a:gd name="connsiteX1" fmla="*/ 252450 w 569756"/>
                <a:gd name="connsiteY1" fmla="*/ 609790 h 1219644"/>
                <a:gd name="connsiteX2" fmla="*/ 0 w 569756"/>
                <a:gd name="connsiteY2" fmla="*/ 1219645 h 1219644"/>
                <a:gd name="connsiteX3" fmla="*/ 317307 w 569756"/>
                <a:gd name="connsiteY3" fmla="*/ 1219645 h 1219644"/>
                <a:gd name="connsiteX4" fmla="*/ 569757 w 569756"/>
                <a:gd name="connsiteY4" fmla="*/ 609790 h 1219644"/>
                <a:gd name="connsiteX5" fmla="*/ 317307 w 569756"/>
                <a:gd name="connsiteY5" fmla="*/ 0 h 1219644"/>
                <a:gd name="connsiteX6" fmla="*/ 0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0" y="0"/>
                  </a:moveTo>
                  <a:lnTo>
                    <a:pt x="252450" y="609790"/>
                  </a:lnTo>
                  <a:lnTo>
                    <a:pt x="0" y="1219645"/>
                  </a:lnTo>
                  <a:lnTo>
                    <a:pt x="317307" y="1219645"/>
                  </a:lnTo>
                  <a:lnTo>
                    <a:pt x="569757" y="609790"/>
                  </a:lnTo>
                  <a:lnTo>
                    <a:pt x="317307" y="0"/>
                  </a:lnTo>
                  <a:lnTo>
                    <a:pt x="0" y="0"/>
                  </a:lnTo>
                  <a:close/>
                </a:path>
              </a:pathLst>
            </a:custGeom>
            <a:grpFill/>
            <a:ln w="6341"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FE5D029-8CCF-DECD-79F6-1D0B5EBED1E3}"/>
                </a:ext>
              </a:extLst>
            </p:cNvPr>
            <p:cNvSpPr>
              <a:spLocks/>
            </p:cNvSpPr>
            <p:nvPr userDrawn="1"/>
          </p:nvSpPr>
          <p:spPr>
            <a:xfrm>
              <a:off x="7497943" y="4868100"/>
              <a:ext cx="569756" cy="1219644"/>
            </a:xfrm>
            <a:custGeom>
              <a:avLst/>
              <a:gdLst>
                <a:gd name="connsiteX0" fmla="*/ 317371 w 569756"/>
                <a:gd name="connsiteY0" fmla="*/ 0 h 1219644"/>
                <a:gd name="connsiteX1" fmla="*/ 0 w 569756"/>
                <a:gd name="connsiteY1" fmla="*/ 0 h 1219644"/>
                <a:gd name="connsiteX2" fmla="*/ 252450 w 569756"/>
                <a:gd name="connsiteY2" fmla="*/ 609790 h 1219644"/>
                <a:gd name="connsiteX3" fmla="*/ 0 w 569756"/>
                <a:gd name="connsiteY3" fmla="*/ 1219645 h 1219644"/>
                <a:gd name="connsiteX4" fmla="*/ 317371 w 569756"/>
                <a:gd name="connsiteY4" fmla="*/ 1219645 h 1219644"/>
                <a:gd name="connsiteX5" fmla="*/ 569757 w 569756"/>
                <a:gd name="connsiteY5" fmla="*/ 609790 h 1219644"/>
                <a:gd name="connsiteX6" fmla="*/ 317371 w 569756"/>
                <a:gd name="connsiteY6" fmla="*/ 0 h 12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756" h="1219644">
                  <a:moveTo>
                    <a:pt x="317371" y="0"/>
                  </a:moveTo>
                  <a:lnTo>
                    <a:pt x="0" y="0"/>
                  </a:lnTo>
                  <a:lnTo>
                    <a:pt x="252450" y="609790"/>
                  </a:lnTo>
                  <a:lnTo>
                    <a:pt x="0" y="1219645"/>
                  </a:lnTo>
                  <a:lnTo>
                    <a:pt x="317371" y="1219645"/>
                  </a:lnTo>
                  <a:lnTo>
                    <a:pt x="569757" y="609790"/>
                  </a:lnTo>
                  <a:lnTo>
                    <a:pt x="317371" y="0"/>
                  </a:lnTo>
                  <a:close/>
                </a:path>
              </a:pathLst>
            </a:custGeom>
            <a:grpFill/>
            <a:ln w="6341" cap="flat">
              <a:noFill/>
              <a:prstDash val="solid"/>
              <a:miter/>
            </a:ln>
          </p:spPr>
          <p:txBody>
            <a:bodyPr rtlCol="0" anchor="ctr"/>
            <a:lstStyle/>
            <a:p>
              <a:endParaRPr lang="en-GB"/>
            </a:p>
          </p:txBody>
        </p:sp>
      </p:grpSp>
      <p:sp>
        <p:nvSpPr>
          <p:cNvPr id="4" name="Picture Placeholder 3">
            <a:extLst>
              <a:ext uri="{FF2B5EF4-FFF2-40B4-BE49-F238E27FC236}">
                <a16:creationId xmlns:a16="http://schemas.microsoft.com/office/drawing/2014/main" id="{46BA6213-90E1-370D-9D6A-7359A4ED0D8F}"/>
              </a:ext>
            </a:extLst>
          </p:cNvPr>
          <p:cNvSpPr>
            <a:spLocks noGrp="1"/>
          </p:cNvSpPr>
          <p:nvPr>
            <p:ph type="pic" sz="quarter" idx="10"/>
          </p:nvPr>
        </p:nvSpPr>
        <p:spPr>
          <a:pattFill prst="pct10">
            <a:fgClr>
              <a:schemeClr val="bg1"/>
            </a:fgClr>
            <a:bgClr>
              <a:schemeClr val="accent3"/>
            </a:bgClr>
          </a:pattFill>
        </p:spPr>
        <p:txBody>
          <a:bodyPr/>
          <a:lstStyle/>
          <a:p>
            <a:endParaRPr lang="en-US"/>
          </a:p>
        </p:txBody>
      </p:sp>
    </p:spTree>
    <p:extLst>
      <p:ext uri="{BB962C8B-B14F-4D97-AF65-F5344CB8AC3E}">
        <p14:creationId xmlns:p14="http://schemas.microsoft.com/office/powerpoint/2010/main" val="119376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olt Theme 2026 4">
      <a:dk1>
        <a:srgbClr val="121212"/>
      </a:dk1>
      <a:lt1>
        <a:srgbClr val="00D7BD"/>
      </a:lt1>
      <a:dk2>
        <a:srgbClr val="121212"/>
      </a:dk2>
      <a:lt2>
        <a:srgbClr val="ECECED"/>
      </a:lt2>
      <a:accent1>
        <a:srgbClr val="FFC33C"/>
      </a:accent1>
      <a:accent2>
        <a:srgbClr val="00A49A"/>
      </a:accent2>
      <a:accent3>
        <a:srgbClr val="0C544E"/>
      </a:accent3>
      <a:accent4>
        <a:srgbClr val="474946"/>
      </a:accent4>
      <a:accent5>
        <a:srgbClr val="FF7900"/>
      </a:accent5>
      <a:accent6>
        <a:srgbClr val="F20C36"/>
      </a:accent6>
      <a:hlink>
        <a:srgbClr val="FF7900"/>
      </a:hlink>
      <a:folHlink>
        <a:srgbClr val="F20C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44" cap="flat">
          <a:noFill/>
          <a:prstDash val="solid"/>
          <a:miter/>
        </a:ln>
      </a:spPr>
      <a:bodyPr rtlCol="0" anchor="ct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lt Template 26" id="{DBAA9E43-FA45-4E6C-938B-8644EEDB3AAF}" vid="{B6E1CAB7-C6A9-4F3E-939A-C9EE48A24E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676037947F464B975E43D63A873A25" ma:contentTypeVersion="11" ma:contentTypeDescription="Create a new document." ma:contentTypeScope="" ma:versionID="65047e51c700f588bd8d15be77d4347e">
  <xsd:schema xmlns:xsd="http://www.w3.org/2001/XMLSchema" xmlns:xs="http://www.w3.org/2001/XMLSchema" xmlns:p="http://schemas.microsoft.com/office/2006/metadata/properties" xmlns:ns2="69d768a5-675f-44b9-bcd1-fe5010ea3e02" xmlns:ns3="86bffae9-93c7-4009-a037-6290870eb665" targetNamespace="http://schemas.microsoft.com/office/2006/metadata/properties" ma:root="true" ma:fieldsID="7d18fab8d7c3f274f22bcffa07c51e3b" ns2:_="" ns3:_="">
    <xsd:import namespace="69d768a5-675f-44b9-bcd1-fe5010ea3e02"/>
    <xsd:import namespace="86bffae9-93c7-4009-a037-6290870eb6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d768a5-675f-44b9-bcd1-fe5010ea3e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268396b-371b-4a59-b694-f90548ebff4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6bffae9-93c7-4009-a037-6290870eb66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77e2f71-4717-44c8-a179-f3553fa218c8}" ma:internalName="TaxCatchAll" ma:showField="CatchAllData" ma:web="3839726c-591c-4035-a7eb-418f704fe5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6bffae9-93c7-4009-a037-6290870eb665" xsi:nil="true"/>
    <lcf76f155ced4ddcb4097134ff3c332f xmlns="69d768a5-675f-44b9-bcd1-fe5010ea3e0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435D59E-50EC-4983-AF97-6132C17B5C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d768a5-675f-44b9-bcd1-fe5010ea3e02"/>
    <ds:schemaRef ds:uri="86bffae9-93c7-4009-a037-6290870eb6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8C1307-147B-4B61-8164-4C1C025ECA9E}">
  <ds:schemaRefs>
    <ds:schemaRef ds:uri="http://schemas.microsoft.com/sharepoint/v3/contenttype/forms"/>
  </ds:schemaRefs>
</ds:datastoreItem>
</file>

<file path=customXml/itemProps3.xml><?xml version="1.0" encoding="utf-8"?>
<ds:datastoreItem xmlns:ds="http://schemas.openxmlformats.org/officeDocument/2006/customXml" ds:itemID="{DF8EFA1F-B3DF-464F-AEAF-1C7338F22F15}">
  <ds:schemaRefs>
    <ds:schemaRef ds:uri="69d768a5-675f-44b9-bcd1-fe5010ea3e02"/>
    <ds:schemaRef ds:uri="86bffae9-93c7-4009-a037-6290870eb66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Colt Template 26</Template>
  <TotalTime>0</TotalTime>
  <Application>Microsoft Office PowerPoint</Application>
  <PresentationFormat>Widescreen</PresentationFormat>
  <Slides>37</Slides>
  <Notes>3</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Project ORION SPECIAL SUPPORT, Options Orders &amp; EOL</vt:lpstr>
      <vt:lpstr>PowerPoint Presentation</vt:lpstr>
      <vt:lpstr>EU Product Name – CpE Solutions Site </vt:lpstr>
      <vt:lpstr>EU Product Name – CSO  </vt:lpstr>
      <vt:lpstr>EU Product Name – MarketPrizm Cross connect  </vt:lpstr>
      <vt:lpstr>EU Product Name – Professional Service New Product  </vt:lpstr>
      <vt:lpstr>Special Support Volumes  </vt:lpstr>
      <vt:lpstr>Key Takeaways &amp; Assumptions  </vt:lpstr>
      <vt:lpstr>Migration Approach  </vt:lpstr>
      <vt:lpstr>Migration Approach  </vt:lpstr>
      <vt:lpstr>Approach to handle Special Option scenario in Global Siebel</vt:lpstr>
      <vt:lpstr>Approach to handle Special Option scenario in Global Siebel</vt:lpstr>
      <vt:lpstr>Option Orders – This SHOULD be migrated as part of the Parent Service or Billing order</vt:lpstr>
      <vt:lpstr>OptionS Orders</vt:lpstr>
      <vt:lpstr>Approach to migrate option orders</vt:lpstr>
      <vt:lpstr>Products/services will empty attributes (overall final migration approach) </vt:lpstr>
      <vt:lpstr>DCA EVPN Tactical migration Approach</vt:lpstr>
      <vt:lpstr>Ethernet VPN DCA Tactical migration approach</vt:lpstr>
      <vt:lpstr>Ethernet VPN DCA Tactical migration approach</vt:lpstr>
      <vt:lpstr>Ethernet VPN DCA Tactical migration approach</vt:lpstr>
      <vt:lpstr>Ethernet VPN DCA Tactical migration approach</vt:lpstr>
      <vt:lpstr>Asia Invoice for EVPN DCA</vt:lpstr>
      <vt:lpstr>SIP Trunking PR Changes</vt:lpstr>
      <vt:lpstr>SIP Trunking Requirements - </vt:lpstr>
      <vt:lpstr>Asia Invoice for Asia voice features when triggered from Global Siebel</vt:lpstr>
      <vt:lpstr>Asia Invoice for SIP Trunking when triggered from Global Siebel</vt:lpstr>
      <vt:lpstr>APT </vt:lpstr>
      <vt:lpstr>NMTS </vt:lpstr>
      <vt:lpstr>End of Life Services (category 3) </vt:lpstr>
      <vt:lpstr>End of Life Services (List of services that can be moved from category 3 to 4) </vt:lpstr>
      <vt:lpstr>End of Life Services (List of services that can stay in category 3) </vt:lpstr>
      <vt:lpstr>PowerPoint Presentation</vt:lpstr>
      <vt:lpstr>Thank you</vt:lpstr>
      <vt:lpstr>PowerPoint Presentation</vt:lpstr>
      <vt:lpstr>PowerPoint Presentation</vt:lpstr>
      <vt:lpstr>PowerPoint Presentation</vt:lpstr>
      <vt:lpstr>Lorem ipsum.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Kakarla, Victor</dc:creator>
  <cp:revision>49</cp:revision>
  <dcterms:created xsi:type="dcterms:W3CDTF">2026-05-20T19:35:20Z</dcterms:created>
  <dcterms:modified xsi:type="dcterms:W3CDTF">2026-07-16T19:46:02Z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0x01010046676037947F464B975E43D63A873A25</vt:lpwstr>
  </property>
  <property fmtid="{D5CDD505-2E9C-101B-9397-08002B2CF9AE}" pid="3" name="MediaServiceImageTags">
    <vt:lpwstr/>
  </property>
  <property fmtid="{D5CDD505-2E9C-101B-9397-08002B2CF9AE}" pid="4" name="Order">
    <vt:r8>3926300</vt:r8>
  </property>
  <property fmtid="{D5CDD505-2E9C-101B-9397-08002B2CF9AE}" pid="5" name="xd_ProgID">
    <vt:lpwstr/>
  </property>
  <property fmtid="{D5CDD505-2E9C-101B-9397-08002B2CF9AE}" pid="6" name="Global Topic Tag">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Global_x0020_Topic_x0020_Tag">
    <vt:lpwstr/>
  </property>
  <property fmtid="{D5CDD505-2E9C-101B-9397-08002B2CF9AE}" pid="12" name="xd_Signature">
    <vt:bool>false</vt:bool>
  </property>
</Properties>
</file>